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2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x="18288000" cy="10287000"/>
  <p:notesSz cx="6858000" cy="9144000"/>
  <p:embeddedFontLst>
    <p:embeddedFont>
      <p:font typeface="Trebuchet MS Bold" charset="1" panose="020B0703020202020204"/>
      <p:regular r:id="rId38"/>
    </p:embeddedFont>
    <p:embeddedFont>
      <p:font typeface="Calibri (MS) Italics" charset="1" panose="020F05020202040A0204"/>
      <p:regular r:id="rId39"/>
    </p:embeddedFont>
    <p:embeddedFont>
      <p:font typeface="Calibri (MS) Bold" charset="1" panose="020F0702030404030204"/>
      <p:regular r:id="rId40"/>
    </p:embeddedFont>
    <p:embeddedFont>
      <p:font typeface="Calibri (MS)" charset="1" panose="020F0502020204030204"/>
      <p:regular r:id="rId41"/>
    </p:embeddedFont>
    <p:embeddedFont>
      <p:font typeface="Open Sans" charset="1" panose="020B0606030504020204"/>
      <p:regular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notesMasters/notesMaster1.xml" Type="http://schemas.openxmlformats.org/officeDocument/2006/relationships/notesMaster"/><Relationship Id="rId36" Target="theme/theme2.xml" Type="http://schemas.openxmlformats.org/officeDocument/2006/relationships/theme"/><Relationship Id="rId37" Target="notesSlides/notesSlide1.xml" Type="http://schemas.openxmlformats.org/officeDocument/2006/relationships/notesSlide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43" Target="notesSlides/notesSlide2.xml" Type="http://schemas.openxmlformats.org/officeDocument/2006/relationships/notesSlide"/><Relationship Id="rId44" Target="notesSlides/notesSlide3.xml" Type="http://schemas.openxmlformats.org/officeDocument/2006/relationships/notesSlide"/><Relationship Id="rId45" Target="notesSlides/notesSlide4.xml" Type="http://schemas.openxmlformats.org/officeDocument/2006/relationships/notesSlide"/><Relationship Id="rId46" Target="notesSlides/notesSlide5.xml" Type="http://schemas.openxmlformats.org/officeDocument/2006/relationships/notesSlide"/><Relationship Id="rId47" Target="notesSlides/notesSlide6.xml" Type="http://schemas.openxmlformats.org/officeDocument/2006/relationships/notesSlide"/><Relationship Id="rId48" Target="notesSlides/notesSlide7.xml" Type="http://schemas.openxmlformats.org/officeDocument/2006/relationships/notesSlide"/><Relationship Id="rId49" Target="notesSlides/notesSlide8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9.xml" Type="http://schemas.openxmlformats.org/officeDocument/2006/relationships/notesSlide"/><Relationship Id="rId51" Target="notesSlides/notesSlide10.xml" Type="http://schemas.openxmlformats.org/officeDocument/2006/relationships/notesSlide"/><Relationship Id="rId52" Target="notesSlides/notesSlide11.xml" Type="http://schemas.openxmlformats.org/officeDocument/2006/relationships/notesSlide"/><Relationship Id="rId53" Target="notesSlides/notesSlide12.xml" Type="http://schemas.openxmlformats.org/officeDocument/2006/relationships/notesSlide"/><Relationship Id="rId54" Target="notesSlides/notesSlide13.xml" Type="http://schemas.openxmlformats.org/officeDocument/2006/relationships/notesSlide"/><Relationship Id="rId55" Target="notesSlides/notesSlide14.xml" Type="http://schemas.openxmlformats.org/officeDocument/2006/relationships/notesSlide"/><Relationship Id="rId56" Target="notesSlides/notesSlide15.xml" Type="http://schemas.openxmlformats.org/officeDocument/2006/relationships/notesSlide"/><Relationship Id="rId57" Target="notesSlides/notesSlide16.xml" Type="http://schemas.openxmlformats.org/officeDocument/2006/relationships/notesSlide"/><Relationship Id="rId58" Target="notesSlides/notesSlide17.xml" Type="http://schemas.openxmlformats.org/officeDocument/2006/relationships/notesSlide"/><Relationship Id="rId59" Target="notesSlides/notesSlide18.xml" Type="http://schemas.openxmlformats.org/officeDocument/2006/relationships/notesSlide"/><Relationship Id="rId6" Target="slides/slide1.xml" Type="http://schemas.openxmlformats.org/officeDocument/2006/relationships/slide"/><Relationship Id="rId60" Target="notesSlides/notesSlide19.xml" Type="http://schemas.openxmlformats.org/officeDocument/2006/relationships/notesSlide"/><Relationship Id="rId61" Target="notesSlides/notesSlide20.xml" Type="http://schemas.openxmlformats.org/officeDocument/2006/relationships/notesSlide"/><Relationship Id="rId62" Target="notesSlides/notesSlide21.xml" Type="http://schemas.openxmlformats.org/officeDocument/2006/relationships/notesSlide"/><Relationship Id="rId63" Target="notesSlides/notesSlide22.xml" Type="http://schemas.openxmlformats.org/officeDocument/2006/relationships/notesSlide"/><Relationship Id="rId64" Target="notesSlides/notesSlide23.xml" Type="http://schemas.openxmlformats.org/officeDocument/2006/relationships/notesSlide"/><Relationship Id="rId65" Target="notesSlides/notesSlide24.xml" Type="http://schemas.openxmlformats.org/officeDocument/2006/relationships/notesSlide"/><Relationship Id="rId66" Target="notesSlides/notesSlide25.xml" Type="http://schemas.openxmlformats.org/officeDocument/2006/relationships/notesSlide"/><Relationship Id="rId67" Target="notesSlides/notesSlide26.xml" Type="http://schemas.openxmlformats.org/officeDocument/2006/relationships/notesSlide"/><Relationship Id="rId68" Target="notesSlides/notesSlide27.xml" Type="http://schemas.openxmlformats.org/officeDocument/2006/relationships/notesSlide"/><Relationship Id="rId69" Target="notesSlides/notesSlide28.xml" Type="http://schemas.openxmlformats.org/officeDocument/2006/relationships/notesSlide"/><Relationship Id="rId7" Target="slides/slide2.xml" Type="http://schemas.openxmlformats.org/officeDocument/2006/relationships/slide"/><Relationship Id="rId70" Target="notesSlides/notesSlide29.xml" Type="http://schemas.openxmlformats.org/officeDocument/2006/relationships/notes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_rels/notesSlide2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8.xml" Type="http://schemas.openxmlformats.org/officeDocument/2006/relationships/slide"/></Relationships>
</file>

<file path=ppt/notesSlides/_rels/notesSlide2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Relationship Id="rId3" Target="../media/image3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3.xml" Type="http://schemas.openxmlformats.org/officeDocument/2006/relationships/notesSlid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4.xml" Type="http://schemas.openxmlformats.org/officeDocument/2006/relationships/notesSlid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5.xml" Type="http://schemas.openxmlformats.org/officeDocument/2006/relationships/notesSlide"/><Relationship Id="rId3" Target="../media/image6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6.xml" Type="http://schemas.openxmlformats.org/officeDocument/2006/relationships/notesSlid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7.xml" Type="http://schemas.openxmlformats.org/officeDocument/2006/relationships/notesSlid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9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54663" y="5591"/>
            <a:ext cx="9169403" cy="9169403"/>
            <a:chOff x="0" y="0"/>
            <a:chExt cx="12225871" cy="12225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2192000" cy="12192000"/>
            </a:xfrm>
            <a:custGeom>
              <a:avLst/>
              <a:gdLst/>
              <a:ahLst/>
              <a:cxnLst/>
              <a:rect r="r" b="b" t="t" l="l"/>
              <a:pathLst>
                <a:path h="12192000" w="12192000">
                  <a:moveTo>
                    <a:pt x="0" y="6096000"/>
                  </a:moveTo>
                  <a:cubicBezTo>
                    <a:pt x="0" y="2729230"/>
                    <a:pt x="2729230" y="0"/>
                    <a:pt x="6096000" y="0"/>
                  </a:cubicBezTo>
                  <a:cubicBezTo>
                    <a:pt x="9462770" y="0"/>
                    <a:pt x="12192000" y="2729230"/>
                    <a:pt x="12192000" y="6096000"/>
                  </a:cubicBezTo>
                  <a:cubicBezTo>
                    <a:pt x="12192000" y="9462770"/>
                    <a:pt x="9462770" y="12192000"/>
                    <a:pt x="6096000" y="12192000"/>
                  </a:cubicBezTo>
                  <a:cubicBezTo>
                    <a:pt x="2729230" y="12192000"/>
                    <a:pt x="0" y="9462770"/>
                    <a:pt x="0" y="6096000"/>
                  </a:cubicBezTo>
                  <a:close/>
                </a:path>
              </a:pathLst>
            </a:custGeom>
            <a:solidFill>
              <a:srgbClr val="02404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225909" cy="12225782"/>
            </a:xfrm>
            <a:custGeom>
              <a:avLst/>
              <a:gdLst/>
              <a:ahLst/>
              <a:cxnLst/>
              <a:rect r="r" b="b" t="t" l="l"/>
              <a:pathLst>
                <a:path h="12225782" w="12225909">
                  <a:moveTo>
                    <a:pt x="0" y="6112891"/>
                  </a:moveTo>
                  <a:cubicBezTo>
                    <a:pt x="0" y="2736850"/>
                    <a:pt x="2736850" y="0"/>
                    <a:pt x="6112891" y="0"/>
                  </a:cubicBezTo>
                  <a:lnTo>
                    <a:pt x="6112891" y="16891"/>
                  </a:lnTo>
                  <a:lnTo>
                    <a:pt x="6112891" y="0"/>
                  </a:lnTo>
                  <a:cubicBezTo>
                    <a:pt x="9489059" y="0"/>
                    <a:pt x="12225909" y="2736850"/>
                    <a:pt x="12225909" y="6112891"/>
                  </a:cubicBezTo>
                  <a:cubicBezTo>
                    <a:pt x="12225909" y="9488932"/>
                    <a:pt x="9489059" y="12225782"/>
                    <a:pt x="6113018" y="12225782"/>
                  </a:cubicBezTo>
                  <a:lnTo>
                    <a:pt x="6113018" y="12208890"/>
                  </a:lnTo>
                  <a:lnTo>
                    <a:pt x="6113018" y="12225782"/>
                  </a:lnTo>
                  <a:cubicBezTo>
                    <a:pt x="2736850" y="12225909"/>
                    <a:pt x="0" y="9489059"/>
                    <a:pt x="0" y="6112891"/>
                  </a:cubicBezTo>
                  <a:lnTo>
                    <a:pt x="16891" y="6112891"/>
                  </a:lnTo>
                  <a:lnTo>
                    <a:pt x="31115" y="6122035"/>
                  </a:lnTo>
                  <a:cubicBezTo>
                    <a:pt x="27051" y="6128385"/>
                    <a:pt x="19304" y="6131179"/>
                    <a:pt x="12065" y="6129147"/>
                  </a:cubicBezTo>
                  <a:cubicBezTo>
                    <a:pt x="4826" y="6127115"/>
                    <a:pt x="0" y="6120384"/>
                    <a:pt x="0" y="6112891"/>
                  </a:cubicBezTo>
                  <a:moveTo>
                    <a:pt x="33909" y="6112891"/>
                  </a:moveTo>
                  <a:lnTo>
                    <a:pt x="16891" y="6112891"/>
                  </a:lnTo>
                  <a:lnTo>
                    <a:pt x="2667" y="6103747"/>
                  </a:lnTo>
                  <a:cubicBezTo>
                    <a:pt x="6731" y="6097397"/>
                    <a:pt x="14478" y="6094603"/>
                    <a:pt x="21717" y="6096635"/>
                  </a:cubicBezTo>
                  <a:cubicBezTo>
                    <a:pt x="28956" y="6098667"/>
                    <a:pt x="33909" y="6105398"/>
                    <a:pt x="33909" y="6112891"/>
                  </a:cubicBezTo>
                  <a:cubicBezTo>
                    <a:pt x="33909" y="9470263"/>
                    <a:pt x="2755519" y="12192000"/>
                    <a:pt x="6112891" y="12192000"/>
                  </a:cubicBezTo>
                  <a:cubicBezTo>
                    <a:pt x="9470263" y="12192000"/>
                    <a:pt x="12192000" y="9470263"/>
                    <a:pt x="12192000" y="6112891"/>
                  </a:cubicBezTo>
                  <a:lnTo>
                    <a:pt x="12208891" y="6112891"/>
                  </a:lnTo>
                  <a:lnTo>
                    <a:pt x="12192000" y="6112891"/>
                  </a:lnTo>
                  <a:cubicBezTo>
                    <a:pt x="12192000" y="2755519"/>
                    <a:pt x="9470263" y="33909"/>
                    <a:pt x="6112891" y="33909"/>
                  </a:cubicBezTo>
                  <a:lnTo>
                    <a:pt x="6112891" y="16891"/>
                  </a:lnTo>
                  <a:lnTo>
                    <a:pt x="6112891" y="33909"/>
                  </a:lnTo>
                  <a:cubicBezTo>
                    <a:pt x="2755519" y="33909"/>
                    <a:pt x="33909" y="2755519"/>
                    <a:pt x="33909" y="6112891"/>
                  </a:cubicBezTo>
                  <a:close/>
                </a:path>
              </a:pathLst>
            </a:custGeom>
            <a:solidFill>
              <a:srgbClr val="02404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4251943" y="5591"/>
            <a:ext cx="6426203" cy="6426203"/>
            <a:chOff x="0" y="0"/>
            <a:chExt cx="8568271" cy="85682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8534400" cy="8534400"/>
            </a:xfrm>
            <a:custGeom>
              <a:avLst/>
              <a:gdLst/>
              <a:ahLst/>
              <a:cxnLst/>
              <a:rect r="r" b="b" t="t" l="l"/>
              <a:pathLst>
                <a:path h="8534400" w="8534400">
                  <a:moveTo>
                    <a:pt x="0" y="4267200"/>
                  </a:moveTo>
                  <a:cubicBezTo>
                    <a:pt x="0" y="1910461"/>
                    <a:pt x="1910461" y="0"/>
                    <a:pt x="4267200" y="0"/>
                  </a:cubicBezTo>
                  <a:cubicBezTo>
                    <a:pt x="6623939" y="0"/>
                    <a:pt x="8534400" y="1910461"/>
                    <a:pt x="8534400" y="4267200"/>
                  </a:cubicBezTo>
                  <a:cubicBezTo>
                    <a:pt x="8534400" y="6623939"/>
                    <a:pt x="6623939" y="8534400"/>
                    <a:pt x="4267200" y="8534400"/>
                  </a:cubicBezTo>
                  <a:cubicBezTo>
                    <a:pt x="1910461" y="8534400"/>
                    <a:pt x="0" y="6623939"/>
                    <a:pt x="0" y="4267200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568182" cy="8568182"/>
            </a:xfrm>
            <a:custGeom>
              <a:avLst/>
              <a:gdLst/>
              <a:ahLst/>
              <a:cxnLst/>
              <a:rect r="r" b="b" t="t" l="l"/>
              <a:pathLst>
                <a:path h="8568182" w="8568182">
                  <a:moveTo>
                    <a:pt x="0" y="4284091"/>
                  </a:moveTo>
                  <a:cubicBezTo>
                    <a:pt x="0" y="1918081"/>
                    <a:pt x="1918081" y="0"/>
                    <a:pt x="4284091" y="0"/>
                  </a:cubicBezTo>
                  <a:lnTo>
                    <a:pt x="4284091" y="16891"/>
                  </a:lnTo>
                  <a:lnTo>
                    <a:pt x="4284091" y="0"/>
                  </a:lnTo>
                  <a:cubicBezTo>
                    <a:pt x="6650101" y="0"/>
                    <a:pt x="8568182" y="1918081"/>
                    <a:pt x="8568182" y="4284091"/>
                  </a:cubicBezTo>
                  <a:lnTo>
                    <a:pt x="8551290" y="4284091"/>
                  </a:lnTo>
                  <a:lnTo>
                    <a:pt x="8568182" y="4284091"/>
                  </a:lnTo>
                  <a:cubicBezTo>
                    <a:pt x="8568182" y="6650101"/>
                    <a:pt x="6650101" y="8568182"/>
                    <a:pt x="4284091" y="8568182"/>
                  </a:cubicBezTo>
                  <a:lnTo>
                    <a:pt x="4284091" y="8551290"/>
                  </a:lnTo>
                  <a:lnTo>
                    <a:pt x="4284091" y="8568182"/>
                  </a:lnTo>
                  <a:cubicBezTo>
                    <a:pt x="1918081" y="8568309"/>
                    <a:pt x="0" y="6650228"/>
                    <a:pt x="0" y="4284091"/>
                  </a:cubicBezTo>
                  <a:lnTo>
                    <a:pt x="16891" y="42840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0" y="4284091"/>
                  </a:lnTo>
                  <a:moveTo>
                    <a:pt x="33909" y="4284091"/>
                  </a:moveTo>
                  <a:cubicBezTo>
                    <a:pt x="33909" y="4293489"/>
                    <a:pt x="26289" y="4300982"/>
                    <a:pt x="17018" y="4300982"/>
                  </a:cubicBezTo>
                  <a:cubicBezTo>
                    <a:pt x="7747" y="4300982"/>
                    <a:pt x="0" y="4293489"/>
                    <a:pt x="0" y="4284091"/>
                  </a:cubicBezTo>
                  <a:cubicBezTo>
                    <a:pt x="0" y="4274693"/>
                    <a:pt x="7620" y="4267200"/>
                    <a:pt x="16891" y="4267200"/>
                  </a:cubicBezTo>
                  <a:cubicBezTo>
                    <a:pt x="26162" y="4267200"/>
                    <a:pt x="33782" y="4274820"/>
                    <a:pt x="33782" y="4284091"/>
                  </a:cubicBezTo>
                  <a:cubicBezTo>
                    <a:pt x="33909" y="6631432"/>
                    <a:pt x="1936750" y="8534400"/>
                    <a:pt x="4284091" y="8534400"/>
                  </a:cubicBezTo>
                  <a:cubicBezTo>
                    <a:pt x="6631432" y="8534400"/>
                    <a:pt x="8534400" y="6631432"/>
                    <a:pt x="8534400" y="4284091"/>
                  </a:cubicBezTo>
                  <a:cubicBezTo>
                    <a:pt x="8534400" y="1936750"/>
                    <a:pt x="6631432" y="33909"/>
                    <a:pt x="4284091" y="33909"/>
                  </a:cubicBezTo>
                  <a:lnTo>
                    <a:pt x="4284091" y="16891"/>
                  </a:lnTo>
                  <a:lnTo>
                    <a:pt x="4284091" y="33909"/>
                  </a:lnTo>
                  <a:cubicBezTo>
                    <a:pt x="1936750" y="33909"/>
                    <a:pt x="33909" y="1936750"/>
                    <a:pt x="33909" y="4284091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2697" y="-12697"/>
            <a:ext cx="354587" cy="10312403"/>
            <a:chOff x="0" y="0"/>
            <a:chExt cx="472783" cy="137498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43891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7269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3732890"/>
                  </a:lnTo>
                  <a:cubicBezTo>
                    <a:pt x="472694" y="13742290"/>
                    <a:pt x="465074" y="13749782"/>
                    <a:pt x="45580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455803" y="13716000"/>
                  </a:lnTo>
                  <a:lnTo>
                    <a:pt x="455803" y="13732890"/>
                  </a:lnTo>
                  <a:lnTo>
                    <a:pt x="438912" y="13732890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77824" y="996315"/>
            <a:ext cx="15544800" cy="156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8400" b="true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Tests Automatisés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77824" y="2560320"/>
            <a:ext cx="15544800" cy="1280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6400" b="true">
                <a:solidFill>
                  <a:srgbClr val="02809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avec Selenium WebDriver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77824" y="4122039"/>
            <a:ext cx="15544800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i="true">
                <a:solidFill>
                  <a:srgbClr val="A0B4C8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Application : </a:t>
            </a:r>
            <a:r>
              <a:rPr lang="ar-EG" sz="2799" i="true">
                <a:solidFill>
                  <a:srgbClr val="A0B4C8"/>
                </a:solidFill>
                <a:latin typeface="Calibri (MS) Italics"/>
                <a:ea typeface="Calibri (MS) Italics"/>
                <a:cs typeface="Calibri (MS) Italics"/>
                <a:sym typeface="Calibri (MS) Italics"/>
                <a:rtl val="true"/>
              </a:rPr>
              <a:t>أورينتيني</a:t>
            </a:r>
            <a:r>
              <a:rPr lang="en-US" sz="2799" i="true">
                <a:solidFill>
                  <a:srgbClr val="A0B4C8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(Orientini.com) — Orientation Tunisie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65127" y="5382263"/>
            <a:ext cx="6816557" cy="720347"/>
            <a:chOff x="0" y="0"/>
            <a:chExt cx="9088743" cy="96046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31262" y="16891"/>
              <a:ext cx="9026055" cy="926592"/>
            </a:xfrm>
            <a:custGeom>
              <a:avLst/>
              <a:gdLst/>
              <a:ahLst/>
              <a:cxnLst/>
              <a:rect r="r" b="b" t="t" l="l"/>
              <a:pathLst>
                <a:path h="926592" w="9026055">
                  <a:moveTo>
                    <a:pt x="0" y="121920"/>
                  </a:moveTo>
                  <a:cubicBezTo>
                    <a:pt x="0" y="54610"/>
                    <a:pt x="103894" y="0"/>
                    <a:pt x="232233" y="0"/>
                  </a:cubicBezTo>
                  <a:lnTo>
                    <a:pt x="8793822" y="0"/>
                  </a:lnTo>
                  <a:cubicBezTo>
                    <a:pt x="8922161" y="0"/>
                    <a:pt x="9026055" y="54610"/>
                    <a:pt x="9026055" y="121920"/>
                  </a:cubicBezTo>
                  <a:lnTo>
                    <a:pt x="9026055" y="804672"/>
                  </a:lnTo>
                  <a:cubicBezTo>
                    <a:pt x="9026055" y="871982"/>
                    <a:pt x="8922161" y="926592"/>
                    <a:pt x="8793822" y="926592"/>
                  </a:cubicBezTo>
                  <a:lnTo>
                    <a:pt x="232468" y="926592"/>
                  </a:lnTo>
                  <a:cubicBezTo>
                    <a:pt x="104129" y="926592"/>
                    <a:pt x="235" y="871982"/>
                    <a:pt x="235" y="804672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088782" cy="960374"/>
            </a:xfrm>
            <a:custGeom>
              <a:avLst/>
              <a:gdLst/>
              <a:ahLst/>
              <a:cxnLst/>
              <a:rect r="r" b="b" t="t" l="l"/>
              <a:pathLst>
                <a:path h="960374" w="9088782">
                  <a:moveTo>
                    <a:pt x="0" y="138811"/>
                  </a:moveTo>
                  <a:cubicBezTo>
                    <a:pt x="0" y="61722"/>
                    <a:pt x="118937" y="0"/>
                    <a:pt x="263730" y="0"/>
                  </a:cubicBezTo>
                  <a:lnTo>
                    <a:pt x="8825084" y="0"/>
                  </a:lnTo>
                  <a:lnTo>
                    <a:pt x="8825084" y="16891"/>
                  </a:lnTo>
                  <a:lnTo>
                    <a:pt x="8825084" y="0"/>
                  </a:lnTo>
                  <a:cubicBezTo>
                    <a:pt x="8969877" y="0"/>
                    <a:pt x="9088782" y="61722"/>
                    <a:pt x="9088782" y="138811"/>
                  </a:cubicBezTo>
                  <a:lnTo>
                    <a:pt x="9057552" y="138811"/>
                  </a:lnTo>
                  <a:lnTo>
                    <a:pt x="9088782" y="138811"/>
                  </a:lnTo>
                  <a:lnTo>
                    <a:pt x="9088782" y="821563"/>
                  </a:lnTo>
                  <a:lnTo>
                    <a:pt x="9057552" y="821563"/>
                  </a:lnTo>
                  <a:lnTo>
                    <a:pt x="9088782" y="821563"/>
                  </a:lnTo>
                  <a:cubicBezTo>
                    <a:pt x="9088782" y="898652"/>
                    <a:pt x="8969877" y="960374"/>
                    <a:pt x="8825084" y="960374"/>
                  </a:cubicBezTo>
                  <a:lnTo>
                    <a:pt x="8825084" y="943483"/>
                  </a:lnTo>
                  <a:lnTo>
                    <a:pt x="8825084" y="960374"/>
                  </a:lnTo>
                  <a:lnTo>
                    <a:pt x="263730" y="960374"/>
                  </a:lnTo>
                  <a:lnTo>
                    <a:pt x="263730" y="943483"/>
                  </a:lnTo>
                  <a:lnTo>
                    <a:pt x="263730" y="960374"/>
                  </a:lnTo>
                  <a:cubicBezTo>
                    <a:pt x="118937" y="960501"/>
                    <a:pt x="0" y="898779"/>
                    <a:pt x="0" y="821563"/>
                  </a:cubicBezTo>
                  <a:lnTo>
                    <a:pt x="0" y="138811"/>
                  </a:lnTo>
                  <a:lnTo>
                    <a:pt x="31262" y="138811"/>
                  </a:lnTo>
                  <a:lnTo>
                    <a:pt x="0" y="138811"/>
                  </a:lnTo>
                  <a:moveTo>
                    <a:pt x="62759" y="138811"/>
                  </a:moveTo>
                  <a:lnTo>
                    <a:pt x="62759" y="821563"/>
                  </a:lnTo>
                  <a:lnTo>
                    <a:pt x="31262" y="821563"/>
                  </a:lnTo>
                  <a:lnTo>
                    <a:pt x="62759" y="821563"/>
                  </a:lnTo>
                  <a:cubicBezTo>
                    <a:pt x="62759" y="879094"/>
                    <a:pt x="151845" y="926592"/>
                    <a:pt x="263730" y="926592"/>
                  </a:cubicBezTo>
                  <a:lnTo>
                    <a:pt x="8825084" y="926592"/>
                  </a:lnTo>
                  <a:cubicBezTo>
                    <a:pt x="8936969" y="926592"/>
                    <a:pt x="9026054" y="879094"/>
                    <a:pt x="9026054" y="821563"/>
                  </a:cubicBezTo>
                  <a:lnTo>
                    <a:pt x="9026054" y="138811"/>
                  </a:lnTo>
                  <a:cubicBezTo>
                    <a:pt x="9026054" y="81280"/>
                    <a:pt x="8936969" y="33782"/>
                    <a:pt x="8825084" y="33782"/>
                  </a:cubicBezTo>
                  <a:lnTo>
                    <a:pt x="263730" y="33782"/>
                  </a:lnTo>
                  <a:lnTo>
                    <a:pt x="263730" y="16891"/>
                  </a:lnTo>
                  <a:lnTo>
                    <a:pt x="263730" y="33909"/>
                  </a:lnTo>
                  <a:cubicBezTo>
                    <a:pt x="151845" y="33909"/>
                    <a:pt x="62759" y="81407"/>
                    <a:pt x="62759" y="138938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77824" y="5394960"/>
            <a:ext cx="6803860" cy="694944"/>
            <a:chOff x="0" y="0"/>
            <a:chExt cx="9071814" cy="9265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071814" cy="926592"/>
            </a:xfrm>
            <a:custGeom>
              <a:avLst/>
              <a:gdLst/>
              <a:ahLst/>
              <a:cxnLst/>
              <a:rect r="r" b="b" t="t" l="l"/>
              <a:pathLst>
                <a:path h="926592" w="9071814">
                  <a:moveTo>
                    <a:pt x="0" y="0"/>
                  </a:moveTo>
                  <a:lnTo>
                    <a:pt x="9071814" y="0"/>
                  </a:lnTo>
                  <a:lnTo>
                    <a:pt x="907181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552" r="46242" b="-5255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071814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Selenium 4.x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554267" y="5382263"/>
            <a:ext cx="7063943" cy="720347"/>
            <a:chOff x="0" y="0"/>
            <a:chExt cx="9418591" cy="96046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32397" y="16891"/>
              <a:ext cx="9353627" cy="926592"/>
            </a:xfrm>
            <a:custGeom>
              <a:avLst/>
              <a:gdLst/>
              <a:ahLst/>
              <a:cxnLst/>
              <a:rect r="r" b="b" t="t" l="l"/>
              <a:pathLst>
                <a:path h="926592" w="9353627">
                  <a:moveTo>
                    <a:pt x="0" y="121920"/>
                  </a:moveTo>
                  <a:cubicBezTo>
                    <a:pt x="0" y="54610"/>
                    <a:pt x="107664" y="0"/>
                    <a:pt x="240661" y="0"/>
                  </a:cubicBezTo>
                  <a:lnTo>
                    <a:pt x="9112966" y="0"/>
                  </a:lnTo>
                  <a:cubicBezTo>
                    <a:pt x="9245963" y="0"/>
                    <a:pt x="9353627" y="54610"/>
                    <a:pt x="9353627" y="121920"/>
                  </a:cubicBezTo>
                  <a:lnTo>
                    <a:pt x="9353627" y="804672"/>
                  </a:lnTo>
                  <a:cubicBezTo>
                    <a:pt x="9353627" y="871982"/>
                    <a:pt x="9245963" y="926592"/>
                    <a:pt x="9112966" y="926592"/>
                  </a:cubicBezTo>
                  <a:lnTo>
                    <a:pt x="240904" y="926592"/>
                  </a:lnTo>
                  <a:cubicBezTo>
                    <a:pt x="107907" y="926592"/>
                    <a:pt x="243" y="871982"/>
                    <a:pt x="243" y="804672"/>
                  </a:cubicBezTo>
                  <a:close/>
                </a:path>
              </a:pathLst>
            </a:custGeom>
            <a:solidFill>
              <a:srgbClr val="6C63FF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418629" cy="960374"/>
            </a:xfrm>
            <a:custGeom>
              <a:avLst/>
              <a:gdLst/>
              <a:ahLst/>
              <a:cxnLst/>
              <a:rect r="r" b="b" t="t" l="l"/>
              <a:pathLst>
                <a:path h="960374" w="9418629">
                  <a:moveTo>
                    <a:pt x="0" y="138811"/>
                  </a:moveTo>
                  <a:cubicBezTo>
                    <a:pt x="0" y="61722"/>
                    <a:pt x="123254" y="0"/>
                    <a:pt x="273301" y="0"/>
                  </a:cubicBezTo>
                  <a:lnTo>
                    <a:pt x="9145363" y="0"/>
                  </a:lnTo>
                  <a:lnTo>
                    <a:pt x="9145363" y="16891"/>
                  </a:lnTo>
                  <a:lnTo>
                    <a:pt x="9145363" y="0"/>
                  </a:lnTo>
                  <a:cubicBezTo>
                    <a:pt x="9295411" y="0"/>
                    <a:pt x="9418629" y="61722"/>
                    <a:pt x="9418629" y="138811"/>
                  </a:cubicBezTo>
                  <a:lnTo>
                    <a:pt x="9386268" y="138811"/>
                  </a:lnTo>
                  <a:lnTo>
                    <a:pt x="9418629" y="138811"/>
                  </a:lnTo>
                  <a:lnTo>
                    <a:pt x="9418629" y="821563"/>
                  </a:lnTo>
                  <a:lnTo>
                    <a:pt x="9386268" y="821563"/>
                  </a:lnTo>
                  <a:lnTo>
                    <a:pt x="9418629" y="821563"/>
                  </a:lnTo>
                  <a:cubicBezTo>
                    <a:pt x="9418629" y="898652"/>
                    <a:pt x="9295411" y="960374"/>
                    <a:pt x="9145363" y="960374"/>
                  </a:cubicBezTo>
                  <a:lnTo>
                    <a:pt x="9145363" y="943483"/>
                  </a:lnTo>
                  <a:lnTo>
                    <a:pt x="9145363" y="960374"/>
                  </a:lnTo>
                  <a:lnTo>
                    <a:pt x="273301" y="960374"/>
                  </a:lnTo>
                  <a:lnTo>
                    <a:pt x="273301" y="943483"/>
                  </a:lnTo>
                  <a:lnTo>
                    <a:pt x="273301" y="960374"/>
                  </a:lnTo>
                  <a:cubicBezTo>
                    <a:pt x="123254" y="960501"/>
                    <a:pt x="0" y="898779"/>
                    <a:pt x="0" y="821563"/>
                  </a:cubicBezTo>
                  <a:lnTo>
                    <a:pt x="0" y="138811"/>
                  </a:lnTo>
                  <a:lnTo>
                    <a:pt x="32397" y="138811"/>
                  </a:lnTo>
                  <a:lnTo>
                    <a:pt x="0" y="138811"/>
                  </a:lnTo>
                  <a:moveTo>
                    <a:pt x="65037" y="138811"/>
                  </a:moveTo>
                  <a:lnTo>
                    <a:pt x="65037" y="821563"/>
                  </a:lnTo>
                  <a:lnTo>
                    <a:pt x="32397" y="821563"/>
                  </a:lnTo>
                  <a:lnTo>
                    <a:pt x="65037" y="821563"/>
                  </a:lnTo>
                  <a:cubicBezTo>
                    <a:pt x="65037" y="879094"/>
                    <a:pt x="157355" y="926592"/>
                    <a:pt x="273301" y="926592"/>
                  </a:cubicBezTo>
                  <a:lnTo>
                    <a:pt x="9145363" y="926592"/>
                  </a:lnTo>
                  <a:cubicBezTo>
                    <a:pt x="9261309" y="926592"/>
                    <a:pt x="9353627" y="879094"/>
                    <a:pt x="9353627" y="821563"/>
                  </a:cubicBezTo>
                  <a:lnTo>
                    <a:pt x="9353627" y="138811"/>
                  </a:lnTo>
                  <a:cubicBezTo>
                    <a:pt x="9353627" y="81280"/>
                    <a:pt x="9261309" y="33782"/>
                    <a:pt x="9145363" y="33782"/>
                  </a:cubicBezTo>
                  <a:lnTo>
                    <a:pt x="273301" y="33782"/>
                  </a:lnTo>
                  <a:lnTo>
                    <a:pt x="273301" y="16891"/>
                  </a:lnTo>
                  <a:lnTo>
                    <a:pt x="273301" y="33909"/>
                  </a:lnTo>
                  <a:cubicBezTo>
                    <a:pt x="157355" y="33909"/>
                    <a:pt x="65037" y="81407"/>
                    <a:pt x="65037" y="138938"/>
                  </a:cubicBezTo>
                  <a:close/>
                </a:path>
              </a:pathLst>
            </a:custGeom>
            <a:solidFill>
              <a:srgbClr val="6C63F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554267" y="5394960"/>
            <a:ext cx="7051237" cy="694944"/>
            <a:chOff x="0" y="0"/>
            <a:chExt cx="9401649" cy="9265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401649" cy="926592"/>
            </a:xfrm>
            <a:custGeom>
              <a:avLst/>
              <a:gdLst/>
              <a:ahLst/>
              <a:cxnLst/>
              <a:rect r="r" b="b" t="t" l="l"/>
              <a:pathLst>
                <a:path h="926592" w="9401649">
                  <a:moveTo>
                    <a:pt x="0" y="0"/>
                  </a:moveTo>
                  <a:lnTo>
                    <a:pt x="9401649" y="0"/>
                  </a:lnTo>
                  <a:lnTo>
                    <a:pt x="9401649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552" r="48128" b="-5255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9401649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GenAI Assisted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71471" y="6668767"/>
            <a:ext cx="10071097" cy="2847337"/>
            <a:chOff x="0" y="0"/>
            <a:chExt cx="13428129" cy="379644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8509" y="8509"/>
              <a:ext cx="13411073" cy="3779520"/>
            </a:xfrm>
            <a:custGeom>
              <a:avLst/>
              <a:gdLst/>
              <a:ahLst/>
              <a:cxnLst/>
              <a:rect r="r" b="b" t="t" l="l"/>
              <a:pathLst>
                <a:path h="3779520" w="13411073">
                  <a:moveTo>
                    <a:pt x="0" y="243840"/>
                  </a:moveTo>
                  <a:cubicBezTo>
                    <a:pt x="0" y="109093"/>
                    <a:pt x="109474" y="0"/>
                    <a:pt x="244602" y="0"/>
                  </a:cubicBezTo>
                  <a:lnTo>
                    <a:pt x="13166471" y="0"/>
                  </a:lnTo>
                  <a:cubicBezTo>
                    <a:pt x="13301599" y="0"/>
                    <a:pt x="13411073" y="109220"/>
                    <a:pt x="13411073" y="243840"/>
                  </a:cubicBezTo>
                  <a:lnTo>
                    <a:pt x="13411073" y="3535680"/>
                  </a:lnTo>
                  <a:cubicBezTo>
                    <a:pt x="13411073" y="3670300"/>
                    <a:pt x="13301599" y="3779520"/>
                    <a:pt x="13166471" y="3779520"/>
                  </a:cubicBezTo>
                  <a:lnTo>
                    <a:pt x="244602" y="3779520"/>
                  </a:lnTo>
                  <a:cubicBezTo>
                    <a:pt x="109474" y="3779520"/>
                    <a:pt x="0" y="3670300"/>
                    <a:pt x="0" y="3535680"/>
                  </a:cubicBezTo>
                  <a:close/>
                </a:path>
              </a:pathLst>
            </a:custGeom>
            <a:solidFill>
              <a:srgbClr val="1C2B3A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428092" cy="3796538"/>
            </a:xfrm>
            <a:custGeom>
              <a:avLst/>
              <a:gdLst/>
              <a:ahLst/>
              <a:cxnLst/>
              <a:rect r="r" b="b" t="t" l="l"/>
              <a:pathLst>
                <a:path h="3796538" w="13428092">
                  <a:moveTo>
                    <a:pt x="0" y="252349"/>
                  </a:moveTo>
                  <a:cubicBezTo>
                    <a:pt x="0" y="112903"/>
                    <a:pt x="113284" y="0"/>
                    <a:pt x="253111" y="0"/>
                  </a:cubicBezTo>
                  <a:lnTo>
                    <a:pt x="13174980" y="0"/>
                  </a:lnTo>
                  <a:lnTo>
                    <a:pt x="13174980" y="8509"/>
                  </a:lnTo>
                  <a:lnTo>
                    <a:pt x="13174980" y="0"/>
                  </a:lnTo>
                  <a:cubicBezTo>
                    <a:pt x="13314680" y="0"/>
                    <a:pt x="13428092" y="112903"/>
                    <a:pt x="13428092" y="252349"/>
                  </a:cubicBezTo>
                  <a:lnTo>
                    <a:pt x="13419582" y="252349"/>
                  </a:lnTo>
                  <a:lnTo>
                    <a:pt x="13428092" y="252349"/>
                  </a:lnTo>
                  <a:lnTo>
                    <a:pt x="13428092" y="3544189"/>
                  </a:lnTo>
                  <a:lnTo>
                    <a:pt x="13419582" y="3544189"/>
                  </a:lnTo>
                  <a:lnTo>
                    <a:pt x="13428092" y="3544189"/>
                  </a:lnTo>
                  <a:cubicBezTo>
                    <a:pt x="13428092" y="3683508"/>
                    <a:pt x="13314807" y="3796538"/>
                    <a:pt x="13174980" y="3796538"/>
                  </a:cubicBezTo>
                  <a:lnTo>
                    <a:pt x="13174980" y="3788029"/>
                  </a:lnTo>
                  <a:lnTo>
                    <a:pt x="13174980" y="3796538"/>
                  </a:lnTo>
                  <a:lnTo>
                    <a:pt x="253111" y="3796538"/>
                  </a:lnTo>
                  <a:lnTo>
                    <a:pt x="253111" y="3788029"/>
                  </a:lnTo>
                  <a:lnTo>
                    <a:pt x="253111" y="3796538"/>
                  </a:lnTo>
                  <a:cubicBezTo>
                    <a:pt x="113411" y="3796538"/>
                    <a:pt x="0" y="3683635"/>
                    <a:pt x="0" y="3544189"/>
                  </a:cubicBezTo>
                  <a:lnTo>
                    <a:pt x="0" y="252349"/>
                  </a:lnTo>
                  <a:lnTo>
                    <a:pt x="8509" y="252349"/>
                  </a:lnTo>
                  <a:lnTo>
                    <a:pt x="0" y="252349"/>
                  </a:lnTo>
                  <a:moveTo>
                    <a:pt x="16891" y="252349"/>
                  </a:moveTo>
                  <a:lnTo>
                    <a:pt x="16891" y="3544189"/>
                  </a:lnTo>
                  <a:lnTo>
                    <a:pt x="8509" y="3544189"/>
                  </a:lnTo>
                  <a:lnTo>
                    <a:pt x="17018" y="3544189"/>
                  </a:lnTo>
                  <a:cubicBezTo>
                    <a:pt x="17018" y="3674110"/>
                    <a:pt x="122682" y="3779520"/>
                    <a:pt x="253238" y="3779520"/>
                  </a:cubicBezTo>
                  <a:lnTo>
                    <a:pt x="13174980" y="3779520"/>
                  </a:lnTo>
                  <a:cubicBezTo>
                    <a:pt x="13305410" y="3779520"/>
                    <a:pt x="13411200" y="3674110"/>
                    <a:pt x="13411200" y="3544189"/>
                  </a:cubicBezTo>
                  <a:lnTo>
                    <a:pt x="13411200" y="252349"/>
                  </a:lnTo>
                  <a:cubicBezTo>
                    <a:pt x="13411200" y="122428"/>
                    <a:pt x="13305537" y="17018"/>
                    <a:pt x="13174980" y="17018"/>
                  </a:cubicBezTo>
                  <a:lnTo>
                    <a:pt x="253111" y="17018"/>
                  </a:lnTo>
                  <a:lnTo>
                    <a:pt x="253111" y="8509"/>
                  </a:lnTo>
                  <a:lnTo>
                    <a:pt x="253111" y="17018"/>
                  </a:lnTo>
                  <a:cubicBezTo>
                    <a:pt x="122682" y="17018"/>
                    <a:pt x="16891" y="122428"/>
                    <a:pt x="16891" y="252349"/>
                  </a:cubicBezTo>
                  <a:close/>
                </a:path>
              </a:pathLst>
            </a:custGeom>
            <a:solidFill>
              <a:srgbClr val="CBD5E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65127" y="6662423"/>
            <a:ext cx="244859" cy="2860043"/>
            <a:chOff x="0" y="0"/>
            <a:chExt cx="326479" cy="381339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292608" cy="3779520"/>
            </a:xfrm>
            <a:custGeom>
              <a:avLst/>
              <a:gdLst/>
              <a:ahLst/>
              <a:cxnLst/>
              <a:rect r="r" b="b" t="t" l="l"/>
              <a:pathLst>
                <a:path h="3779520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3779520"/>
                  </a:lnTo>
                  <a:lnTo>
                    <a:pt x="0" y="3779520"/>
                  </a:lnTo>
                  <a:close/>
                </a:path>
              </a:pathLst>
            </a:custGeom>
            <a:solidFill>
              <a:srgbClr val="F4A623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26390" cy="3813302"/>
            </a:xfrm>
            <a:custGeom>
              <a:avLst/>
              <a:gdLst/>
              <a:ahLst/>
              <a:cxnLst/>
              <a:rect r="r" b="b" t="t" l="l"/>
              <a:pathLst>
                <a:path h="3813302" w="326390">
                  <a:moveTo>
                    <a:pt x="16891" y="0"/>
                  </a:moveTo>
                  <a:lnTo>
                    <a:pt x="309499" y="0"/>
                  </a:lnTo>
                  <a:cubicBezTo>
                    <a:pt x="318897" y="0"/>
                    <a:pt x="326390" y="7620"/>
                    <a:pt x="326390" y="16891"/>
                  </a:cubicBezTo>
                  <a:lnTo>
                    <a:pt x="326390" y="3796411"/>
                  </a:lnTo>
                  <a:cubicBezTo>
                    <a:pt x="326390" y="3805809"/>
                    <a:pt x="318770" y="3813302"/>
                    <a:pt x="309499" y="3813302"/>
                  </a:cubicBezTo>
                  <a:lnTo>
                    <a:pt x="16891" y="3813302"/>
                  </a:lnTo>
                  <a:cubicBezTo>
                    <a:pt x="7493" y="3813302"/>
                    <a:pt x="0" y="3805682"/>
                    <a:pt x="0" y="3796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796411"/>
                  </a:lnTo>
                  <a:lnTo>
                    <a:pt x="16891" y="3796411"/>
                  </a:lnTo>
                  <a:lnTo>
                    <a:pt x="16891" y="3779520"/>
                  </a:lnTo>
                  <a:lnTo>
                    <a:pt x="309499" y="3779520"/>
                  </a:lnTo>
                  <a:lnTo>
                    <a:pt x="309499" y="3796411"/>
                  </a:lnTo>
                  <a:lnTo>
                    <a:pt x="292608" y="3796411"/>
                  </a:lnTo>
                  <a:lnTo>
                    <a:pt x="292608" y="16891"/>
                  </a:lnTo>
                  <a:lnTo>
                    <a:pt x="309499" y="16891"/>
                  </a:lnTo>
                  <a:lnTo>
                    <a:pt x="3094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A623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316736" y="6755511"/>
            <a:ext cx="9326880" cy="68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F4A6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Équipe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16736" y="7404354"/>
            <a:ext cx="3084576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Mastouri Minyar</a:t>
            </a:r>
          </a:p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Megri Ranim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1515087" y="6668767"/>
            <a:ext cx="6230617" cy="2847337"/>
            <a:chOff x="0" y="0"/>
            <a:chExt cx="8307489" cy="379644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8382" y="8509"/>
              <a:ext cx="8290560" cy="3779520"/>
            </a:xfrm>
            <a:custGeom>
              <a:avLst/>
              <a:gdLst/>
              <a:ahLst/>
              <a:cxnLst/>
              <a:rect r="r" b="b" t="t" l="l"/>
              <a:pathLst>
                <a:path h="3779520" w="8290560">
                  <a:moveTo>
                    <a:pt x="127" y="243840"/>
                  </a:moveTo>
                  <a:cubicBezTo>
                    <a:pt x="127" y="109093"/>
                    <a:pt x="109474" y="0"/>
                    <a:pt x="244475" y="0"/>
                  </a:cubicBezTo>
                  <a:lnTo>
                    <a:pt x="8046085" y="0"/>
                  </a:lnTo>
                  <a:cubicBezTo>
                    <a:pt x="8181086" y="0"/>
                    <a:pt x="8290560" y="109220"/>
                    <a:pt x="8290560" y="243840"/>
                  </a:cubicBezTo>
                  <a:lnTo>
                    <a:pt x="8290560" y="3535680"/>
                  </a:lnTo>
                  <a:cubicBezTo>
                    <a:pt x="8290560" y="3670300"/>
                    <a:pt x="8181086" y="3779520"/>
                    <a:pt x="8046085" y="3779520"/>
                  </a:cubicBezTo>
                  <a:lnTo>
                    <a:pt x="244475" y="3779520"/>
                  </a:lnTo>
                  <a:cubicBezTo>
                    <a:pt x="109474" y="3779520"/>
                    <a:pt x="0" y="3670300"/>
                    <a:pt x="0" y="3535680"/>
                  </a:cubicBezTo>
                  <a:close/>
                </a:path>
              </a:pathLst>
            </a:custGeom>
            <a:solidFill>
              <a:srgbClr val="1C2B3A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307324" cy="3796538"/>
            </a:xfrm>
            <a:custGeom>
              <a:avLst/>
              <a:gdLst/>
              <a:ahLst/>
              <a:cxnLst/>
              <a:rect r="r" b="b" t="t" l="l"/>
              <a:pathLst>
                <a:path h="3796538" w="8307324">
                  <a:moveTo>
                    <a:pt x="0" y="252349"/>
                  </a:moveTo>
                  <a:cubicBezTo>
                    <a:pt x="0" y="112903"/>
                    <a:pt x="113284" y="0"/>
                    <a:pt x="252857" y="0"/>
                  </a:cubicBezTo>
                  <a:lnTo>
                    <a:pt x="8054467" y="0"/>
                  </a:lnTo>
                  <a:lnTo>
                    <a:pt x="8054467" y="8509"/>
                  </a:lnTo>
                  <a:lnTo>
                    <a:pt x="8054467" y="0"/>
                  </a:lnTo>
                  <a:cubicBezTo>
                    <a:pt x="8194167" y="0"/>
                    <a:pt x="8307324" y="112903"/>
                    <a:pt x="8307324" y="252349"/>
                  </a:cubicBezTo>
                  <a:lnTo>
                    <a:pt x="8298815" y="252349"/>
                  </a:lnTo>
                  <a:lnTo>
                    <a:pt x="8307324" y="252349"/>
                  </a:lnTo>
                  <a:lnTo>
                    <a:pt x="8307324" y="3544189"/>
                  </a:lnTo>
                  <a:lnTo>
                    <a:pt x="8298815" y="3544189"/>
                  </a:lnTo>
                  <a:lnTo>
                    <a:pt x="8307324" y="3544189"/>
                  </a:lnTo>
                  <a:cubicBezTo>
                    <a:pt x="8307324" y="3683508"/>
                    <a:pt x="8194040" y="3796538"/>
                    <a:pt x="8054467" y="3796538"/>
                  </a:cubicBezTo>
                  <a:lnTo>
                    <a:pt x="8054467" y="3788029"/>
                  </a:lnTo>
                  <a:lnTo>
                    <a:pt x="8054467" y="3796538"/>
                  </a:lnTo>
                  <a:lnTo>
                    <a:pt x="252857" y="3796538"/>
                  </a:lnTo>
                  <a:lnTo>
                    <a:pt x="252857" y="3788029"/>
                  </a:lnTo>
                  <a:lnTo>
                    <a:pt x="252857" y="3796538"/>
                  </a:lnTo>
                  <a:cubicBezTo>
                    <a:pt x="113157" y="3796538"/>
                    <a:pt x="0" y="3683635"/>
                    <a:pt x="0" y="3544189"/>
                  </a:cubicBezTo>
                  <a:lnTo>
                    <a:pt x="0" y="252349"/>
                  </a:lnTo>
                  <a:lnTo>
                    <a:pt x="8509" y="252349"/>
                  </a:lnTo>
                  <a:lnTo>
                    <a:pt x="0" y="252349"/>
                  </a:lnTo>
                  <a:moveTo>
                    <a:pt x="16891" y="252349"/>
                  </a:moveTo>
                  <a:lnTo>
                    <a:pt x="16891" y="3544189"/>
                  </a:lnTo>
                  <a:lnTo>
                    <a:pt x="8509" y="3544189"/>
                  </a:lnTo>
                  <a:lnTo>
                    <a:pt x="17018" y="3544189"/>
                  </a:lnTo>
                  <a:cubicBezTo>
                    <a:pt x="17018" y="3674110"/>
                    <a:pt x="122682" y="3779520"/>
                    <a:pt x="252984" y="3779520"/>
                  </a:cubicBezTo>
                  <a:lnTo>
                    <a:pt x="8054594" y="3779520"/>
                  </a:lnTo>
                  <a:cubicBezTo>
                    <a:pt x="8184896" y="3779520"/>
                    <a:pt x="8290560" y="3674110"/>
                    <a:pt x="8290560" y="3544189"/>
                  </a:cubicBezTo>
                  <a:lnTo>
                    <a:pt x="8290560" y="252349"/>
                  </a:lnTo>
                  <a:cubicBezTo>
                    <a:pt x="8290560" y="122428"/>
                    <a:pt x="8184896" y="17018"/>
                    <a:pt x="8054594" y="17018"/>
                  </a:cubicBezTo>
                  <a:lnTo>
                    <a:pt x="252857" y="17018"/>
                  </a:lnTo>
                  <a:lnTo>
                    <a:pt x="252857" y="8509"/>
                  </a:lnTo>
                  <a:lnTo>
                    <a:pt x="252857" y="17018"/>
                  </a:lnTo>
                  <a:cubicBezTo>
                    <a:pt x="122555" y="16891"/>
                    <a:pt x="16891" y="122301"/>
                    <a:pt x="16891" y="252349"/>
                  </a:cubicBezTo>
                  <a:close/>
                </a:path>
              </a:pathLst>
            </a:custGeom>
            <a:solidFill>
              <a:srgbClr val="CBD5E0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1508743" y="6662423"/>
            <a:ext cx="244859" cy="2860043"/>
            <a:chOff x="0" y="0"/>
            <a:chExt cx="326479" cy="381339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6891" y="16891"/>
              <a:ext cx="292608" cy="3779520"/>
            </a:xfrm>
            <a:custGeom>
              <a:avLst/>
              <a:gdLst/>
              <a:ahLst/>
              <a:cxnLst/>
              <a:rect r="r" b="b" t="t" l="l"/>
              <a:pathLst>
                <a:path h="3779520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3779520"/>
                  </a:lnTo>
                  <a:lnTo>
                    <a:pt x="0" y="3779520"/>
                  </a:ln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26390" cy="3813302"/>
            </a:xfrm>
            <a:custGeom>
              <a:avLst/>
              <a:gdLst/>
              <a:ahLst/>
              <a:cxnLst/>
              <a:rect r="r" b="b" t="t" l="l"/>
              <a:pathLst>
                <a:path h="3813302" w="326390">
                  <a:moveTo>
                    <a:pt x="16891" y="0"/>
                  </a:moveTo>
                  <a:lnTo>
                    <a:pt x="309499" y="0"/>
                  </a:lnTo>
                  <a:cubicBezTo>
                    <a:pt x="318897" y="0"/>
                    <a:pt x="326390" y="7620"/>
                    <a:pt x="326390" y="16891"/>
                  </a:cubicBezTo>
                  <a:lnTo>
                    <a:pt x="326390" y="3796411"/>
                  </a:lnTo>
                  <a:cubicBezTo>
                    <a:pt x="326390" y="3805809"/>
                    <a:pt x="318770" y="3813302"/>
                    <a:pt x="309499" y="3813302"/>
                  </a:cubicBezTo>
                  <a:lnTo>
                    <a:pt x="16891" y="3813302"/>
                  </a:lnTo>
                  <a:cubicBezTo>
                    <a:pt x="7493" y="3813302"/>
                    <a:pt x="0" y="3805682"/>
                    <a:pt x="0" y="3796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796411"/>
                  </a:lnTo>
                  <a:lnTo>
                    <a:pt x="16891" y="3796411"/>
                  </a:lnTo>
                  <a:lnTo>
                    <a:pt x="16891" y="3779520"/>
                  </a:lnTo>
                  <a:lnTo>
                    <a:pt x="309499" y="3779520"/>
                  </a:lnTo>
                  <a:lnTo>
                    <a:pt x="309499" y="3796411"/>
                  </a:lnTo>
                  <a:lnTo>
                    <a:pt x="292608" y="3796411"/>
                  </a:lnTo>
                  <a:lnTo>
                    <a:pt x="292608" y="16891"/>
                  </a:lnTo>
                  <a:lnTo>
                    <a:pt x="309499" y="16891"/>
                  </a:lnTo>
                  <a:lnTo>
                    <a:pt x="3094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1960352" y="6755511"/>
            <a:ext cx="5486400" cy="68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02809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Informations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960352" y="7423404"/>
            <a:ext cx="548640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0B4C8"/>
                </a:solidFill>
                <a:latin typeface="Calibri (MS)"/>
                <a:ea typeface="Calibri (MS)"/>
                <a:cs typeface="Calibri (MS)"/>
                <a:sym typeface="Calibri (MS)"/>
              </a:rPr>
              <a:t>27-Avril-2026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923776" y="8045196"/>
            <a:ext cx="54864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Projet CI1 — Génie Logiciel 2025-2026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315968" y="7416546"/>
            <a:ext cx="4462272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Hmida Bahaeddine</a:t>
            </a:r>
          </a:p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Zneidi Ayoub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071372" y="9801854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E5D8E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183387"/>
            <a:chOff x="0" y="0"/>
            <a:chExt cx="24417871" cy="29111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877312"/>
            </a:xfrm>
            <a:custGeom>
              <a:avLst/>
              <a:gdLst/>
              <a:ahLst/>
              <a:cxnLst/>
              <a:rect r="r" b="b" t="t" l="l"/>
              <a:pathLst>
                <a:path h="287731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877312"/>
                  </a:lnTo>
                  <a:lnTo>
                    <a:pt x="0" y="2877312"/>
                  </a:lnTo>
                  <a:close/>
                </a:path>
              </a:pathLst>
            </a:custGeom>
            <a:solidFill>
              <a:srgbClr val="1C2B3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911094"/>
            </a:xfrm>
            <a:custGeom>
              <a:avLst/>
              <a:gdLst/>
              <a:ahLst/>
              <a:cxnLst/>
              <a:rect r="r" b="b" t="t" l="l"/>
              <a:pathLst>
                <a:path h="291109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894203"/>
                  </a:lnTo>
                  <a:cubicBezTo>
                    <a:pt x="24417782" y="2903601"/>
                    <a:pt x="24410163" y="2911094"/>
                    <a:pt x="24400890" y="2911094"/>
                  </a:cubicBezTo>
                  <a:lnTo>
                    <a:pt x="16891" y="2911094"/>
                  </a:lnTo>
                  <a:cubicBezTo>
                    <a:pt x="7493" y="2911094"/>
                    <a:pt x="0" y="2903474"/>
                    <a:pt x="0" y="28942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94203"/>
                  </a:lnTo>
                  <a:lnTo>
                    <a:pt x="16891" y="2894203"/>
                  </a:lnTo>
                  <a:lnTo>
                    <a:pt x="16891" y="2877312"/>
                  </a:lnTo>
                  <a:lnTo>
                    <a:pt x="24400890" y="2877312"/>
                  </a:lnTo>
                  <a:lnTo>
                    <a:pt x="24400890" y="2894203"/>
                  </a:lnTo>
                  <a:lnTo>
                    <a:pt x="24384000" y="289420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B3A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731520" y="173355"/>
            <a:ext cx="16824960" cy="1143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200" b="true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Plan de la Présentation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31520" y="1278636"/>
            <a:ext cx="1682496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i="true">
                <a:solidFill>
                  <a:srgbClr val="02809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8 sections 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542287" y="2407663"/>
            <a:ext cx="8461753" cy="1658617"/>
            <a:chOff x="0" y="0"/>
            <a:chExt cx="11282337" cy="22114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8509" y="8509"/>
              <a:ext cx="11265408" cy="2194560"/>
            </a:xfrm>
            <a:custGeom>
              <a:avLst/>
              <a:gdLst/>
              <a:ahLst/>
              <a:cxnLst/>
              <a:rect r="r" b="b" t="t" l="l"/>
              <a:pathLst>
                <a:path h="2194560" w="11265408">
                  <a:moveTo>
                    <a:pt x="0" y="243840"/>
                  </a:moveTo>
                  <a:cubicBezTo>
                    <a:pt x="0" y="109093"/>
                    <a:pt x="109855" y="0"/>
                    <a:pt x="245364" y="0"/>
                  </a:cubicBezTo>
                  <a:lnTo>
                    <a:pt x="11020044" y="0"/>
                  </a:lnTo>
                  <a:cubicBezTo>
                    <a:pt x="11155553" y="0"/>
                    <a:pt x="11265408" y="109220"/>
                    <a:pt x="11265408" y="243840"/>
                  </a:cubicBezTo>
                  <a:lnTo>
                    <a:pt x="11265408" y="1950720"/>
                  </a:lnTo>
                  <a:cubicBezTo>
                    <a:pt x="11265408" y="2085340"/>
                    <a:pt x="11155553" y="2194560"/>
                    <a:pt x="11020044" y="2194560"/>
                  </a:cubicBezTo>
                  <a:lnTo>
                    <a:pt x="245364" y="2194560"/>
                  </a:lnTo>
                  <a:cubicBezTo>
                    <a:pt x="109855" y="2194560"/>
                    <a:pt x="0" y="2085340"/>
                    <a:pt x="0" y="19507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282426" cy="2211578"/>
            </a:xfrm>
            <a:custGeom>
              <a:avLst/>
              <a:gdLst/>
              <a:ahLst/>
              <a:cxnLst/>
              <a:rect r="r" b="b" t="t" l="l"/>
              <a:pathLst>
                <a:path h="2211578" w="11282426">
                  <a:moveTo>
                    <a:pt x="0" y="252349"/>
                  </a:moveTo>
                  <a:cubicBezTo>
                    <a:pt x="0" y="112903"/>
                    <a:pt x="113665" y="0"/>
                    <a:pt x="253873" y="0"/>
                  </a:cubicBezTo>
                  <a:lnTo>
                    <a:pt x="11028553" y="0"/>
                  </a:lnTo>
                  <a:lnTo>
                    <a:pt x="11028553" y="8509"/>
                  </a:lnTo>
                  <a:lnTo>
                    <a:pt x="11028553" y="0"/>
                  </a:lnTo>
                  <a:cubicBezTo>
                    <a:pt x="11168635" y="0"/>
                    <a:pt x="11282426" y="112903"/>
                    <a:pt x="11282426" y="252349"/>
                  </a:cubicBezTo>
                  <a:lnTo>
                    <a:pt x="11273917" y="252349"/>
                  </a:lnTo>
                  <a:lnTo>
                    <a:pt x="11282426" y="252349"/>
                  </a:lnTo>
                  <a:lnTo>
                    <a:pt x="11282426" y="1959229"/>
                  </a:lnTo>
                  <a:lnTo>
                    <a:pt x="11273917" y="1959229"/>
                  </a:lnTo>
                  <a:lnTo>
                    <a:pt x="11282426" y="1959229"/>
                  </a:lnTo>
                  <a:cubicBezTo>
                    <a:pt x="11282426" y="2098675"/>
                    <a:pt x="11168762" y="2211578"/>
                    <a:pt x="11028553" y="2211578"/>
                  </a:cubicBezTo>
                  <a:lnTo>
                    <a:pt x="11028553" y="2203069"/>
                  </a:lnTo>
                  <a:lnTo>
                    <a:pt x="11028553" y="2211578"/>
                  </a:lnTo>
                  <a:lnTo>
                    <a:pt x="253873" y="2211578"/>
                  </a:lnTo>
                  <a:lnTo>
                    <a:pt x="253873" y="2203069"/>
                  </a:lnTo>
                  <a:lnTo>
                    <a:pt x="253873" y="2211578"/>
                  </a:lnTo>
                  <a:cubicBezTo>
                    <a:pt x="113665" y="2211451"/>
                    <a:pt x="0" y="2098548"/>
                    <a:pt x="0" y="1959229"/>
                  </a:cubicBezTo>
                  <a:lnTo>
                    <a:pt x="0" y="252349"/>
                  </a:lnTo>
                  <a:lnTo>
                    <a:pt x="8509" y="252349"/>
                  </a:lnTo>
                  <a:lnTo>
                    <a:pt x="0" y="252349"/>
                  </a:lnTo>
                  <a:moveTo>
                    <a:pt x="16891" y="252349"/>
                  </a:moveTo>
                  <a:lnTo>
                    <a:pt x="16891" y="1959229"/>
                  </a:lnTo>
                  <a:lnTo>
                    <a:pt x="8509" y="1959229"/>
                  </a:lnTo>
                  <a:lnTo>
                    <a:pt x="17018" y="1959229"/>
                  </a:lnTo>
                  <a:cubicBezTo>
                    <a:pt x="17018" y="2089150"/>
                    <a:pt x="123063" y="2194560"/>
                    <a:pt x="253873" y="2194560"/>
                  </a:cubicBezTo>
                  <a:lnTo>
                    <a:pt x="11028553" y="2194560"/>
                  </a:lnTo>
                  <a:cubicBezTo>
                    <a:pt x="11159490" y="2194560"/>
                    <a:pt x="11265408" y="2089150"/>
                    <a:pt x="11265408" y="1959229"/>
                  </a:cubicBezTo>
                  <a:lnTo>
                    <a:pt x="11265408" y="252349"/>
                  </a:lnTo>
                  <a:cubicBezTo>
                    <a:pt x="11265408" y="122428"/>
                    <a:pt x="11159363" y="17018"/>
                    <a:pt x="11028553" y="17018"/>
                  </a:cubicBezTo>
                  <a:lnTo>
                    <a:pt x="253873" y="17018"/>
                  </a:lnTo>
                  <a:lnTo>
                    <a:pt x="253873" y="8509"/>
                  </a:lnTo>
                  <a:lnTo>
                    <a:pt x="253873" y="17018"/>
                  </a:lnTo>
                  <a:cubicBezTo>
                    <a:pt x="122936" y="16891"/>
                    <a:pt x="16891" y="122301"/>
                    <a:pt x="16891" y="252349"/>
                  </a:cubicBezTo>
                  <a:close/>
                </a:path>
              </a:pathLst>
            </a:custGeom>
            <a:solidFill>
              <a:srgbClr val="CBD5E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35943" y="2401319"/>
            <a:ext cx="1049531" cy="1671323"/>
            <a:chOff x="0" y="0"/>
            <a:chExt cx="1399375" cy="222843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6891" y="16891"/>
              <a:ext cx="1365504" cy="2194560"/>
            </a:xfrm>
            <a:custGeom>
              <a:avLst/>
              <a:gdLst/>
              <a:ahLst/>
              <a:cxnLst/>
              <a:rect r="r" b="b" t="t" l="l"/>
              <a:pathLst>
                <a:path h="2194560" w="1365504">
                  <a:moveTo>
                    <a:pt x="0" y="0"/>
                  </a:moveTo>
                  <a:lnTo>
                    <a:pt x="1365504" y="0"/>
                  </a:lnTo>
                  <a:lnTo>
                    <a:pt x="1365504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99286" cy="2228342"/>
            </a:xfrm>
            <a:custGeom>
              <a:avLst/>
              <a:gdLst/>
              <a:ahLst/>
              <a:cxnLst/>
              <a:rect r="r" b="b" t="t" l="l"/>
              <a:pathLst>
                <a:path h="2228342" w="1399286">
                  <a:moveTo>
                    <a:pt x="16891" y="0"/>
                  </a:moveTo>
                  <a:lnTo>
                    <a:pt x="1382395" y="0"/>
                  </a:lnTo>
                  <a:cubicBezTo>
                    <a:pt x="1391793" y="0"/>
                    <a:pt x="1399286" y="7620"/>
                    <a:pt x="1399286" y="16891"/>
                  </a:cubicBezTo>
                  <a:lnTo>
                    <a:pt x="1399286" y="2211451"/>
                  </a:lnTo>
                  <a:cubicBezTo>
                    <a:pt x="1399286" y="2220849"/>
                    <a:pt x="1391666" y="2228342"/>
                    <a:pt x="1382395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1382395" y="2194560"/>
                  </a:lnTo>
                  <a:lnTo>
                    <a:pt x="1382395" y="2211451"/>
                  </a:lnTo>
                  <a:lnTo>
                    <a:pt x="1365504" y="2211451"/>
                  </a:lnTo>
                  <a:lnTo>
                    <a:pt x="1365504" y="16891"/>
                  </a:lnTo>
                  <a:lnTo>
                    <a:pt x="1382395" y="16891"/>
                  </a:lnTo>
                  <a:lnTo>
                    <a:pt x="13823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548640" y="2669286"/>
            <a:ext cx="1024128" cy="111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 b="true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01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92224" y="2550795"/>
            <a:ext cx="7040880" cy="704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1C2B3A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Présentation de l'Application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92224" y="3280791"/>
            <a:ext cx="7040880" cy="632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true">
                <a:solidFill>
                  <a:srgbClr val="71809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Description &amp; fonctionnalités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411967" y="2407663"/>
            <a:ext cx="8461753" cy="1658617"/>
            <a:chOff x="0" y="0"/>
            <a:chExt cx="11282337" cy="221148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8509" y="8509"/>
              <a:ext cx="11265408" cy="2194560"/>
            </a:xfrm>
            <a:custGeom>
              <a:avLst/>
              <a:gdLst/>
              <a:ahLst/>
              <a:cxnLst/>
              <a:rect r="r" b="b" t="t" l="l"/>
              <a:pathLst>
                <a:path h="2194560" w="11265408">
                  <a:moveTo>
                    <a:pt x="0" y="243840"/>
                  </a:moveTo>
                  <a:cubicBezTo>
                    <a:pt x="0" y="109093"/>
                    <a:pt x="109855" y="0"/>
                    <a:pt x="245364" y="0"/>
                  </a:cubicBezTo>
                  <a:lnTo>
                    <a:pt x="11020044" y="0"/>
                  </a:lnTo>
                  <a:cubicBezTo>
                    <a:pt x="11155553" y="0"/>
                    <a:pt x="11265408" y="109220"/>
                    <a:pt x="11265408" y="243840"/>
                  </a:cubicBezTo>
                  <a:lnTo>
                    <a:pt x="11265408" y="1950720"/>
                  </a:lnTo>
                  <a:cubicBezTo>
                    <a:pt x="11265408" y="2085340"/>
                    <a:pt x="11155553" y="2194560"/>
                    <a:pt x="11020044" y="2194560"/>
                  </a:cubicBezTo>
                  <a:lnTo>
                    <a:pt x="245364" y="2194560"/>
                  </a:lnTo>
                  <a:cubicBezTo>
                    <a:pt x="109855" y="2194560"/>
                    <a:pt x="0" y="2085340"/>
                    <a:pt x="0" y="19507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282426" cy="2211578"/>
            </a:xfrm>
            <a:custGeom>
              <a:avLst/>
              <a:gdLst/>
              <a:ahLst/>
              <a:cxnLst/>
              <a:rect r="r" b="b" t="t" l="l"/>
              <a:pathLst>
                <a:path h="2211578" w="11282426">
                  <a:moveTo>
                    <a:pt x="0" y="252349"/>
                  </a:moveTo>
                  <a:cubicBezTo>
                    <a:pt x="0" y="112903"/>
                    <a:pt x="113665" y="0"/>
                    <a:pt x="253873" y="0"/>
                  </a:cubicBezTo>
                  <a:lnTo>
                    <a:pt x="11028553" y="0"/>
                  </a:lnTo>
                  <a:lnTo>
                    <a:pt x="11028553" y="8509"/>
                  </a:lnTo>
                  <a:lnTo>
                    <a:pt x="11028553" y="0"/>
                  </a:lnTo>
                  <a:cubicBezTo>
                    <a:pt x="11168635" y="0"/>
                    <a:pt x="11282426" y="112903"/>
                    <a:pt x="11282426" y="252349"/>
                  </a:cubicBezTo>
                  <a:lnTo>
                    <a:pt x="11273917" y="252349"/>
                  </a:lnTo>
                  <a:lnTo>
                    <a:pt x="11282426" y="252349"/>
                  </a:lnTo>
                  <a:lnTo>
                    <a:pt x="11282426" y="1959229"/>
                  </a:lnTo>
                  <a:lnTo>
                    <a:pt x="11273917" y="1959229"/>
                  </a:lnTo>
                  <a:lnTo>
                    <a:pt x="11282426" y="1959229"/>
                  </a:lnTo>
                  <a:cubicBezTo>
                    <a:pt x="11282426" y="2098675"/>
                    <a:pt x="11168762" y="2211578"/>
                    <a:pt x="11028553" y="2211578"/>
                  </a:cubicBezTo>
                  <a:lnTo>
                    <a:pt x="11028553" y="2203069"/>
                  </a:lnTo>
                  <a:lnTo>
                    <a:pt x="11028553" y="2211578"/>
                  </a:lnTo>
                  <a:lnTo>
                    <a:pt x="253873" y="2211578"/>
                  </a:lnTo>
                  <a:lnTo>
                    <a:pt x="253873" y="2203069"/>
                  </a:lnTo>
                  <a:lnTo>
                    <a:pt x="253873" y="2211578"/>
                  </a:lnTo>
                  <a:cubicBezTo>
                    <a:pt x="113665" y="2211451"/>
                    <a:pt x="0" y="2098548"/>
                    <a:pt x="0" y="1959229"/>
                  </a:cubicBezTo>
                  <a:lnTo>
                    <a:pt x="0" y="252349"/>
                  </a:lnTo>
                  <a:lnTo>
                    <a:pt x="8509" y="252349"/>
                  </a:lnTo>
                  <a:lnTo>
                    <a:pt x="0" y="252349"/>
                  </a:lnTo>
                  <a:moveTo>
                    <a:pt x="16891" y="252349"/>
                  </a:moveTo>
                  <a:lnTo>
                    <a:pt x="16891" y="1959229"/>
                  </a:lnTo>
                  <a:lnTo>
                    <a:pt x="8509" y="1959229"/>
                  </a:lnTo>
                  <a:lnTo>
                    <a:pt x="17018" y="1959229"/>
                  </a:lnTo>
                  <a:cubicBezTo>
                    <a:pt x="17018" y="2089150"/>
                    <a:pt x="123063" y="2194560"/>
                    <a:pt x="253873" y="2194560"/>
                  </a:cubicBezTo>
                  <a:lnTo>
                    <a:pt x="11028553" y="2194560"/>
                  </a:lnTo>
                  <a:cubicBezTo>
                    <a:pt x="11159490" y="2194560"/>
                    <a:pt x="11265408" y="2089150"/>
                    <a:pt x="11265408" y="1959229"/>
                  </a:cubicBezTo>
                  <a:lnTo>
                    <a:pt x="11265408" y="252349"/>
                  </a:lnTo>
                  <a:cubicBezTo>
                    <a:pt x="11265408" y="122428"/>
                    <a:pt x="11159363" y="17018"/>
                    <a:pt x="11028553" y="17018"/>
                  </a:cubicBezTo>
                  <a:lnTo>
                    <a:pt x="253873" y="17018"/>
                  </a:lnTo>
                  <a:lnTo>
                    <a:pt x="253873" y="8509"/>
                  </a:lnTo>
                  <a:lnTo>
                    <a:pt x="253873" y="17018"/>
                  </a:lnTo>
                  <a:cubicBezTo>
                    <a:pt x="122936" y="16891"/>
                    <a:pt x="16891" y="122301"/>
                    <a:pt x="16891" y="252349"/>
                  </a:cubicBezTo>
                  <a:close/>
                </a:path>
              </a:pathLst>
            </a:custGeom>
            <a:solidFill>
              <a:srgbClr val="CBD5E0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405623" y="2401319"/>
            <a:ext cx="1049531" cy="1671323"/>
            <a:chOff x="0" y="0"/>
            <a:chExt cx="1399375" cy="222843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6891" y="16891"/>
              <a:ext cx="1365504" cy="2194560"/>
            </a:xfrm>
            <a:custGeom>
              <a:avLst/>
              <a:gdLst/>
              <a:ahLst/>
              <a:cxnLst/>
              <a:rect r="r" b="b" t="t" l="l"/>
              <a:pathLst>
                <a:path h="2194560" w="1365504">
                  <a:moveTo>
                    <a:pt x="0" y="0"/>
                  </a:moveTo>
                  <a:lnTo>
                    <a:pt x="1365504" y="0"/>
                  </a:lnTo>
                  <a:lnTo>
                    <a:pt x="1365504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2E5D8E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99286" cy="2228342"/>
            </a:xfrm>
            <a:custGeom>
              <a:avLst/>
              <a:gdLst/>
              <a:ahLst/>
              <a:cxnLst/>
              <a:rect r="r" b="b" t="t" l="l"/>
              <a:pathLst>
                <a:path h="2228342" w="1399286">
                  <a:moveTo>
                    <a:pt x="16891" y="0"/>
                  </a:moveTo>
                  <a:lnTo>
                    <a:pt x="1382395" y="0"/>
                  </a:lnTo>
                  <a:cubicBezTo>
                    <a:pt x="1391793" y="0"/>
                    <a:pt x="1399286" y="7620"/>
                    <a:pt x="1399286" y="16891"/>
                  </a:cubicBezTo>
                  <a:lnTo>
                    <a:pt x="1399286" y="2211451"/>
                  </a:lnTo>
                  <a:cubicBezTo>
                    <a:pt x="1399286" y="2220849"/>
                    <a:pt x="1391666" y="2228342"/>
                    <a:pt x="1382395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1382395" y="2194560"/>
                  </a:lnTo>
                  <a:lnTo>
                    <a:pt x="1382395" y="2211451"/>
                  </a:lnTo>
                  <a:lnTo>
                    <a:pt x="1365504" y="2211451"/>
                  </a:lnTo>
                  <a:lnTo>
                    <a:pt x="1365504" y="16891"/>
                  </a:lnTo>
                  <a:lnTo>
                    <a:pt x="1382395" y="16891"/>
                  </a:lnTo>
                  <a:lnTo>
                    <a:pt x="13823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5D8E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9418320" y="2669286"/>
            <a:ext cx="1024128" cy="111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 b="true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02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661904" y="2550795"/>
            <a:ext cx="7040880" cy="704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1C2B3A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Architecture des Tests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661904" y="3280791"/>
            <a:ext cx="704088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true">
                <a:solidFill>
                  <a:srgbClr val="71809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Selenium 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542287" y="4273039"/>
            <a:ext cx="8461753" cy="1658617"/>
            <a:chOff x="0" y="0"/>
            <a:chExt cx="11282337" cy="221148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8509" y="8509"/>
              <a:ext cx="11265408" cy="2194560"/>
            </a:xfrm>
            <a:custGeom>
              <a:avLst/>
              <a:gdLst/>
              <a:ahLst/>
              <a:cxnLst/>
              <a:rect r="r" b="b" t="t" l="l"/>
              <a:pathLst>
                <a:path h="2194560" w="11265408">
                  <a:moveTo>
                    <a:pt x="0" y="243840"/>
                  </a:moveTo>
                  <a:cubicBezTo>
                    <a:pt x="0" y="109093"/>
                    <a:pt x="109855" y="0"/>
                    <a:pt x="245364" y="0"/>
                  </a:cubicBezTo>
                  <a:lnTo>
                    <a:pt x="11020044" y="0"/>
                  </a:lnTo>
                  <a:cubicBezTo>
                    <a:pt x="11155553" y="0"/>
                    <a:pt x="11265408" y="109220"/>
                    <a:pt x="11265408" y="243840"/>
                  </a:cubicBezTo>
                  <a:lnTo>
                    <a:pt x="11265408" y="1950720"/>
                  </a:lnTo>
                  <a:cubicBezTo>
                    <a:pt x="11265408" y="2085340"/>
                    <a:pt x="11155553" y="2194560"/>
                    <a:pt x="11020044" y="2194560"/>
                  </a:cubicBezTo>
                  <a:lnTo>
                    <a:pt x="245364" y="2194560"/>
                  </a:lnTo>
                  <a:cubicBezTo>
                    <a:pt x="109855" y="2194560"/>
                    <a:pt x="0" y="2085340"/>
                    <a:pt x="0" y="19507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282426" cy="2211578"/>
            </a:xfrm>
            <a:custGeom>
              <a:avLst/>
              <a:gdLst/>
              <a:ahLst/>
              <a:cxnLst/>
              <a:rect r="r" b="b" t="t" l="l"/>
              <a:pathLst>
                <a:path h="2211578" w="11282426">
                  <a:moveTo>
                    <a:pt x="0" y="252349"/>
                  </a:moveTo>
                  <a:cubicBezTo>
                    <a:pt x="0" y="112903"/>
                    <a:pt x="113665" y="0"/>
                    <a:pt x="253873" y="0"/>
                  </a:cubicBezTo>
                  <a:lnTo>
                    <a:pt x="11028553" y="0"/>
                  </a:lnTo>
                  <a:lnTo>
                    <a:pt x="11028553" y="8509"/>
                  </a:lnTo>
                  <a:lnTo>
                    <a:pt x="11028553" y="0"/>
                  </a:lnTo>
                  <a:cubicBezTo>
                    <a:pt x="11168635" y="0"/>
                    <a:pt x="11282426" y="112903"/>
                    <a:pt x="11282426" y="252349"/>
                  </a:cubicBezTo>
                  <a:lnTo>
                    <a:pt x="11273917" y="252349"/>
                  </a:lnTo>
                  <a:lnTo>
                    <a:pt x="11282426" y="252349"/>
                  </a:lnTo>
                  <a:lnTo>
                    <a:pt x="11282426" y="1959229"/>
                  </a:lnTo>
                  <a:lnTo>
                    <a:pt x="11273917" y="1959229"/>
                  </a:lnTo>
                  <a:lnTo>
                    <a:pt x="11282426" y="1959229"/>
                  </a:lnTo>
                  <a:cubicBezTo>
                    <a:pt x="11282426" y="2098675"/>
                    <a:pt x="11168762" y="2211578"/>
                    <a:pt x="11028553" y="2211578"/>
                  </a:cubicBezTo>
                  <a:lnTo>
                    <a:pt x="11028553" y="2203069"/>
                  </a:lnTo>
                  <a:lnTo>
                    <a:pt x="11028553" y="2211578"/>
                  </a:lnTo>
                  <a:lnTo>
                    <a:pt x="253873" y="2211578"/>
                  </a:lnTo>
                  <a:lnTo>
                    <a:pt x="253873" y="2203069"/>
                  </a:lnTo>
                  <a:lnTo>
                    <a:pt x="253873" y="2211578"/>
                  </a:lnTo>
                  <a:cubicBezTo>
                    <a:pt x="113665" y="2211451"/>
                    <a:pt x="0" y="2098548"/>
                    <a:pt x="0" y="1959229"/>
                  </a:cubicBezTo>
                  <a:lnTo>
                    <a:pt x="0" y="252349"/>
                  </a:lnTo>
                  <a:lnTo>
                    <a:pt x="8509" y="252349"/>
                  </a:lnTo>
                  <a:lnTo>
                    <a:pt x="0" y="252349"/>
                  </a:lnTo>
                  <a:moveTo>
                    <a:pt x="16891" y="252349"/>
                  </a:moveTo>
                  <a:lnTo>
                    <a:pt x="16891" y="1959229"/>
                  </a:lnTo>
                  <a:lnTo>
                    <a:pt x="8509" y="1959229"/>
                  </a:lnTo>
                  <a:lnTo>
                    <a:pt x="17018" y="1959229"/>
                  </a:lnTo>
                  <a:cubicBezTo>
                    <a:pt x="17018" y="2089150"/>
                    <a:pt x="123063" y="2194560"/>
                    <a:pt x="253873" y="2194560"/>
                  </a:cubicBezTo>
                  <a:lnTo>
                    <a:pt x="11028553" y="2194560"/>
                  </a:lnTo>
                  <a:cubicBezTo>
                    <a:pt x="11159490" y="2194560"/>
                    <a:pt x="11265408" y="2089150"/>
                    <a:pt x="11265408" y="1959229"/>
                  </a:cubicBezTo>
                  <a:lnTo>
                    <a:pt x="11265408" y="252349"/>
                  </a:lnTo>
                  <a:cubicBezTo>
                    <a:pt x="11265408" y="122428"/>
                    <a:pt x="11159363" y="17018"/>
                    <a:pt x="11028553" y="17018"/>
                  </a:cubicBezTo>
                  <a:lnTo>
                    <a:pt x="253873" y="17018"/>
                  </a:lnTo>
                  <a:lnTo>
                    <a:pt x="253873" y="8509"/>
                  </a:lnTo>
                  <a:lnTo>
                    <a:pt x="253873" y="17018"/>
                  </a:lnTo>
                  <a:cubicBezTo>
                    <a:pt x="122936" y="16891"/>
                    <a:pt x="16891" y="122301"/>
                    <a:pt x="16891" y="252349"/>
                  </a:cubicBezTo>
                  <a:close/>
                </a:path>
              </a:pathLst>
            </a:custGeom>
            <a:solidFill>
              <a:srgbClr val="CBD5E0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535943" y="4266695"/>
            <a:ext cx="1049531" cy="1671323"/>
            <a:chOff x="0" y="0"/>
            <a:chExt cx="1399375" cy="222843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6891" y="16891"/>
              <a:ext cx="1365504" cy="2194560"/>
            </a:xfrm>
            <a:custGeom>
              <a:avLst/>
              <a:gdLst/>
              <a:ahLst/>
              <a:cxnLst/>
              <a:rect r="r" b="b" t="t" l="l"/>
              <a:pathLst>
                <a:path h="2194560" w="1365504">
                  <a:moveTo>
                    <a:pt x="0" y="0"/>
                  </a:moveTo>
                  <a:lnTo>
                    <a:pt x="1365504" y="0"/>
                  </a:lnTo>
                  <a:lnTo>
                    <a:pt x="1365504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2C39A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399286" cy="2228342"/>
            </a:xfrm>
            <a:custGeom>
              <a:avLst/>
              <a:gdLst/>
              <a:ahLst/>
              <a:cxnLst/>
              <a:rect r="r" b="b" t="t" l="l"/>
              <a:pathLst>
                <a:path h="2228342" w="1399286">
                  <a:moveTo>
                    <a:pt x="16891" y="0"/>
                  </a:moveTo>
                  <a:lnTo>
                    <a:pt x="1382395" y="0"/>
                  </a:lnTo>
                  <a:cubicBezTo>
                    <a:pt x="1391793" y="0"/>
                    <a:pt x="1399286" y="7620"/>
                    <a:pt x="1399286" y="16891"/>
                  </a:cubicBezTo>
                  <a:lnTo>
                    <a:pt x="1399286" y="2211451"/>
                  </a:lnTo>
                  <a:cubicBezTo>
                    <a:pt x="1399286" y="2220849"/>
                    <a:pt x="1391666" y="2228342"/>
                    <a:pt x="1382395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1382395" y="2194560"/>
                  </a:lnTo>
                  <a:lnTo>
                    <a:pt x="1382395" y="2211451"/>
                  </a:lnTo>
                  <a:lnTo>
                    <a:pt x="1365504" y="2211451"/>
                  </a:lnTo>
                  <a:lnTo>
                    <a:pt x="1365504" y="16891"/>
                  </a:lnTo>
                  <a:lnTo>
                    <a:pt x="1382395" y="16891"/>
                  </a:lnTo>
                  <a:lnTo>
                    <a:pt x="13823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C39A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548640" y="4534662"/>
            <a:ext cx="1024128" cy="111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 b="true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03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792224" y="4416171"/>
            <a:ext cx="7040880" cy="704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1C2B3A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Exécution des Tests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792224" y="5146167"/>
            <a:ext cx="7040880" cy="632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true">
                <a:solidFill>
                  <a:srgbClr val="71809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Cas de test &amp; résultats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411967" y="4273039"/>
            <a:ext cx="8461753" cy="1658617"/>
            <a:chOff x="0" y="0"/>
            <a:chExt cx="11282337" cy="221148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8509" y="8509"/>
              <a:ext cx="11265408" cy="2194560"/>
            </a:xfrm>
            <a:custGeom>
              <a:avLst/>
              <a:gdLst/>
              <a:ahLst/>
              <a:cxnLst/>
              <a:rect r="r" b="b" t="t" l="l"/>
              <a:pathLst>
                <a:path h="2194560" w="11265408">
                  <a:moveTo>
                    <a:pt x="0" y="243840"/>
                  </a:moveTo>
                  <a:cubicBezTo>
                    <a:pt x="0" y="109093"/>
                    <a:pt x="109855" y="0"/>
                    <a:pt x="245364" y="0"/>
                  </a:cubicBezTo>
                  <a:lnTo>
                    <a:pt x="11020044" y="0"/>
                  </a:lnTo>
                  <a:cubicBezTo>
                    <a:pt x="11155553" y="0"/>
                    <a:pt x="11265408" y="109220"/>
                    <a:pt x="11265408" y="243840"/>
                  </a:cubicBezTo>
                  <a:lnTo>
                    <a:pt x="11265408" y="1950720"/>
                  </a:lnTo>
                  <a:cubicBezTo>
                    <a:pt x="11265408" y="2085340"/>
                    <a:pt x="11155553" y="2194560"/>
                    <a:pt x="11020044" y="2194560"/>
                  </a:cubicBezTo>
                  <a:lnTo>
                    <a:pt x="245364" y="2194560"/>
                  </a:lnTo>
                  <a:cubicBezTo>
                    <a:pt x="109855" y="2194560"/>
                    <a:pt x="0" y="2085340"/>
                    <a:pt x="0" y="19507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1282426" cy="2211578"/>
            </a:xfrm>
            <a:custGeom>
              <a:avLst/>
              <a:gdLst/>
              <a:ahLst/>
              <a:cxnLst/>
              <a:rect r="r" b="b" t="t" l="l"/>
              <a:pathLst>
                <a:path h="2211578" w="11282426">
                  <a:moveTo>
                    <a:pt x="0" y="252349"/>
                  </a:moveTo>
                  <a:cubicBezTo>
                    <a:pt x="0" y="112903"/>
                    <a:pt x="113665" y="0"/>
                    <a:pt x="253873" y="0"/>
                  </a:cubicBezTo>
                  <a:lnTo>
                    <a:pt x="11028553" y="0"/>
                  </a:lnTo>
                  <a:lnTo>
                    <a:pt x="11028553" y="8509"/>
                  </a:lnTo>
                  <a:lnTo>
                    <a:pt x="11028553" y="0"/>
                  </a:lnTo>
                  <a:cubicBezTo>
                    <a:pt x="11168635" y="0"/>
                    <a:pt x="11282426" y="112903"/>
                    <a:pt x="11282426" y="252349"/>
                  </a:cubicBezTo>
                  <a:lnTo>
                    <a:pt x="11273917" y="252349"/>
                  </a:lnTo>
                  <a:lnTo>
                    <a:pt x="11282426" y="252349"/>
                  </a:lnTo>
                  <a:lnTo>
                    <a:pt x="11282426" y="1959229"/>
                  </a:lnTo>
                  <a:lnTo>
                    <a:pt x="11273917" y="1959229"/>
                  </a:lnTo>
                  <a:lnTo>
                    <a:pt x="11282426" y="1959229"/>
                  </a:lnTo>
                  <a:cubicBezTo>
                    <a:pt x="11282426" y="2098675"/>
                    <a:pt x="11168762" y="2211578"/>
                    <a:pt x="11028553" y="2211578"/>
                  </a:cubicBezTo>
                  <a:lnTo>
                    <a:pt x="11028553" y="2203069"/>
                  </a:lnTo>
                  <a:lnTo>
                    <a:pt x="11028553" y="2211578"/>
                  </a:lnTo>
                  <a:lnTo>
                    <a:pt x="253873" y="2211578"/>
                  </a:lnTo>
                  <a:lnTo>
                    <a:pt x="253873" y="2203069"/>
                  </a:lnTo>
                  <a:lnTo>
                    <a:pt x="253873" y="2211578"/>
                  </a:lnTo>
                  <a:cubicBezTo>
                    <a:pt x="113665" y="2211451"/>
                    <a:pt x="0" y="2098548"/>
                    <a:pt x="0" y="1959229"/>
                  </a:cubicBezTo>
                  <a:lnTo>
                    <a:pt x="0" y="252349"/>
                  </a:lnTo>
                  <a:lnTo>
                    <a:pt x="8509" y="252349"/>
                  </a:lnTo>
                  <a:lnTo>
                    <a:pt x="0" y="252349"/>
                  </a:lnTo>
                  <a:moveTo>
                    <a:pt x="16891" y="252349"/>
                  </a:moveTo>
                  <a:lnTo>
                    <a:pt x="16891" y="1959229"/>
                  </a:lnTo>
                  <a:lnTo>
                    <a:pt x="8509" y="1959229"/>
                  </a:lnTo>
                  <a:lnTo>
                    <a:pt x="17018" y="1959229"/>
                  </a:lnTo>
                  <a:cubicBezTo>
                    <a:pt x="17018" y="2089150"/>
                    <a:pt x="123063" y="2194560"/>
                    <a:pt x="253873" y="2194560"/>
                  </a:cubicBezTo>
                  <a:lnTo>
                    <a:pt x="11028553" y="2194560"/>
                  </a:lnTo>
                  <a:cubicBezTo>
                    <a:pt x="11159490" y="2194560"/>
                    <a:pt x="11265408" y="2089150"/>
                    <a:pt x="11265408" y="1959229"/>
                  </a:cubicBezTo>
                  <a:lnTo>
                    <a:pt x="11265408" y="252349"/>
                  </a:lnTo>
                  <a:cubicBezTo>
                    <a:pt x="11265408" y="122428"/>
                    <a:pt x="11159363" y="17018"/>
                    <a:pt x="11028553" y="17018"/>
                  </a:cubicBezTo>
                  <a:lnTo>
                    <a:pt x="253873" y="17018"/>
                  </a:lnTo>
                  <a:lnTo>
                    <a:pt x="253873" y="8509"/>
                  </a:lnTo>
                  <a:lnTo>
                    <a:pt x="253873" y="17018"/>
                  </a:lnTo>
                  <a:cubicBezTo>
                    <a:pt x="122936" y="16891"/>
                    <a:pt x="16891" y="122301"/>
                    <a:pt x="16891" y="252349"/>
                  </a:cubicBezTo>
                  <a:close/>
                </a:path>
              </a:pathLst>
            </a:custGeom>
            <a:solidFill>
              <a:srgbClr val="CBD5E0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405623" y="4266695"/>
            <a:ext cx="1049531" cy="1671323"/>
            <a:chOff x="0" y="0"/>
            <a:chExt cx="1399375" cy="222843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6891" y="16891"/>
              <a:ext cx="1365504" cy="2194560"/>
            </a:xfrm>
            <a:custGeom>
              <a:avLst/>
              <a:gdLst/>
              <a:ahLst/>
              <a:cxnLst/>
              <a:rect r="r" b="b" t="t" l="l"/>
              <a:pathLst>
                <a:path h="2194560" w="1365504">
                  <a:moveTo>
                    <a:pt x="0" y="0"/>
                  </a:moveTo>
                  <a:lnTo>
                    <a:pt x="1365504" y="0"/>
                  </a:lnTo>
                  <a:lnTo>
                    <a:pt x="1365504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E05C5C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399286" cy="2228342"/>
            </a:xfrm>
            <a:custGeom>
              <a:avLst/>
              <a:gdLst/>
              <a:ahLst/>
              <a:cxnLst/>
              <a:rect r="r" b="b" t="t" l="l"/>
              <a:pathLst>
                <a:path h="2228342" w="1399286">
                  <a:moveTo>
                    <a:pt x="16891" y="0"/>
                  </a:moveTo>
                  <a:lnTo>
                    <a:pt x="1382395" y="0"/>
                  </a:lnTo>
                  <a:cubicBezTo>
                    <a:pt x="1391793" y="0"/>
                    <a:pt x="1399286" y="7620"/>
                    <a:pt x="1399286" y="16891"/>
                  </a:cubicBezTo>
                  <a:lnTo>
                    <a:pt x="1399286" y="2211451"/>
                  </a:lnTo>
                  <a:cubicBezTo>
                    <a:pt x="1399286" y="2220849"/>
                    <a:pt x="1391666" y="2228342"/>
                    <a:pt x="1382395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1382395" y="2194560"/>
                  </a:lnTo>
                  <a:lnTo>
                    <a:pt x="1382395" y="2211451"/>
                  </a:lnTo>
                  <a:lnTo>
                    <a:pt x="1365504" y="2211451"/>
                  </a:lnTo>
                  <a:lnTo>
                    <a:pt x="1365504" y="16891"/>
                  </a:lnTo>
                  <a:lnTo>
                    <a:pt x="1382395" y="16891"/>
                  </a:lnTo>
                  <a:lnTo>
                    <a:pt x="13823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5C5C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9418320" y="4534662"/>
            <a:ext cx="1024128" cy="111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 b="true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04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661904" y="4416171"/>
            <a:ext cx="7040880" cy="704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1C2B3A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Rapport de Bugs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661904" y="5146167"/>
            <a:ext cx="704088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true">
                <a:solidFill>
                  <a:srgbClr val="71809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10 bugs détectés &amp; fiches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542287" y="6138415"/>
            <a:ext cx="8461753" cy="1658617"/>
            <a:chOff x="0" y="0"/>
            <a:chExt cx="11282337" cy="221148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8509" y="8509"/>
              <a:ext cx="11265408" cy="2194560"/>
            </a:xfrm>
            <a:custGeom>
              <a:avLst/>
              <a:gdLst/>
              <a:ahLst/>
              <a:cxnLst/>
              <a:rect r="r" b="b" t="t" l="l"/>
              <a:pathLst>
                <a:path h="2194560" w="11265408">
                  <a:moveTo>
                    <a:pt x="0" y="243840"/>
                  </a:moveTo>
                  <a:cubicBezTo>
                    <a:pt x="0" y="109093"/>
                    <a:pt x="109855" y="0"/>
                    <a:pt x="245364" y="0"/>
                  </a:cubicBezTo>
                  <a:lnTo>
                    <a:pt x="11020044" y="0"/>
                  </a:lnTo>
                  <a:cubicBezTo>
                    <a:pt x="11155553" y="0"/>
                    <a:pt x="11265408" y="109220"/>
                    <a:pt x="11265408" y="243840"/>
                  </a:cubicBezTo>
                  <a:lnTo>
                    <a:pt x="11265408" y="1950720"/>
                  </a:lnTo>
                  <a:cubicBezTo>
                    <a:pt x="11265408" y="2085340"/>
                    <a:pt x="11155553" y="2194560"/>
                    <a:pt x="11020044" y="2194560"/>
                  </a:cubicBezTo>
                  <a:lnTo>
                    <a:pt x="245364" y="2194560"/>
                  </a:lnTo>
                  <a:cubicBezTo>
                    <a:pt x="109855" y="2194560"/>
                    <a:pt x="0" y="2085340"/>
                    <a:pt x="0" y="19507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1282426" cy="2211578"/>
            </a:xfrm>
            <a:custGeom>
              <a:avLst/>
              <a:gdLst/>
              <a:ahLst/>
              <a:cxnLst/>
              <a:rect r="r" b="b" t="t" l="l"/>
              <a:pathLst>
                <a:path h="2211578" w="11282426">
                  <a:moveTo>
                    <a:pt x="0" y="252349"/>
                  </a:moveTo>
                  <a:cubicBezTo>
                    <a:pt x="0" y="112903"/>
                    <a:pt x="113665" y="0"/>
                    <a:pt x="253873" y="0"/>
                  </a:cubicBezTo>
                  <a:lnTo>
                    <a:pt x="11028553" y="0"/>
                  </a:lnTo>
                  <a:lnTo>
                    <a:pt x="11028553" y="8509"/>
                  </a:lnTo>
                  <a:lnTo>
                    <a:pt x="11028553" y="0"/>
                  </a:lnTo>
                  <a:cubicBezTo>
                    <a:pt x="11168635" y="0"/>
                    <a:pt x="11282426" y="112903"/>
                    <a:pt x="11282426" y="252349"/>
                  </a:cubicBezTo>
                  <a:lnTo>
                    <a:pt x="11273917" y="252349"/>
                  </a:lnTo>
                  <a:lnTo>
                    <a:pt x="11282426" y="252349"/>
                  </a:lnTo>
                  <a:lnTo>
                    <a:pt x="11282426" y="1959229"/>
                  </a:lnTo>
                  <a:lnTo>
                    <a:pt x="11273917" y="1959229"/>
                  </a:lnTo>
                  <a:lnTo>
                    <a:pt x="11282426" y="1959229"/>
                  </a:lnTo>
                  <a:cubicBezTo>
                    <a:pt x="11282426" y="2098675"/>
                    <a:pt x="11168762" y="2211578"/>
                    <a:pt x="11028553" y="2211578"/>
                  </a:cubicBezTo>
                  <a:lnTo>
                    <a:pt x="11028553" y="2203069"/>
                  </a:lnTo>
                  <a:lnTo>
                    <a:pt x="11028553" y="2211578"/>
                  </a:lnTo>
                  <a:lnTo>
                    <a:pt x="253873" y="2211578"/>
                  </a:lnTo>
                  <a:lnTo>
                    <a:pt x="253873" y="2203069"/>
                  </a:lnTo>
                  <a:lnTo>
                    <a:pt x="253873" y="2211578"/>
                  </a:lnTo>
                  <a:cubicBezTo>
                    <a:pt x="113665" y="2211451"/>
                    <a:pt x="0" y="2098548"/>
                    <a:pt x="0" y="1959229"/>
                  </a:cubicBezTo>
                  <a:lnTo>
                    <a:pt x="0" y="252349"/>
                  </a:lnTo>
                  <a:lnTo>
                    <a:pt x="8509" y="252349"/>
                  </a:lnTo>
                  <a:lnTo>
                    <a:pt x="0" y="252349"/>
                  </a:lnTo>
                  <a:moveTo>
                    <a:pt x="16891" y="252349"/>
                  </a:moveTo>
                  <a:lnTo>
                    <a:pt x="16891" y="1959229"/>
                  </a:lnTo>
                  <a:lnTo>
                    <a:pt x="8509" y="1959229"/>
                  </a:lnTo>
                  <a:lnTo>
                    <a:pt x="17018" y="1959229"/>
                  </a:lnTo>
                  <a:cubicBezTo>
                    <a:pt x="17018" y="2089150"/>
                    <a:pt x="123063" y="2194560"/>
                    <a:pt x="253873" y="2194560"/>
                  </a:cubicBezTo>
                  <a:lnTo>
                    <a:pt x="11028553" y="2194560"/>
                  </a:lnTo>
                  <a:cubicBezTo>
                    <a:pt x="11159490" y="2194560"/>
                    <a:pt x="11265408" y="2089150"/>
                    <a:pt x="11265408" y="1959229"/>
                  </a:cubicBezTo>
                  <a:lnTo>
                    <a:pt x="11265408" y="252349"/>
                  </a:lnTo>
                  <a:cubicBezTo>
                    <a:pt x="11265408" y="122428"/>
                    <a:pt x="11159363" y="17018"/>
                    <a:pt x="11028553" y="17018"/>
                  </a:cubicBezTo>
                  <a:lnTo>
                    <a:pt x="253873" y="17018"/>
                  </a:lnTo>
                  <a:lnTo>
                    <a:pt x="253873" y="8509"/>
                  </a:lnTo>
                  <a:lnTo>
                    <a:pt x="253873" y="17018"/>
                  </a:lnTo>
                  <a:cubicBezTo>
                    <a:pt x="122936" y="16891"/>
                    <a:pt x="16891" y="122301"/>
                    <a:pt x="16891" y="252349"/>
                  </a:cubicBezTo>
                  <a:close/>
                </a:path>
              </a:pathLst>
            </a:custGeom>
            <a:solidFill>
              <a:srgbClr val="CBD5E0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535943" y="6132071"/>
            <a:ext cx="1049531" cy="1671323"/>
            <a:chOff x="0" y="0"/>
            <a:chExt cx="1399375" cy="222843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16891" y="16891"/>
              <a:ext cx="1365504" cy="2194560"/>
            </a:xfrm>
            <a:custGeom>
              <a:avLst/>
              <a:gdLst/>
              <a:ahLst/>
              <a:cxnLst/>
              <a:rect r="r" b="b" t="t" l="l"/>
              <a:pathLst>
                <a:path h="2194560" w="1365504">
                  <a:moveTo>
                    <a:pt x="0" y="0"/>
                  </a:moveTo>
                  <a:lnTo>
                    <a:pt x="1365504" y="0"/>
                  </a:lnTo>
                  <a:lnTo>
                    <a:pt x="1365504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6C63FF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399286" cy="2228342"/>
            </a:xfrm>
            <a:custGeom>
              <a:avLst/>
              <a:gdLst/>
              <a:ahLst/>
              <a:cxnLst/>
              <a:rect r="r" b="b" t="t" l="l"/>
              <a:pathLst>
                <a:path h="2228342" w="1399286">
                  <a:moveTo>
                    <a:pt x="16891" y="0"/>
                  </a:moveTo>
                  <a:lnTo>
                    <a:pt x="1382395" y="0"/>
                  </a:lnTo>
                  <a:cubicBezTo>
                    <a:pt x="1391793" y="0"/>
                    <a:pt x="1399286" y="7620"/>
                    <a:pt x="1399286" y="16891"/>
                  </a:cubicBezTo>
                  <a:lnTo>
                    <a:pt x="1399286" y="2211451"/>
                  </a:lnTo>
                  <a:cubicBezTo>
                    <a:pt x="1399286" y="2220849"/>
                    <a:pt x="1391666" y="2228342"/>
                    <a:pt x="1382395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1382395" y="2194560"/>
                  </a:lnTo>
                  <a:lnTo>
                    <a:pt x="1382395" y="2211451"/>
                  </a:lnTo>
                  <a:lnTo>
                    <a:pt x="1365504" y="2211451"/>
                  </a:lnTo>
                  <a:lnTo>
                    <a:pt x="1365504" y="16891"/>
                  </a:lnTo>
                  <a:lnTo>
                    <a:pt x="1382395" y="16891"/>
                  </a:lnTo>
                  <a:lnTo>
                    <a:pt x="13823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C63FF"/>
            </a:solid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548640" y="6400038"/>
            <a:ext cx="1024128" cy="111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 b="true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05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792224" y="6281547"/>
            <a:ext cx="7040880" cy="704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1C2B3A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Intégration GenAI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792224" y="7011543"/>
            <a:ext cx="7040880" cy="632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true">
                <a:solidFill>
                  <a:srgbClr val="71809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Prompts · Scripts · Analyse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9411967" y="6138415"/>
            <a:ext cx="8461753" cy="1658617"/>
            <a:chOff x="0" y="0"/>
            <a:chExt cx="11282337" cy="2211489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8509" y="8509"/>
              <a:ext cx="11265408" cy="2194560"/>
            </a:xfrm>
            <a:custGeom>
              <a:avLst/>
              <a:gdLst/>
              <a:ahLst/>
              <a:cxnLst/>
              <a:rect r="r" b="b" t="t" l="l"/>
              <a:pathLst>
                <a:path h="2194560" w="11265408">
                  <a:moveTo>
                    <a:pt x="0" y="243840"/>
                  </a:moveTo>
                  <a:cubicBezTo>
                    <a:pt x="0" y="109093"/>
                    <a:pt x="109855" y="0"/>
                    <a:pt x="245364" y="0"/>
                  </a:cubicBezTo>
                  <a:lnTo>
                    <a:pt x="11020044" y="0"/>
                  </a:lnTo>
                  <a:cubicBezTo>
                    <a:pt x="11155553" y="0"/>
                    <a:pt x="11265408" y="109220"/>
                    <a:pt x="11265408" y="243840"/>
                  </a:cubicBezTo>
                  <a:lnTo>
                    <a:pt x="11265408" y="1950720"/>
                  </a:lnTo>
                  <a:cubicBezTo>
                    <a:pt x="11265408" y="2085340"/>
                    <a:pt x="11155553" y="2194560"/>
                    <a:pt x="11020044" y="2194560"/>
                  </a:cubicBezTo>
                  <a:lnTo>
                    <a:pt x="245364" y="2194560"/>
                  </a:lnTo>
                  <a:cubicBezTo>
                    <a:pt x="109855" y="2194560"/>
                    <a:pt x="0" y="2085340"/>
                    <a:pt x="0" y="19507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1282426" cy="2211578"/>
            </a:xfrm>
            <a:custGeom>
              <a:avLst/>
              <a:gdLst/>
              <a:ahLst/>
              <a:cxnLst/>
              <a:rect r="r" b="b" t="t" l="l"/>
              <a:pathLst>
                <a:path h="2211578" w="11282426">
                  <a:moveTo>
                    <a:pt x="0" y="252349"/>
                  </a:moveTo>
                  <a:cubicBezTo>
                    <a:pt x="0" y="112903"/>
                    <a:pt x="113665" y="0"/>
                    <a:pt x="253873" y="0"/>
                  </a:cubicBezTo>
                  <a:lnTo>
                    <a:pt x="11028553" y="0"/>
                  </a:lnTo>
                  <a:lnTo>
                    <a:pt x="11028553" y="8509"/>
                  </a:lnTo>
                  <a:lnTo>
                    <a:pt x="11028553" y="0"/>
                  </a:lnTo>
                  <a:cubicBezTo>
                    <a:pt x="11168635" y="0"/>
                    <a:pt x="11282426" y="112903"/>
                    <a:pt x="11282426" y="252349"/>
                  </a:cubicBezTo>
                  <a:lnTo>
                    <a:pt x="11273917" y="252349"/>
                  </a:lnTo>
                  <a:lnTo>
                    <a:pt x="11282426" y="252349"/>
                  </a:lnTo>
                  <a:lnTo>
                    <a:pt x="11282426" y="1959229"/>
                  </a:lnTo>
                  <a:lnTo>
                    <a:pt x="11273917" y="1959229"/>
                  </a:lnTo>
                  <a:lnTo>
                    <a:pt x="11282426" y="1959229"/>
                  </a:lnTo>
                  <a:cubicBezTo>
                    <a:pt x="11282426" y="2098675"/>
                    <a:pt x="11168762" y="2211578"/>
                    <a:pt x="11028553" y="2211578"/>
                  </a:cubicBezTo>
                  <a:lnTo>
                    <a:pt x="11028553" y="2203069"/>
                  </a:lnTo>
                  <a:lnTo>
                    <a:pt x="11028553" y="2211578"/>
                  </a:lnTo>
                  <a:lnTo>
                    <a:pt x="253873" y="2211578"/>
                  </a:lnTo>
                  <a:lnTo>
                    <a:pt x="253873" y="2203069"/>
                  </a:lnTo>
                  <a:lnTo>
                    <a:pt x="253873" y="2211578"/>
                  </a:lnTo>
                  <a:cubicBezTo>
                    <a:pt x="113665" y="2211451"/>
                    <a:pt x="0" y="2098548"/>
                    <a:pt x="0" y="1959229"/>
                  </a:cubicBezTo>
                  <a:lnTo>
                    <a:pt x="0" y="252349"/>
                  </a:lnTo>
                  <a:lnTo>
                    <a:pt x="8509" y="252349"/>
                  </a:lnTo>
                  <a:lnTo>
                    <a:pt x="0" y="252349"/>
                  </a:lnTo>
                  <a:moveTo>
                    <a:pt x="16891" y="252349"/>
                  </a:moveTo>
                  <a:lnTo>
                    <a:pt x="16891" y="1959229"/>
                  </a:lnTo>
                  <a:lnTo>
                    <a:pt x="8509" y="1959229"/>
                  </a:lnTo>
                  <a:lnTo>
                    <a:pt x="17018" y="1959229"/>
                  </a:lnTo>
                  <a:cubicBezTo>
                    <a:pt x="17018" y="2089150"/>
                    <a:pt x="123063" y="2194560"/>
                    <a:pt x="253873" y="2194560"/>
                  </a:cubicBezTo>
                  <a:lnTo>
                    <a:pt x="11028553" y="2194560"/>
                  </a:lnTo>
                  <a:cubicBezTo>
                    <a:pt x="11159490" y="2194560"/>
                    <a:pt x="11265408" y="2089150"/>
                    <a:pt x="11265408" y="1959229"/>
                  </a:cubicBezTo>
                  <a:lnTo>
                    <a:pt x="11265408" y="252349"/>
                  </a:lnTo>
                  <a:cubicBezTo>
                    <a:pt x="11265408" y="122428"/>
                    <a:pt x="11159363" y="17018"/>
                    <a:pt x="11028553" y="17018"/>
                  </a:cubicBezTo>
                  <a:lnTo>
                    <a:pt x="253873" y="17018"/>
                  </a:lnTo>
                  <a:lnTo>
                    <a:pt x="253873" y="8509"/>
                  </a:lnTo>
                  <a:lnTo>
                    <a:pt x="253873" y="17018"/>
                  </a:lnTo>
                  <a:cubicBezTo>
                    <a:pt x="122936" y="16891"/>
                    <a:pt x="16891" y="122301"/>
                    <a:pt x="16891" y="252349"/>
                  </a:cubicBezTo>
                  <a:close/>
                </a:path>
              </a:pathLst>
            </a:custGeom>
            <a:solidFill>
              <a:srgbClr val="CBD5E0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9405623" y="6132071"/>
            <a:ext cx="1049531" cy="1671323"/>
            <a:chOff x="0" y="0"/>
            <a:chExt cx="1399375" cy="222843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16891" y="16891"/>
              <a:ext cx="1365504" cy="2194560"/>
            </a:xfrm>
            <a:custGeom>
              <a:avLst/>
              <a:gdLst/>
              <a:ahLst/>
              <a:cxnLst/>
              <a:rect r="r" b="b" t="t" l="l"/>
              <a:pathLst>
                <a:path h="2194560" w="1365504">
                  <a:moveTo>
                    <a:pt x="0" y="0"/>
                  </a:moveTo>
                  <a:lnTo>
                    <a:pt x="1365504" y="0"/>
                  </a:lnTo>
                  <a:lnTo>
                    <a:pt x="1365504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4A623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399286" cy="2228342"/>
            </a:xfrm>
            <a:custGeom>
              <a:avLst/>
              <a:gdLst/>
              <a:ahLst/>
              <a:cxnLst/>
              <a:rect r="r" b="b" t="t" l="l"/>
              <a:pathLst>
                <a:path h="2228342" w="1399286">
                  <a:moveTo>
                    <a:pt x="16891" y="0"/>
                  </a:moveTo>
                  <a:lnTo>
                    <a:pt x="1382395" y="0"/>
                  </a:lnTo>
                  <a:cubicBezTo>
                    <a:pt x="1391793" y="0"/>
                    <a:pt x="1399286" y="7620"/>
                    <a:pt x="1399286" y="16891"/>
                  </a:cubicBezTo>
                  <a:lnTo>
                    <a:pt x="1399286" y="2211451"/>
                  </a:lnTo>
                  <a:cubicBezTo>
                    <a:pt x="1399286" y="2220849"/>
                    <a:pt x="1391666" y="2228342"/>
                    <a:pt x="1382395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1382395" y="2194560"/>
                  </a:lnTo>
                  <a:lnTo>
                    <a:pt x="1382395" y="2211451"/>
                  </a:lnTo>
                  <a:lnTo>
                    <a:pt x="1365504" y="2211451"/>
                  </a:lnTo>
                  <a:lnTo>
                    <a:pt x="1365504" y="16891"/>
                  </a:lnTo>
                  <a:lnTo>
                    <a:pt x="1382395" y="16891"/>
                  </a:lnTo>
                  <a:lnTo>
                    <a:pt x="13823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A623"/>
            </a:solidFill>
          </p:spPr>
        </p:sp>
      </p:grpSp>
      <p:sp>
        <p:nvSpPr>
          <p:cNvPr name="TextBox 58" id="58"/>
          <p:cNvSpPr txBox="true"/>
          <p:nvPr/>
        </p:nvSpPr>
        <p:spPr>
          <a:xfrm rot="0">
            <a:off x="9418320" y="6400038"/>
            <a:ext cx="1024128" cy="111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 b="true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06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0661904" y="6281547"/>
            <a:ext cx="7040880" cy="704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1C2B3A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Analyse des Résultats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0661904" y="7011543"/>
            <a:ext cx="7040880" cy="632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true">
                <a:solidFill>
                  <a:srgbClr val="71809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Comparaisons &amp; métriques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542287" y="8003791"/>
            <a:ext cx="8461753" cy="1658617"/>
            <a:chOff x="0" y="0"/>
            <a:chExt cx="11282337" cy="2211489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8509" y="8509"/>
              <a:ext cx="11265408" cy="2194560"/>
            </a:xfrm>
            <a:custGeom>
              <a:avLst/>
              <a:gdLst/>
              <a:ahLst/>
              <a:cxnLst/>
              <a:rect r="r" b="b" t="t" l="l"/>
              <a:pathLst>
                <a:path h="2194560" w="11265408">
                  <a:moveTo>
                    <a:pt x="0" y="243840"/>
                  </a:moveTo>
                  <a:cubicBezTo>
                    <a:pt x="0" y="109093"/>
                    <a:pt x="109855" y="0"/>
                    <a:pt x="245364" y="0"/>
                  </a:cubicBezTo>
                  <a:lnTo>
                    <a:pt x="11020044" y="0"/>
                  </a:lnTo>
                  <a:cubicBezTo>
                    <a:pt x="11155553" y="0"/>
                    <a:pt x="11265408" y="109220"/>
                    <a:pt x="11265408" y="243840"/>
                  </a:cubicBezTo>
                  <a:lnTo>
                    <a:pt x="11265408" y="1950720"/>
                  </a:lnTo>
                  <a:cubicBezTo>
                    <a:pt x="11265408" y="2085340"/>
                    <a:pt x="11155553" y="2194560"/>
                    <a:pt x="11020044" y="2194560"/>
                  </a:cubicBezTo>
                  <a:lnTo>
                    <a:pt x="245364" y="2194560"/>
                  </a:lnTo>
                  <a:cubicBezTo>
                    <a:pt x="109855" y="2194560"/>
                    <a:pt x="0" y="2085340"/>
                    <a:pt x="0" y="19507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1282426" cy="2211578"/>
            </a:xfrm>
            <a:custGeom>
              <a:avLst/>
              <a:gdLst/>
              <a:ahLst/>
              <a:cxnLst/>
              <a:rect r="r" b="b" t="t" l="l"/>
              <a:pathLst>
                <a:path h="2211578" w="11282426">
                  <a:moveTo>
                    <a:pt x="0" y="252349"/>
                  </a:moveTo>
                  <a:cubicBezTo>
                    <a:pt x="0" y="112903"/>
                    <a:pt x="113665" y="0"/>
                    <a:pt x="253873" y="0"/>
                  </a:cubicBezTo>
                  <a:lnTo>
                    <a:pt x="11028553" y="0"/>
                  </a:lnTo>
                  <a:lnTo>
                    <a:pt x="11028553" y="8509"/>
                  </a:lnTo>
                  <a:lnTo>
                    <a:pt x="11028553" y="0"/>
                  </a:lnTo>
                  <a:cubicBezTo>
                    <a:pt x="11168635" y="0"/>
                    <a:pt x="11282426" y="112903"/>
                    <a:pt x="11282426" y="252349"/>
                  </a:cubicBezTo>
                  <a:lnTo>
                    <a:pt x="11273917" y="252349"/>
                  </a:lnTo>
                  <a:lnTo>
                    <a:pt x="11282426" y="252349"/>
                  </a:lnTo>
                  <a:lnTo>
                    <a:pt x="11282426" y="1959229"/>
                  </a:lnTo>
                  <a:lnTo>
                    <a:pt x="11273917" y="1959229"/>
                  </a:lnTo>
                  <a:lnTo>
                    <a:pt x="11282426" y="1959229"/>
                  </a:lnTo>
                  <a:cubicBezTo>
                    <a:pt x="11282426" y="2098675"/>
                    <a:pt x="11168762" y="2211578"/>
                    <a:pt x="11028553" y="2211578"/>
                  </a:cubicBezTo>
                  <a:lnTo>
                    <a:pt x="11028553" y="2203069"/>
                  </a:lnTo>
                  <a:lnTo>
                    <a:pt x="11028553" y="2211578"/>
                  </a:lnTo>
                  <a:lnTo>
                    <a:pt x="253873" y="2211578"/>
                  </a:lnTo>
                  <a:lnTo>
                    <a:pt x="253873" y="2203069"/>
                  </a:lnTo>
                  <a:lnTo>
                    <a:pt x="253873" y="2211578"/>
                  </a:lnTo>
                  <a:cubicBezTo>
                    <a:pt x="113665" y="2211451"/>
                    <a:pt x="0" y="2098548"/>
                    <a:pt x="0" y="1959229"/>
                  </a:cubicBezTo>
                  <a:lnTo>
                    <a:pt x="0" y="252349"/>
                  </a:lnTo>
                  <a:lnTo>
                    <a:pt x="8509" y="252349"/>
                  </a:lnTo>
                  <a:lnTo>
                    <a:pt x="0" y="252349"/>
                  </a:lnTo>
                  <a:moveTo>
                    <a:pt x="16891" y="252349"/>
                  </a:moveTo>
                  <a:lnTo>
                    <a:pt x="16891" y="1959229"/>
                  </a:lnTo>
                  <a:lnTo>
                    <a:pt x="8509" y="1959229"/>
                  </a:lnTo>
                  <a:lnTo>
                    <a:pt x="17018" y="1959229"/>
                  </a:lnTo>
                  <a:cubicBezTo>
                    <a:pt x="17018" y="2089150"/>
                    <a:pt x="123063" y="2194560"/>
                    <a:pt x="253873" y="2194560"/>
                  </a:cubicBezTo>
                  <a:lnTo>
                    <a:pt x="11028553" y="2194560"/>
                  </a:lnTo>
                  <a:cubicBezTo>
                    <a:pt x="11159490" y="2194560"/>
                    <a:pt x="11265408" y="2089150"/>
                    <a:pt x="11265408" y="1959229"/>
                  </a:cubicBezTo>
                  <a:lnTo>
                    <a:pt x="11265408" y="252349"/>
                  </a:lnTo>
                  <a:cubicBezTo>
                    <a:pt x="11265408" y="122428"/>
                    <a:pt x="11159363" y="17018"/>
                    <a:pt x="11028553" y="17018"/>
                  </a:cubicBezTo>
                  <a:lnTo>
                    <a:pt x="253873" y="17018"/>
                  </a:lnTo>
                  <a:lnTo>
                    <a:pt x="253873" y="8509"/>
                  </a:lnTo>
                  <a:lnTo>
                    <a:pt x="253873" y="17018"/>
                  </a:lnTo>
                  <a:cubicBezTo>
                    <a:pt x="122936" y="16891"/>
                    <a:pt x="16891" y="122301"/>
                    <a:pt x="16891" y="252349"/>
                  </a:cubicBezTo>
                  <a:close/>
                </a:path>
              </a:pathLst>
            </a:custGeom>
            <a:solidFill>
              <a:srgbClr val="CBD5E0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535943" y="7997447"/>
            <a:ext cx="1049531" cy="1671323"/>
            <a:chOff x="0" y="0"/>
            <a:chExt cx="1399375" cy="2228431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16891" y="16891"/>
              <a:ext cx="1365504" cy="2194560"/>
            </a:xfrm>
            <a:custGeom>
              <a:avLst/>
              <a:gdLst/>
              <a:ahLst/>
              <a:cxnLst/>
              <a:rect r="r" b="b" t="t" l="l"/>
              <a:pathLst>
                <a:path h="2194560" w="1365504">
                  <a:moveTo>
                    <a:pt x="0" y="0"/>
                  </a:moveTo>
                  <a:lnTo>
                    <a:pt x="1365504" y="0"/>
                  </a:lnTo>
                  <a:lnTo>
                    <a:pt x="1365504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399286" cy="2228342"/>
            </a:xfrm>
            <a:custGeom>
              <a:avLst/>
              <a:gdLst/>
              <a:ahLst/>
              <a:cxnLst/>
              <a:rect r="r" b="b" t="t" l="l"/>
              <a:pathLst>
                <a:path h="2228342" w="1399286">
                  <a:moveTo>
                    <a:pt x="16891" y="0"/>
                  </a:moveTo>
                  <a:lnTo>
                    <a:pt x="1382395" y="0"/>
                  </a:lnTo>
                  <a:cubicBezTo>
                    <a:pt x="1391793" y="0"/>
                    <a:pt x="1399286" y="7620"/>
                    <a:pt x="1399286" y="16891"/>
                  </a:cubicBezTo>
                  <a:lnTo>
                    <a:pt x="1399286" y="2211451"/>
                  </a:lnTo>
                  <a:cubicBezTo>
                    <a:pt x="1399286" y="2220849"/>
                    <a:pt x="1391666" y="2228342"/>
                    <a:pt x="1382395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1382395" y="2194560"/>
                  </a:lnTo>
                  <a:lnTo>
                    <a:pt x="1382395" y="2211451"/>
                  </a:lnTo>
                  <a:lnTo>
                    <a:pt x="1365504" y="2211451"/>
                  </a:lnTo>
                  <a:lnTo>
                    <a:pt x="1365504" y="16891"/>
                  </a:lnTo>
                  <a:lnTo>
                    <a:pt x="1382395" y="16891"/>
                  </a:lnTo>
                  <a:lnTo>
                    <a:pt x="13823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sp>
        <p:nvSpPr>
          <p:cNvPr name="TextBox 67" id="67"/>
          <p:cNvSpPr txBox="true"/>
          <p:nvPr/>
        </p:nvSpPr>
        <p:spPr>
          <a:xfrm rot="0">
            <a:off x="548640" y="8265414"/>
            <a:ext cx="1024128" cy="111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 b="true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07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792224" y="8146923"/>
            <a:ext cx="7040880" cy="704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1C2B3A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Évaluation Critique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792224" y="8876919"/>
            <a:ext cx="7040880" cy="632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true">
                <a:solidFill>
                  <a:srgbClr val="71809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Avantages · Limites · Fiabilité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9411967" y="8003791"/>
            <a:ext cx="8461753" cy="1658617"/>
            <a:chOff x="0" y="0"/>
            <a:chExt cx="11282337" cy="2211489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8509" y="8509"/>
              <a:ext cx="11265408" cy="2194560"/>
            </a:xfrm>
            <a:custGeom>
              <a:avLst/>
              <a:gdLst/>
              <a:ahLst/>
              <a:cxnLst/>
              <a:rect r="r" b="b" t="t" l="l"/>
              <a:pathLst>
                <a:path h="2194560" w="11265408">
                  <a:moveTo>
                    <a:pt x="0" y="243840"/>
                  </a:moveTo>
                  <a:cubicBezTo>
                    <a:pt x="0" y="109093"/>
                    <a:pt x="109855" y="0"/>
                    <a:pt x="245364" y="0"/>
                  </a:cubicBezTo>
                  <a:lnTo>
                    <a:pt x="11020044" y="0"/>
                  </a:lnTo>
                  <a:cubicBezTo>
                    <a:pt x="11155553" y="0"/>
                    <a:pt x="11265408" y="109220"/>
                    <a:pt x="11265408" y="243840"/>
                  </a:cubicBezTo>
                  <a:lnTo>
                    <a:pt x="11265408" y="1950720"/>
                  </a:lnTo>
                  <a:cubicBezTo>
                    <a:pt x="11265408" y="2085340"/>
                    <a:pt x="11155553" y="2194560"/>
                    <a:pt x="11020044" y="2194560"/>
                  </a:cubicBezTo>
                  <a:lnTo>
                    <a:pt x="245364" y="2194560"/>
                  </a:lnTo>
                  <a:cubicBezTo>
                    <a:pt x="109855" y="2194560"/>
                    <a:pt x="0" y="2085340"/>
                    <a:pt x="0" y="19507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1282426" cy="2211578"/>
            </a:xfrm>
            <a:custGeom>
              <a:avLst/>
              <a:gdLst/>
              <a:ahLst/>
              <a:cxnLst/>
              <a:rect r="r" b="b" t="t" l="l"/>
              <a:pathLst>
                <a:path h="2211578" w="11282426">
                  <a:moveTo>
                    <a:pt x="0" y="252349"/>
                  </a:moveTo>
                  <a:cubicBezTo>
                    <a:pt x="0" y="112903"/>
                    <a:pt x="113665" y="0"/>
                    <a:pt x="253873" y="0"/>
                  </a:cubicBezTo>
                  <a:lnTo>
                    <a:pt x="11028553" y="0"/>
                  </a:lnTo>
                  <a:lnTo>
                    <a:pt x="11028553" y="8509"/>
                  </a:lnTo>
                  <a:lnTo>
                    <a:pt x="11028553" y="0"/>
                  </a:lnTo>
                  <a:cubicBezTo>
                    <a:pt x="11168635" y="0"/>
                    <a:pt x="11282426" y="112903"/>
                    <a:pt x="11282426" y="252349"/>
                  </a:cubicBezTo>
                  <a:lnTo>
                    <a:pt x="11273917" y="252349"/>
                  </a:lnTo>
                  <a:lnTo>
                    <a:pt x="11282426" y="252349"/>
                  </a:lnTo>
                  <a:lnTo>
                    <a:pt x="11282426" y="1959229"/>
                  </a:lnTo>
                  <a:lnTo>
                    <a:pt x="11273917" y="1959229"/>
                  </a:lnTo>
                  <a:lnTo>
                    <a:pt x="11282426" y="1959229"/>
                  </a:lnTo>
                  <a:cubicBezTo>
                    <a:pt x="11282426" y="2098675"/>
                    <a:pt x="11168762" y="2211578"/>
                    <a:pt x="11028553" y="2211578"/>
                  </a:cubicBezTo>
                  <a:lnTo>
                    <a:pt x="11028553" y="2203069"/>
                  </a:lnTo>
                  <a:lnTo>
                    <a:pt x="11028553" y="2211578"/>
                  </a:lnTo>
                  <a:lnTo>
                    <a:pt x="253873" y="2211578"/>
                  </a:lnTo>
                  <a:lnTo>
                    <a:pt x="253873" y="2203069"/>
                  </a:lnTo>
                  <a:lnTo>
                    <a:pt x="253873" y="2211578"/>
                  </a:lnTo>
                  <a:cubicBezTo>
                    <a:pt x="113665" y="2211451"/>
                    <a:pt x="0" y="2098548"/>
                    <a:pt x="0" y="1959229"/>
                  </a:cubicBezTo>
                  <a:lnTo>
                    <a:pt x="0" y="252349"/>
                  </a:lnTo>
                  <a:lnTo>
                    <a:pt x="8509" y="252349"/>
                  </a:lnTo>
                  <a:lnTo>
                    <a:pt x="0" y="252349"/>
                  </a:lnTo>
                  <a:moveTo>
                    <a:pt x="16891" y="252349"/>
                  </a:moveTo>
                  <a:lnTo>
                    <a:pt x="16891" y="1959229"/>
                  </a:lnTo>
                  <a:lnTo>
                    <a:pt x="8509" y="1959229"/>
                  </a:lnTo>
                  <a:lnTo>
                    <a:pt x="17018" y="1959229"/>
                  </a:lnTo>
                  <a:cubicBezTo>
                    <a:pt x="17018" y="2089150"/>
                    <a:pt x="123063" y="2194560"/>
                    <a:pt x="253873" y="2194560"/>
                  </a:cubicBezTo>
                  <a:lnTo>
                    <a:pt x="11028553" y="2194560"/>
                  </a:lnTo>
                  <a:cubicBezTo>
                    <a:pt x="11159490" y="2194560"/>
                    <a:pt x="11265408" y="2089150"/>
                    <a:pt x="11265408" y="1959229"/>
                  </a:cubicBezTo>
                  <a:lnTo>
                    <a:pt x="11265408" y="252349"/>
                  </a:lnTo>
                  <a:cubicBezTo>
                    <a:pt x="11265408" y="122428"/>
                    <a:pt x="11159363" y="17018"/>
                    <a:pt x="11028553" y="17018"/>
                  </a:cubicBezTo>
                  <a:lnTo>
                    <a:pt x="253873" y="17018"/>
                  </a:lnTo>
                  <a:lnTo>
                    <a:pt x="253873" y="8509"/>
                  </a:lnTo>
                  <a:lnTo>
                    <a:pt x="253873" y="17018"/>
                  </a:lnTo>
                  <a:cubicBezTo>
                    <a:pt x="122936" y="16891"/>
                    <a:pt x="16891" y="122301"/>
                    <a:pt x="16891" y="252349"/>
                  </a:cubicBezTo>
                  <a:close/>
                </a:path>
              </a:pathLst>
            </a:custGeom>
            <a:solidFill>
              <a:srgbClr val="CBD5E0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9405623" y="7997447"/>
            <a:ext cx="1049531" cy="1671323"/>
            <a:chOff x="0" y="0"/>
            <a:chExt cx="1399375" cy="2228431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16891" y="16891"/>
              <a:ext cx="1365504" cy="2194560"/>
            </a:xfrm>
            <a:custGeom>
              <a:avLst/>
              <a:gdLst/>
              <a:ahLst/>
              <a:cxnLst/>
              <a:rect r="r" b="b" t="t" l="l"/>
              <a:pathLst>
                <a:path h="2194560" w="1365504">
                  <a:moveTo>
                    <a:pt x="0" y="0"/>
                  </a:moveTo>
                  <a:lnTo>
                    <a:pt x="1365504" y="0"/>
                  </a:lnTo>
                  <a:lnTo>
                    <a:pt x="1365504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2E5D8E"/>
            </a:solidFill>
          </p:spPr>
        </p:sp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399286" cy="2228342"/>
            </a:xfrm>
            <a:custGeom>
              <a:avLst/>
              <a:gdLst/>
              <a:ahLst/>
              <a:cxnLst/>
              <a:rect r="r" b="b" t="t" l="l"/>
              <a:pathLst>
                <a:path h="2228342" w="1399286">
                  <a:moveTo>
                    <a:pt x="16891" y="0"/>
                  </a:moveTo>
                  <a:lnTo>
                    <a:pt x="1382395" y="0"/>
                  </a:lnTo>
                  <a:cubicBezTo>
                    <a:pt x="1391793" y="0"/>
                    <a:pt x="1399286" y="7620"/>
                    <a:pt x="1399286" y="16891"/>
                  </a:cubicBezTo>
                  <a:lnTo>
                    <a:pt x="1399286" y="2211451"/>
                  </a:lnTo>
                  <a:cubicBezTo>
                    <a:pt x="1399286" y="2220849"/>
                    <a:pt x="1391666" y="2228342"/>
                    <a:pt x="1382395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1382395" y="2194560"/>
                  </a:lnTo>
                  <a:lnTo>
                    <a:pt x="1382395" y="2211451"/>
                  </a:lnTo>
                  <a:lnTo>
                    <a:pt x="1365504" y="2211451"/>
                  </a:lnTo>
                  <a:lnTo>
                    <a:pt x="1365504" y="16891"/>
                  </a:lnTo>
                  <a:lnTo>
                    <a:pt x="1382395" y="16891"/>
                  </a:lnTo>
                  <a:lnTo>
                    <a:pt x="13823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5D8E"/>
            </a:solidFill>
          </p:spPr>
        </p:sp>
      </p:grpSp>
      <p:sp>
        <p:nvSpPr>
          <p:cNvPr name="TextBox 76" id="76"/>
          <p:cNvSpPr txBox="true"/>
          <p:nvPr/>
        </p:nvSpPr>
        <p:spPr>
          <a:xfrm rot="0">
            <a:off x="9418320" y="8265414"/>
            <a:ext cx="1024128" cy="111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 b="true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08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0661904" y="8146923"/>
            <a:ext cx="7040880" cy="704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1C2B3A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Statistiques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0661904" y="8876919"/>
            <a:ext cx="7040880" cy="632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true">
                <a:solidFill>
                  <a:srgbClr val="71809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Tableaux de bord &amp; graphiques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9071372" y="9801854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E5D8E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1C2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48640" y="721995"/>
            <a:ext cx="7315200" cy="7690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0"/>
              </a:lnSpc>
            </a:pPr>
            <a:r>
              <a:rPr lang="en-US" sz="24000" b="true">
                <a:solidFill>
                  <a:srgbClr val="28384A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01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12697" y="-12697"/>
            <a:ext cx="354587" cy="10312403"/>
            <a:chOff x="0" y="0"/>
            <a:chExt cx="472783" cy="1374987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6891" y="16891"/>
              <a:ext cx="43891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7269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3732890"/>
                  </a:lnTo>
                  <a:cubicBezTo>
                    <a:pt x="472694" y="13742290"/>
                    <a:pt x="465074" y="13749782"/>
                    <a:pt x="45580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455803" y="13716000"/>
                  </a:lnTo>
                  <a:lnTo>
                    <a:pt x="455803" y="13732890"/>
                  </a:lnTo>
                  <a:lnTo>
                    <a:pt x="438912" y="13732890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05840" y="2550795"/>
            <a:ext cx="16459200" cy="2021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 b="true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Présentation de l'Application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5840" y="4688205"/>
            <a:ext cx="14630400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ar-EG" sz="3000" i="true">
                <a:solidFill>
                  <a:srgbClr val="028090"/>
                </a:solidFill>
                <a:latin typeface="Calibri (MS) Italics"/>
                <a:ea typeface="Calibri (MS) Italics"/>
                <a:cs typeface="Calibri (MS) Italics"/>
                <a:sym typeface="Calibri (MS) Italics"/>
                <a:rtl val="true"/>
              </a:rPr>
              <a:t>أورينتيني</a:t>
            </a:r>
            <a:r>
              <a:rPr lang="en-US" sz="3000" i="true">
                <a:solidFill>
                  <a:srgbClr val="02809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— Portail d'orientation scolaire et professionnelle tunisien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-12697" y="9588503"/>
            <a:ext cx="18313403" cy="711203"/>
            <a:chOff x="0" y="0"/>
            <a:chExt cx="24417871" cy="9482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4383999" cy="914400"/>
            </a:xfrm>
            <a:custGeom>
              <a:avLst/>
              <a:gdLst/>
              <a:ahLst/>
              <a:cxnLst/>
              <a:rect r="r" b="b" t="t" l="l"/>
              <a:pathLst>
                <a:path h="9144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131E29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417782" cy="948184"/>
            </a:xfrm>
            <a:custGeom>
              <a:avLst/>
              <a:gdLst/>
              <a:ahLst/>
              <a:cxnLst/>
              <a:rect r="r" b="b" t="t" l="l"/>
              <a:pathLst>
                <a:path h="94818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931291"/>
                  </a:lnTo>
                  <a:cubicBezTo>
                    <a:pt x="24417782" y="940689"/>
                    <a:pt x="24410163" y="948182"/>
                    <a:pt x="24400890" y="948182"/>
                  </a:cubicBezTo>
                  <a:lnTo>
                    <a:pt x="16891" y="948182"/>
                  </a:lnTo>
                  <a:cubicBezTo>
                    <a:pt x="7620" y="948309"/>
                    <a:pt x="0" y="940689"/>
                    <a:pt x="0" y="931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31291"/>
                  </a:lnTo>
                  <a:lnTo>
                    <a:pt x="16891" y="931291"/>
                  </a:lnTo>
                  <a:lnTo>
                    <a:pt x="16891" y="914400"/>
                  </a:lnTo>
                  <a:lnTo>
                    <a:pt x="24400890" y="914400"/>
                  </a:lnTo>
                  <a:lnTo>
                    <a:pt x="24400890" y="931291"/>
                  </a:lnTo>
                  <a:lnTo>
                    <a:pt x="24384000" y="931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31E29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05840" y="9599676"/>
            <a:ext cx="164592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Orientini.com  ·  Tests Selenium  ·  2025-2026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071372" y="9801854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E5D8E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183387"/>
            <a:chOff x="0" y="0"/>
            <a:chExt cx="24417871" cy="29111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877312"/>
            </a:xfrm>
            <a:custGeom>
              <a:avLst/>
              <a:gdLst/>
              <a:ahLst/>
              <a:cxnLst/>
              <a:rect r="r" b="b" t="t" l="l"/>
              <a:pathLst>
                <a:path h="287731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877312"/>
                  </a:lnTo>
                  <a:lnTo>
                    <a:pt x="0" y="2877312"/>
                  </a:lnTo>
                  <a:close/>
                </a:path>
              </a:pathLst>
            </a:custGeom>
            <a:solidFill>
              <a:srgbClr val="1C2B3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911094"/>
            </a:xfrm>
            <a:custGeom>
              <a:avLst/>
              <a:gdLst/>
              <a:ahLst/>
              <a:cxnLst/>
              <a:rect r="r" b="b" t="t" l="l"/>
              <a:pathLst>
                <a:path h="291109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894203"/>
                  </a:lnTo>
                  <a:cubicBezTo>
                    <a:pt x="24417782" y="2903601"/>
                    <a:pt x="24410163" y="2911094"/>
                    <a:pt x="24400890" y="2911094"/>
                  </a:cubicBezTo>
                  <a:lnTo>
                    <a:pt x="16891" y="2911094"/>
                  </a:lnTo>
                  <a:cubicBezTo>
                    <a:pt x="7493" y="2911094"/>
                    <a:pt x="0" y="2903474"/>
                    <a:pt x="0" y="28942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94203"/>
                  </a:lnTo>
                  <a:lnTo>
                    <a:pt x="16891" y="2894203"/>
                  </a:lnTo>
                  <a:lnTo>
                    <a:pt x="16891" y="2877312"/>
                  </a:lnTo>
                  <a:lnTo>
                    <a:pt x="24400890" y="2877312"/>
                  </a:lnTo>
                  <a:lnTo>
                    <a:pt x="24400890" y="2894203"/>
                  </a:lnTo>
                  <a:lnTo>
                    <a:pt x="24384000" y="289420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B3A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731520" y="173355"/>
            <a:ext cx="16824960" cy="1143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200" b="true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Description de l'Application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31520" y="1278636"/>
            <a:ext cx="1682496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i="true">
                <a:solidFill>
                  <a:srgbClr val="02809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orientini.com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542287" y="2371087"/>
            <a:ext cx="9339577" cy="7510777"/>
            <a:chOff x="0" y="0"/>
            <a:chExt cx="12452769" cy="1001436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8382" y="8509"/>
              <a:ext cx="12435967" cy="9997440"/>
            </a:xfrm>
            <a:custGeom>
              <a:avLst/>
              <a:gdLst/>
              <a:ahLst/>
              <a:cxnLst/>
              <a:rect r="r" b="b" t="t" l="l"/>
              <a:pathLst>
                <a:path h="9997440" w="12435967">
                  <a:moveTo>
                    <a:pt x="127" y="243840"/>
                  </a:moveTo>
                  <a:cubicBezTo>
                    <a:pt x="127" y="109093"/>
                    <a:pt x="109347" y="0"/>
                    <a:pt x="243967" y="0"/>
                  </a:cubicBezTo>
                  <a:lnTo>
                    <a:pt x="12192000" y="0"/>
                  </a:lnTo>
                  <a:cubicBezTo>
                    <a:pt x="12326746" y="0"/>
                    <a:pt x="12435967" y="109220"/>
                    <a:pt x="12435967" y="243840"/>
                  </a:cubicBezTo>
                  <a:lnTo>
                    <a:pt x="12435967" y="9753600"/>
                  </a:lnTo>
                  <a:cubicBezTo>
                    <a:pt x="12435967" y="9888219"/>
                    <a:pt x="12326746" y="9997440"/>
                    <a:pt x="12192000" y="9997440"/>
                  </a:cubicBezTo>
                  <a:lnTo>
                    <a:pt x="243967" y="9997440"/>
                  </a:lnTo>
                  <a:cubicBezTo>
                    <a:pt x="109220" y="9997440"/>
                    <a:pt x="0" y="9888219"/>
                    <a:pt x="0" y="97536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452731" cy="10014458"/>
            </a:xfrm>
            <a:custGeom>
              <a:avLst/>
              <a:gdLst/>
              <a:ahLst/>
              <a:cxnLst/>
              <a:rect r="r" b="b" t="t" l="l"/>
              <a:pathLst>
                <a:path h="10014458" w="12452731">
                  <a:moveTo>
                    <a:pt x="0" y="252349"/>
                  </a:moveTo>
                  <a:cubicBezTo>
                    <a:pt x="0" y="112903"/>
                    <a:pt x="113030" y="0"/>
                    <a:pt x="252349" y="0"/>
                  </a:cubicBezTo>
                  <a:lnTo>
                    <a:pt x="12200382" y="0"/>
                  </a:lnTo>
                  <a:lnTo>
                    <a:pt x="12200382" y="8509"/>
                  </a:lnTo>
                  <a:lnTo>
                    <a:pt x="12200382" y="0"/>
                  </a:lnTo>
                  <a:cubicBezTo>
                    <a:pt x="12339827" y="0"/>
                    <a:pt x="12452731" y="112903"/>
                    <a:pt x="12452731" y="252349"/>
                  </a:cubicBezTo>
                  <a:lnTo>
                    <a:pt x="12444222" y="252349"/>
                  </a:lnTo>
                  <a:lnTo>
                    <a:pt x="12452731" y="252349"/>
                  </a:lnTo>
                  <a:lnTo>
                    <a:pt x="12452731" y="9762109"/>
                  </a:lnTo>
                  <a:lnTo>
                    <a:pt x="12444222" y="9762109"/>
                  </a:lnTo>
                  <a:lnTo>
                    <a:pt x="12452731" y="9762109"/>
                  </a:lnTo>
                  <a:cubicBezTo>
                    <a:pt x="12452731" y="9901428"/>
                    <a:pt x="12339701" y="10014458"/>
                    <a:pt x="12200382" y="10014458"/>
                  </a:cubicBezTo>
                  <a:lnTo>
                    <a:pt x="12200382" y="10005949"/>
                  </a:lnTo>
                  <a:lnTo>
                    <a:pt x="12200382" y="10014458"/>
                  </a:lnTo>
                  <a:lnTo>
                    <a:pt x="252349" y="10014458"/>
                  </a:lnTo>
                  <a:lnTo>
                    <a:pt x="252349" y="10005949"/>
                  </a:lnTo>
                  <a:lnTo>
                    <a:pt x="252349" y="10014458"/>
                  </a:lnTo>
                  <a:cubicBezTo>
                    <a:pt x="113030" y="10014331"/>
                    <a:pt x="0" y="9901428"/>
                    <a:pt x="0" y="9762109"/>
                  </a:cubicBezTo>
                  <a:lnTo>
                    <a:pt x="0" y="252349"/>
                  </a:lnTo>
                  <a:lnTo>
                    <a:pt x="8509" y="252349"/>
                  </a:lnTo>
                  <a:lnTo>
                    <a:pt x="0" y="252349"/>
                  </a:lnTo>
                  <a:moveTo>
                    <a:pt x="16891" y="252349"/>
                  </a:moveTo>
                  <a:lnTo>
                    <a:pt x="16891" y="9762109"/>
                  </a:lnTo>
                  <a:lnTo>
                    <a:pt x="8509" y="9762109"/>
                  </a:lnTo>
                  <a:lnTo>
                    <a:pt x="17018" y="9762109"/>
                  </a:lnTo>
                  <a:cubicBezTo>
                    <a:pt x="17018" y="9892157"/>
                    <a:pt x="122428" y="9997440"/>
                    <a:pt x="252476" y="9997440"/>
                  </a:cubicBezTo>
                  <a:lnTo>
                    <a:pt x="12200382" y="9997440"/>
                  </a:lnTo>
                  <a:cubicBezTo>
                    <a:pt x="12330430" y="9997440"/>
                    <a:pt x="12435839" y="9892030"/>
                    <a:pt x="12435839" y="9762109"/>
                  </a:cubicBezTo>
                  <a:lnTo>
                    <a:pt x="12435839" y="252349"/>
                  </a:lnTo>
                  <a:cubicBezTo>
                    <a:pt x="12435839" y="122301"/>
                    <a:pt x="12330430" y="17018"/>
                    <a:pt x="12200382" y="17018"/>
                  </a:cubicBezTo>
                  <a:lnTo>
                    <a:pt x="252349" y="17018"/>
                  </a:lnTo>
                  <a:lnTo>
                    <a:pt x="252349" y="8509"/>
                  </a:lnTo>
                  <a:lnTo>
                    <a:pt x="252349" y="17018"/>
                  </a:lnTo>
                  <a:cubicBezTo>
                    <a:pt x="122301" y="16891"/>
                    <a:pt x="16891" y="122301"/>
                    <a:pt x="16891" y="252349"/>
                  </a:cubicBezTo>
                  <a:close/>
                </a:path>
              </a:pathLst>
            </a:custGeom>
            <a:solidFill>
              <a:srgbClr val="CBD5E0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05840" y="2596896"/>
            <a:ext cx="8412480" cy="694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1C2B3A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À propos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19991" y="2876807"/>
            <a:ext cx="171707" cy="171707"/>
            <a:chOff x="0" y="0"/>
            <a:chExt cx="228943" cy="22894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95072" cy="195072"/>
            </a:xfrm>
            <a:custGeom>
              <a:avLst/>
              <a:gdLst/>
              <a:ahLst/>
              <a:cxnLst/>
              <a:rect r="r" b="b" t="t" l="l"/>
              <a:pathLst>
                <a:path h="195072" w="195072">
                  <a:moveTo>
                    <a:pt x="0" y="97536"/>
                  </a:moveTo>
                  <a:cubicBezTo>
                    <a:pt x="0" y="43688"/>
                    <a:pt x="43688" y="0"/>
                    <a:pt x="97536" y="0"/>
                  </a:cubicBezTo>
                  <a:cubicBezTo>
                    <a:pt x="151384" y="0"/>
                    <a:pt x="195072" y="43688"/>
                    <a:pt x="195072" y="97536"/>
                  </a:cubicBezTo>
                  <a:cubicBezTo>
                    <a:pt x="195072" y="151384"/>
                    <a:pt x="151384" y="195072"/>
                    <a:pt x="97536" y="195072"/>
                  </a:cubicBezTo>
                  <a:cubicBezTo>
                    <a:pt x="43688" y="195072"/>
                    <a:pt x="0" y="151384"/>
                    <a:pt x="0" y="97536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8854" cy="228854"/>
            </a:xfrm>
            <a:custGeom>
              <a:avLst/>
              <a:gdLst/>
              <a:ahLst/>
              <a:cxnLst/>
              <a:rect r="r" b="b" t="t" l="l"/>
              <a:pathLst>
                <a:path h="228854" w="228854">
                  <a:moveTo>
                    <a:pt x="0" y="114427"/>
                  </a:moveTo>
                  <a:cubicBezTo>
                    <a:pt x="0" y="51308"/>
                    <a:pt x="51308" y="0"/>
                    <a:pt x="114427" y="0"/>
                  </a:cubicBezTo>
                  <a:lnTo>
                    <a:pt x="114427" y="16891"/>
                  </a:lnTo>
                  <a:lnTo>
                    <a:pt x="114427" y="0"/>
                  </a:lnTo>
                  <a:cubicBezTo>
                    <a:pt x="177673" y="0"/>
                    <a:pt x="228854" y="51308"/>
                    <a:pt x="228854" y="114427"/>
                  </a:cubicBezTo>
                  <a:cubicBezTo>
                    <a:pt x="228854" y="177673"/>
                    <a:pt x="177546" y="228854"/>
                    <a:pt x="114427" y="228854"/>
                  </a:cubicBezTo>
                  <a:lnTo>
                    <a:pt x="114427" y="211963"/>
                  </a:lnTo>
                  <a:lnTo>
                    <a:pt x="114427" y="228854"/>
                  </a:lnTo>
                  <a:cubicBezTo>
                    <a:pt x="51308" y="228981"/>
                    <a:pt x="0" y="177673"/>
                    <a:pt x="0" y="114427"/>
                  </a:cubicBezTo>
                  <a:lnTo>
                    <a:pt x="16891" y="114427"/>
                  </a:lnTo>
                  <a:lnTo>
                    <a:pt x="31623" y="122682"/>
                  </a:lnTo>
                  <a:cubicBezTo>
                    <a:pt x="27813" y="129413"/>
                    <a:pt x="20066" y="132715"/>
                    <a:pt x="12573" y="130810"/>
                  </a:cubicBezTo>
                  <a:cubicBezTo>
                    <a:pt x="5080" y="128905"/>
                    <a:pt x="0" y="122174"/>
                    <a:pt x="0" y="114427"/>
                  </a:cubicBezTo>
                  <a:moveTo>
                    <a:pt x="33909" y="114427"/>
                  </a:moveTo>
                  <a:lnTo>
                    <a:pt x="16891" y="114427"/>
                  </a:lnTo>
                  <a:lnTo>
                    <a:pt x="2159" y="106172"/>
                  </a:lnTo>
                  <a:cubicBezTo>
                    <a:pt x="5969" y="99441"/>
                    <a:pt x="13716" y="96139"/>
                    <a:pt x="21209" y="98044"/>
                  </a:cubicBezTo>
                  <a:cubicBezTo>
                    <a:pt x="28702" y="99949"/>
                    <a:pt x="33909" y="106680"/>
                    <a:pt x="33909" y="114427"/>
                  </a:cubicBezTo>
                  <a:cubicBezTo>
                    <a:pt x="33909" y="159004"/>
                    <a:pt x="69977" y="195072"/>
                    <a:pt x="114554" y="195072"/>
                  </a:cubicBezTo>
                  <a:cubicBezTo>
                    <a:pt x="159131" y="195072"/>
                    <a:pt x="195199" y="159004"/>
                    <a:pt x="195199" y="114427"/>
                  </a:cubicBezTo>
                  <a:lnTo>
                    <a:pt x="212090" y="114427"/>
                  </a:lnTo>
                  <a:lnTo>
                    <a:pt x="195199" y="114427"/>
                  </a:lnTo>
                  <a:cubicBezTo>
                    <a:pt x="195199" y="69850"/>
                    <a:pt x="159131" y="33782"/>
                    <a:pt x="114554" y="33782"/>
                  </a:cubicBezTo>
                  <a:lnTo>
                    <a:pt x="114554" y="16891"/>
                  </a:lnTo>
                  <a:lnTo>
                    <a:pt x="114554" y="33909"/>
                  </a:lnTo>
                  <a:cubicBezTo>
                    <a:pt x="69977" y="33909"/>
                    <a:pt x="33909" y="69977"/>
                    <a:pt x="33909" y="114554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50976" y="3200400"/>
            <a:ext cx="8686800" cy="6400800"/>
            <a:chOff x="0" y="0"/>
            <a:chExt cx="11582400" cy="853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582400" cy="8534400"/>
            </a:xfrm>
            <a:custGeom>
              <a:avLst/>
              <a:gdLst/>
              <a:ahLst/>
              <a:cxnLst/>
              <a:rect r="r" b="b" t="t" l="l"/>
              <a:pathLst>
                <a:path h="8534400" w="11582400">
                  <a:moveTo>
                    <a:pt x="0" y="0"/>
                  </a:moveTo>
                  <a:lnTo>
                    <a:pt x="11582400" y="0"/>
                  </a:lnTo>
                  <a:lnTo>
                    <a:pt x="11582400" y="8534400"/>
                  </a:lnTo>
                  <a:lnTo>
                    <a:pt x="0" y="853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4539" t="0" r="-44539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1582400" cy="858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603250" indent="-301625" lvl="1">
                <a:lnSpc>
                  <a:spcPts val="2999"/>
                </a:lnSpc>
                <a:buFont typeface="Arial"/>
                <a:buChar char="•"/>
              </a:pPr>
              <a:r>
                <a:rPr lang="en-US" sz="2499">
                  <a:solidFill>
                    <a:srgbClr val="1C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Site web tunisien d'orientation scolaire et universitaire</a:t>
              </a:r>
            </a:p>
            <a:p>
              <a:pPr algn="l" marL="603250" indent="-301625" lvl="1">
                <a:lnSpc>
                  <a:spcPts val="2999"/>
                </a:lnSpc>
                <a:buFont typeface="Arial"/>
                <a:buChar char="•"/>
              </a:pPr>
              <a:r>
                <a:rPr lang="en-US" sz="2499">
                  <a:solidFill>
                    <a:srgbClr val="1C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Cible : lycéens, étudiants, parents &amp; conseillers</a:t>
              </a:r>
            </a:p>
            <a:p>
              <a:pPr algn="l" marL="603250" indent="-301625" lvl="1">
                <a:lnSpc>
                  <a:spcPts val="2999"/>
                </a:lnSpc>
                <a:buFont typeface="Arial"/>
                <a:buChar char="•"/>
              </a:pPr>
              <a:r>
                <a:rPr lang="en-US" sz="2499">
                  <a:solidFill>
                    <a:srgbClr val="1C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Guides de filières, tests d'orientation, ressources pédagogiques</a:t>
              </a:r>
            </a:p>
            <a:p>
              <a:pPr algn="l" marL="603250" indent="-301625" lvl="1">
                <a:lnSpc>
                  <a:spcPts val="2999"/>
                </a:lnSpc>
                <a:buFont typeface="Arial"/>
                <a:buChar char="•"/>
              </a:pPr>
              <a:r>
                <a:rPr lang="en-US" sz="2499">
                  <a:solidFill>
                    <a:srgbClr val="1C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Interface bilingue : Arabe (RTL) et Français</a:t>
              </a:r>
            </a:p>
            <a:p>
              <a:pPr algn="l" marL="603250" indent="-301625" lvl="1">
                <a:lnSpc>
                  <a:spcPts val="2999"/>
                </a:lnSpc>
                <a:buFont typeface="Arial"/>
                <a:buChar char="•"/>
              </a:pPr>
              <a:r>
                <a:rPr lang="en-US" sz="2499">
                  <a:solidFill>
                    <a:srgbClr val="1C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URL : orientini.com</a:t>
              </a:r>
            </a:p>
            <a:p>
              <a:pPr algn="l">
                <a:lnSpc>
                  <a:spcPts val="299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335516" y="2371087"/>
            <a:ext cx="7510777" cy="7510777"/>
            <a:chOff x="0" y="0"/>
            <a:chExt cx="10014369" cy="1001436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8509" y="8509"/>
              <a:ext cx="9997440" cy="9997440"/>
            </a:xfrm>
            <a:custGeom>
              <a:avLst/>
              <a:gdLst/>
              <a:ahLst/>
              <a:cxnLst/>
              <a:rect r="r" b="b" t="t" l="l"/>
              <a:pathLst>
                <a:path h="9997440" w="9997440">
                  <a:moveTo>
                    <a:pt x="0" y="243840"/>
                  </a:moveTo>
                  <a:cubicBezTo>
                    <a:pt x="0" y="109093"/>
                    <a:pt x="109093" y="0"/>
                    <a:pt x="243840" y="0"/>
                  </a:cubicBezTo>
                  <a:lnTo>
                    <a:pt x="9753600" y="0"/>
                  </a:lnTo>
                  <a:cubicBezTo>
                    <a:pt x="9888220" y="0"/>
                    <a:pt x="9997440" y="109220"/>
                    <a:pt x="9997440" y="243840"/>
                  </a:cubicBezTo>
                  <a:lnTo>
                    <a:pt x="9997440" y="9753600"/>
                  </a:lnTo>
                  <a:cubicBezTo>
                    <a:pt x="9997440" y="9888219"/>
                    <a:pt x="9888220" y="9997440"/>
                    <a:pt x="9753600" y="9997440"/>
                  </a:cubicBezTo>
                  <a:lnTo>
                    <a:pt x="243840" y="9997440"/>
                  </a:lnTo>
                  <a:cubicBezTo>
                    <a:pt x="109220" y="9997440"/>
                    <a:pt x="0" y="9888219"/>
                    <a:pt x="0" y="97536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014458" cy="10014458"/>
            </a:xfrm>
            <a:custGeom>
              <a:avLst/>
              <a:gdLst/>
              <a:ahLst/>
              <a:cxnLst/>
              <a:rect r="r" b="b" t="t" l="l"/>
              <a:pathLst>
                <a:path h="10014458" w="10014458">
                  <a:moveTo>
                    <a:pt x="0" y="252349"/>
                  </a:moveTo>
                  <a:cubicBezTo>
                    <a:pt x="0" y="112903"/>
                    <a:pt x="112903" y="0"/>
                    <a:pt x="252349" y="0"/>
                  </a:cubicBezTo>
                  <a:lnTo>
                    <a:pt x="9762109" y="0"/>
                  </a:lnTo>
                  <a:lnTo>
                    <a:pt x="9762109" y="8509"/>
                  </a:lnTo>
                  <a:lnTo>
                    <a:pt x="9762109" y="0"/>
                  </a:lnTo>
                  <a:cubicBezTo>
                    <a:pt x="9901428" y="0"/>
                    <a:pt x="10014458" y="112903"/>
                    <a:pt x="10014458" y="252349"/>
                  </a:cubicBezTo>
                  <a:lnTo>
                    <a:pt x="10005949" y="252349"/>
                  </a:lnTo>
                  <a:lnTo>
                    <a:pt x="10014458" y="252349"/>
                  </a:lnTo>
                  <a:lnTo>
                    <a:pt x="10014458" y="9762109"/>
                  </a:lnTo>
                  <a:lnTo>
                    <a:pt x="10005949" y="9762109"/>
                  </a:lnTo>
                  <a:lnTo>
                    <a:pt x="10014458" y="9762109"/>
                  </a:lnTo>
                  <a:cubicBezTo>
                    <a:pt x="10014458" y="9901428"/>
                    <a:pt x="9901555" y="10014458"/>
                    <a:pt x="9762109" y="10014458"/>
                  </a:cubicBezTo>
                  <a:lnTo>
                    <a:pt x="9762109" y="10005949"/>
                  </a:lnTo>
                  <a:lnTo>
                    <a:pt x="9762109" y="10014458"/>
                  </a:lnTo>
                  <a:lnTo>
                    <a:pt x="252349" y="10014458"/>
                  </a:lnTo>
                  <a:lnTo>
                    <a:pt x="252349" y="10005949"/>
                  </a:lnTo>
                  <a:lnTo>
                    <a:pt x="252349" y="10014458"/>
                  </a:lnTo>
                  <a:cubicBezTo>
                    <a:pt x="112903" y="10014331"/>
                    <a:pt x="0" y="9901428"/>
                    <a:pt x="0" y="9762109"/>
                  </a:cubicBezTo>
                  <a:lnTo>
                    <a:pt x="0" y="252349"/>
                  </a:lnTo>
                  <a:lnTo>
                    <a:pt x="8509" y="252349"/>
                  </a:lnTo>
                  <a:lnTo>
                    <a:pt x="0" y="252349"/>
                  </a:lnTo>
                  <a:moveTo>
                    <a:pt x="16891" y="252349"/>
                  </a:moveTo>
                  <a:lnTo>
                    <a:pt x="16891" y="9762109"/>
                  </a:lnTo>
                  <a:lnTo>
                    <a:pt x="8509" y="9762109"/>
                  </a:lnTo>
                  <a:lnTo>
                    <a:pt x="17018" y="9762109"/>
                  </a:lnTo>
                  <a:cubicBezTo>
                    <a:pt x="17018" y="9892157"/>
                    <a:pt x="122428" y="9997440"/>
                    <a:pt x="252349" y="9997440"/>
                  </a:cubicBezTo>
                  <a:lnTo>
                    <a:pt x="9762109" y="9997440"/>
                  </a:lnTo>
                  <a:cubicBezTo>
                    <a:pt x="9892157" y="9997440"/>
                    <a:pt x="9997440" y="9892030"/>
                    <a:pt x="9997440" y="9762109"/>
                  </a:cubicBezTo>
                  <a:lnTo>
                    <a:pt x="9997440" y="252349"/>
                  </a:lnTo>
                  <a:cubicBezTo>
                    <a:pt x="9997440" y="122301"/>
                    <a:pt x="9892030" y="17018"/>
                    <a:pt x="9762109" y="17018"/>
                  </a:cubicBezTo>
                  <a:lnTo>
                    <a:pt x="252349" y="17018"/>
                  </a:lnTo>
                  <a:lnTo>
                    <a:pt x="252349" y="8509"/>
                  </a:lnTo>
                  <a:lnTo>
                    <a:pt x="252349" y="17018"/>
                  </a:lnTo>
                  <a:cubicBezTo>
                    <a:pt x="122301" y="16891"/>
                    <a:pt x="16891" y="122301"/>
                    <a:pt x="16891" y="252349"/>
                  </a:cubicBezTo>
                  <a:close/>
                </a:path>
              </a:pathLst>
            </a:custGeom>
            <a:solidFill>
              <a:srgbClr val="CBD5E0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53344" y="2596896"/>
            <a:ext cx="6675120" cy="694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1C2B3A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Contexte du projet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92127" y="3376927"/>
            <a:ext cx="6742681" cy="835657"/>
            <a:chOff x="0" y="0"/>
            <a:chExt cx="8990241" cy="111420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8509" y="8509"/>
              <a:ext cx="8973313" cy="1097280"/>
            </a:xfrm>
            <a:custGeom>
              <a:avLst/>
              <a:gdLst/>
              <a:ahLst/>
              <a:cxnLst/>
              <a:rect r="r" b="b" t="t" l="l"/>
              <a:pathLst>
                <a:path h="1097280" w="8973313">
                  <a:moveTo>
                    <a:pt x="0" y="243840"/>
                  </a:moveTo>
                  <a:cubicBezTo>
                    <a:pt x="0" y="109093"/>
                    <a:pt x="110617" y="0"/>
                    <a:pt x="247142" y="0"/>
                  </a:cubicBezTo>
                  <a:lnTo>
                    <a:pt x="8726170" y="0"/>
                  </a:lnTo>
                  <a:cubicBezTo>
                    <a:pt x="8862695" y="0"/>
                    <a:pt x="8973313" y="109220"/>
                    <a:pt x="8973313" y="243840"/>
                  </a:cubicBezTo>
                  <a:lnTo>
                    <a:pt x="8973313" y="853440"/>
                  </a:lnTo>
                  <a:cubicBezTo>
                    <a:pt x="8973313" y="988060"/>
                    <a:pt x="8862695" y="1097280"/>
                    <a:pt x="8726170" y="1097280"/>
                  </a:cubicBezTo>
                  <a:lnTo>
                    <a:pt x="247142" y="1097280"/>
                  </a:lnTo>
                  <a:cubicBezTo>
                    <a:pt x="110617" y="1097280"/>
                    <a:pt x="0" y="988060"/>
                    <a:pt x="0" y="8534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990330" cy="1114298"/>
            </a:xfrm>
            <a:custGeom>
              <a:avLst/>
              <a:gdLst/>
              <a:ahLst/>
              <a:cxnLst/>
              <a:rect r="r" b="b" t="t" l="l"/>
              <a:pathLst>
                <a:path h="1114298" w="8990330">
                  <a:moveTo>
                    <a:pt x="0" y="252349"/>
                  </a:moveTo>
                  <a:cubicBezTo>
                    <a:pt x="0" y="112903"/>
                    <a:pt x="114554" y="0"/>
                    <a:pt x="255651" y="0"/>
                  </a:cubicBezTo>
                  <a:lnTo>
                    <a:pt x="8734679" y="0"/>
                  </a:lnTo>
                  <a:lnTo>
                    <a:pt x="8734679" y="8509"/>
                  </a:lnTo>
                  <a:lnTo>
                    <a:pt x="8734679" y="0"/>
                  </a:lnTo>
                  <a:cubicBezTo>
                    <a:pt x="8875776" y="0"/>
                    <a:pt x="8990330" y="112903"/>
                    <a:pt x="8990330" y="252349"/>
                  </a:cubicBezTo>
                  <a:lnTo>
                    <a:pt x="8981822" y="252349"/>
                  </a:lnTo>
                  <a:lnTo>
                    <a:pt x="8990330" y="252349"/>
                  </a:lnTo>
                  <a:lnTo>
                    <a:pt x="8990330" y="861949"/>
                  </a:lnTo>
                  <a:lnTo>
                    <a:pt x="8981822" y="861949"/>
                  </a:lnTo>
                  <a:lnTo>
                    <a:pt x="8990330" y="861949"/>
                  </a:lnTo>
                  <a:cubicBezTo>
                    <a:pt x="8990330" y="1001395"/>
                    <a:pt x="8875776" y="1114298"/>
                    <a:pt x="8734679" y="1114298"/>
                  </a:cubicBezTo>
                  <a:lnTo>
                    <a:pt x="8734679" y="1105789"/>
                  </a:lnTo>
                  <a:lnTo>
                    <a:pt x="8734679" y="1114298"/>
                  </a:lnTo>
                  <a:lnTo>
                    <a:pt x="255651" y="1114298"/>
                  </a:lnTo>
                  <a:lnTo>
                    <a:pt x="255651" y="1105789"/>
                  </a:lnTo>
                  <a:lnTo>
                    <a:pt x="255651" y="1114298"/>
                  </a:lnTo>
                  <a:cubicBezTo>
                    <a:pt x="114554" y="1114171"/>
                    <a:pt x="0" y="1001395"/>
                    <a:pt x="0" y="861949"/>
                  </a:cubicBezTo>
                  <a:lnTo>
                    <a:pt x="0" y="252349"/>
                  </a:lnTo>
                  <a:lnTo>
                    <a:pt x="8509" y="252349"/>
                  </a:lnTo>
                  <a:lnTo>
                    <a:pt x="0" y="252349"/>
                  </a:lnTo>
                  <a:moveTo>
                    <a:pt x="16891" y="252349"/>
                  </a:moveTo>
                  <a:lnTo>
                    <a:pt x="16891" y="861949"/>
                  </a:lnTo>
                  <a:lnTo>
                    <a:pt x="8509" y="861949"/>
                  </a:lnTo>
                  <a:lnTo>
                    <a:pt x="17018" y="861949"/>
                  </a:lnTo>
                  <a:cubicBezTo>
                    <a:pt x="17018" y="991870"/>
                    <a:pt x="123825" y="1097280"/>
                    <a:pt x="255651" y="1097280"/>
                  </a:cubicBezTo>
                  <a:lnTo>
                    <a:pt x="8734679" y="1097280"/>
                  </a:lnTo>
                  <a:cubicBezTo>
                    <a:pt x="8866632" y="1097280"/>
                    <a:pt x="8973312" y="991743"/>
                    <a:pt x="8973312" y="861949"/>
                  </a:cubicBezTo>
                  <a:lnTo>
                    <a:pt x="8973312" y="252349"/>
                  </a:lnTo>
                  <a:cubicBezTo>
                    <a:pt x="8973312" y="122428"/>
                    <a:pt x="8866505" y="17018"/>
                    <a:pt x="8734679" y="17018"/>
                  </a:cubicBezTo>
                  <a:lnTo>
                    <a:pt x="255651" y="17018"/>
                  </a:lnTo>
                  <a:lnTo>
                    <a:pt x="255651" y="8509"/>
                  </a:lnTo>
                  <a:lnTo>
                    <a:pt x="255651" y="17018"/>
                  </a:lnTo>
                  <a:cubicBezTo>
                    <a:pt x="123698" y="16891"/>
                    <a:pt x="16891" y="122428"/>
                    <a:pt x="16891" y="252349"/>
                  </a:cubicBezTo>
                  <a:close/>
                </a:path>
              </a:pathLst>
            </a:custGeom>
            <a:solidFill>
              <a:srgbClr val="CBD5E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685783" y="3370583"/>
            <a:ext cx="135131" cy="848363"/>
            <a:chOff x="0" y="0"/>
            <a:chExt cx="180175" cy="113115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6891" y="16891"/>
              <a:ext cx="146304" cy="1097280"/>
            </a:xfrm>
            <a:custGeom>
              <a:avLst/>
              <a:gdLst/>
              <a:ahLst/>
              <a:cxnLst/>
              <a:rect r="r" b="b" t="t" l="l"/>
              <a:pathLst>
                <a:path h="109728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80086" cy="1131064"/>
            </a:xfrm>
            <a:custGeom>
              <a:avLst/>
              <a:gdLst/>
              <a:ahLst/>
              <a:cxnLst/>
              <a:rect r="r" b="b" t="t" l="l"/>
              <a:pathLst>
                <a:path h="1131064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114171"/>
                  </a:lnTo>
                  <a:cubicBezTo>
                    <a:pt x="180086" y="1123569"/>
                    <a:pt x="172466" y="1131062"/>
                    <a:pt x="163195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163195" y="1097280"/>
                  </a:lnTo>
                  <a:lnTo>
                    <a:pt x="163195" y="1114171"/>
                  </a:lnTo>
                  <a:lnTo>
                    <a:pt x="146304" y="111417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0899648" y="3418332"/>
            <a:ext cx="6364224" cy="696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🎓  Application éducative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0716392" y="4380871"/>
            <a:ext cx="6749024" cy="3865883"/>
            <a:chOff x="0" y="0"/>
            <a:chExt cx="8998699" cy="5154511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8458" y="8458"/>
              <a:ext cx="8990241" cy="1114209"/>
              <a:chOff x="0" y="0"/>
              <a:chExt cx="8990241" cy="1114209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8509" y="8509"/>
                <a:ext cx="8973313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8973313">
                    <a:moveTo>
                      <a:pt x="0" y="243840"/>
                    </a:moveTo>
                    <a:cubicBezTo>
                      <a:pt x="0" y="109093"/>
                      <a:pt x="110617" y="0"/>
                      <a:pt x="247142" y="0"/>
                    </a:cubicBezTo>
                    <a:lnTo>
                      <a:pt x="8726170" y="0"/>
                    </a:lnTo>
                    <a:cubicBezTo>
                      <a:pt x="8862695" y="0"/>
                      <a:pt x="8973313" y="109220"/>
                      <a:pt x="8973313" y="243840"/>
                    </a:cubicBezTo>
                    <a:lnTo>
                      <a:pt x="8973313" y="853440"/>
                    </a:lnTo>
                    <a:cubicBezTo>
                      <a:pt x="8973313" y="988060"/>
                      <a:pt x="8862695" y="1097280"/>
                      <a:pt x="8726170" y="1097280"/>
                    </a:cubicBezTo>
                    <a:lnTo>
                      <a:pt x="247142" y="1097280"/>
                    </a:lnTo>
                    <a:cubicBezTo>
                      <a:pt x="110617" y="1097280"/>
                      <a:pt x="0" y="988060"/>
                      <a:pt x="0" y="85344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990330" cy="1114298"/>
              </a:xfrm>
              <a:custGeom>
                <a:avLst/>
                <a:gdLst/>
                <a:ahLst/>
                <a:cxnLst/>
                <a:rect r="r" b="b" t="t" l="l"/>
                <a:pathLst>
                  <a:path h="1114298" w="8990330">
                    <a:moveTo>
                      <a:pt x="0" y="252349"/>
                    </a:moveTo>
                    <a:cubicBezTo>
                      <a:pt x="0" y="112903"/>
                      <a:pt x="114554" y="0"/>
                      <a:pt x="255651" y="0"/>
                    </a:cubicBezTo>
                    <a:lnTo>
                      <a:pt x="8734679" y="0"/>
                    </a:lnTo>
                    <a:lnTo>
                      <a:pt x="8734679" y="8509"/>
                    </a:lnTo>
                    <a:lnTo>
                      <a:pt x="8734679" y="0"/>
                    </a:lnTo>
                    <a:cubicBezTo>
                      <a:pt x="8875776" y="0"/>
                      <a:pt x="8990330" y="112903"/>
                      <a:pt x="8990330" y="252349"/>
                    </a:cubicBezTo>
                    <a:lnTo>
                      <a:pt x="8981822" y="252349"/>
                    </a:lnTo>
                    <a:lnTo>
                      <a:pt x="8990330" y="252349"/>
                    </a:lnTo>
                    <a:lnTo>
                      <a:pt x="8990330" y="861949"/>
                    </a:lnTo>
                    <a:lnTo>
                      <a:pt x="8981822" y="861949"/>
                    </a:lnTo>
                    <a:lnTo>
                      <a:pt x="8990330" y="861949"/>
                    </a:lnTo>
                    <a:cubicBezTo>
                      <a:pt x="8990330" y="1001395"/>
                      <a:pt x="8875776" y="1114298"/>
                      <a:pt x="8734679" y="1114298"/>
                    </a:cubicBezTo>
                    <a:lnTo>
                      <a:pt x="8734679" y="1105789"/>
                    </a:lnTo>
                    <a:lnTo>
                      <a:pt x="8734679" y="1114298"/>
                    </a:lnTo>
                    <a:lnTo>
                      <a:pt x="255651" y="1114298"/>
                    </a:lnTo>
                    <a:lnTo>
                      <a:pt x="255651" y="1105789"/>
                    </a:lnTo>
                    <a:lnTo>
                      <a:pt x="255651" y="1114298"/>
                    </a:lnTo>
                    <a:cubicBezTo>
                      <a:pt x="114554" y="1114171"/>
                      <a:pt x="0" y="1001395"/>
                      <a:pt x="0" y="861949"/>
                    </a:cubicBezTo>
                    <a:lnTo>
                      <a:pt x="0" y="252349"/>
                    </a:lnTo>
                    <a:lnTo>
                      <a:pt x="8509" y="252349"/>
                    </a:lnTo>
                    <a:lnTo>
                      <a:pt x="0" y="252349"/>
                    </a:lnTo>
                    <a:moveTo>
                      <a:pt x="16891" y="252349"/>
                    </a:moveTo>
                    <a:lnTo>
                      <a:pt x="16891" y="861949"/>
                    </a:lnTo>
                    <a:lnTo>
                      <a:pt x="8509" y="861949"/>
                    </a:lnTo>
                    <a:lnTo>
                      <a:pt x="17018" y="861949"/>
                    </a:lnTo>
                    <a:cubicBezTo>
                      <a:pt x="17018" y="991870"/>
                      <a:pt x="123825" y="1097280"/>
                      <a:pt x="255651" y="1097280"/>
                    </a:cubicBezTo>
                    <a:lnTo>
                      <a:pt x="8734679" y="1097280"/>
                    </a:lnTo>
                    <a:cubicBezTo>
                      <a:pt x="8866632" y="1097280"/>
                      <a:pt x="8973312" y="991743"/>
                      <a:pt x="8973312" y="861949"/>
                    </a:cubicBezTo>
                    <a:lnTo>
                      <a:pt x="8973312" y="252349"/>
                    </a:lnTo>
                    <a:cubicBezTo>
                      <a:pt x="8973312" y="122428"/>
                      <a:pt x="8866505" y="17018"/>
                      <a:pt x="8734679" y="17018"/>
                    </a:cubicBezTo>
                    <a:lnTo>
                      <a:pt x="255651" y="17018"/>
                    </a:lnTo>
                    <a:lnTo>
                      <a:pt x="255651" y="8509"/>
                    </a:lnTo>
                    <a:lnTo>
                      <a:pt x="255651" y="17018"/>
                    </a:lnTo>
                    <a:cubicBezTo>
                      <a:pt x="123698" y="16891"/>
                      <a:pt x="16891" y="122428"/>
                      <a:pt x="16891" y="252349"/>
                    </a:cubicBezTo>
                    <a:close/>
                  </a:path>
                </a:pathLst>
              </a:custGeom>
              <a:solidFill>
                <a:srgbClr val="CBD5E0"/>
              </a:solidFill>
            </p:spPr>
          </p:sp>
        </p:grpSp>
        <p:grpSp>
          <p:nvGrpSpPr>
            <p:cNvPr name="Group 32" id="32"/>
            <p:cNvGrpSpPr/>
            <p:nvPr/>
          </p:nvGrpSpPr>
          <p:grpSpPr>
            <a:xfrm rot="0">
              <a:off x="0" y="0"/>
              <a:ext cx="180175" cy="1131151"/>
              <a:chOff x="0" y="0"/>
              <a:chExt cx="180175" cy="1131151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16891" y="16891"/>
                <a:ext cx="146304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46304">
                    <a:moveTo>
                      <a:pt x="0" y="0"/>
                    </a:moveTo>
                    <a:lnTo>
                      <a:pt x="146304" y="0"/>
                    </a:lnTo>
                    <a:lnTo>
                      <a:pt x="146304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solidFill>
                <a:srgbClr val="028090"/>
              </a:solidFill>
            </p:spPr>
          </p:sp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80086" cy="1131064"/>
              </a:xfrm>
              <a:custGeom>
                <a:avLst/>
                <a:gdLst/>
                <a:ahLst/>
                <a:cxnLst/>
                <a:rect r="r" b="b" t="t" l="l"/>
                <a:pathLst>
                  <a:path h="1131064" w="180086">
                    <a:moveTo>
                      <a:pt x="16891" y="0"/>
                    </a:moveTo>
                    <a:lnTo>
                      <a:pt x="163195" y="0"/>
                    </a:lnTo>
                    <a:cubicBezTo>
                      <a:pt x="172593" y="0"/>
                      <a:pt x="180086" y="7620"/>
                      <a:pt x="180086" y="16891"/>
                    </a:cubicBezTo>
                    <a:lnTo>
                      <a:pt x="180086" y="1114171"/>
                    </a:lnTo>
                    <a:cubicBezTo>
                      <a:pt x="180086" y="1123569"/>
                      <a:pt x="172466" y="1131062"/>
                      <a:pt x="163195" y="1131062"/>
                    </a:cubicBezTo>
                    <a:lnTo>
                      <a:pt x="16891" y="1131062"/>
                    </a:lnTo>
                    <a:cubicBezTo>
                      <a:pt x="7620" y="1131189"/>
                      <a:pt x="0" y="1123569"/>
                      <a:pt x="0" y="111417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114171"/>
                    </a:lnTo>
                    <a:lnTo>
                      <a:pt x="16891" y="1114171"/>
                    </a:lnTo>
                    <a:lnTo>
                      <a:pt x="16891" y="1097280"/>
                    </a:lnTo>
                    <a:lnTo>
                      <a:pt x="163195" y="1097280"/>
                    </a:lnTo>
                    <a:lnTo>
                      <a:pt x="163195" y="1114171"/>
                    </a:lnTo>
                    <a:lnTo>
                      <a:pt x="146304" y="1114171"/>
                    </a:lnTo>
                    <a:lnTo>
                      <a:pt x="146304" y="16891"/>
                    </a:lnTo>
                    <a:lnTo>
                      <a:pt x="163195" y="16891"/>
                    </a:lnTo>
                    <a:lnTo>
                      <a:pt x="163195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28090"/>
              </a:solidFill>
            </p:spPr>
          </p:sp>
        </p:grpSp>
        <p:sp>
          <p:nvSpPr>
            <p:cNvPr name="TextBox 35" id="35"/>
            <p:cNvSpPr txBox="true"/>
            <p:nvPr/>
          </p:nvSpPr>
          <p:spPr>
            <a:xfrm rot="0">
              <a:off x="285153" y="76365"/>
              <a:ext cx="8485632" cy="520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C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🌐  Interface AR / FR</a:t>
              </a:r>
            </a:p>
          </p:txBody>
        </p:sp>
        <p:grpSp>
          <p:nvGrpSpPr>
            <p:cNvPr name="Group 36" id="36"/>
            <p:cNvGrpSpPr/>
            <p:nvPr/>
          </p:nvGrpSpPr>
          <p:grpSpPr>
            <a:xfrm rot="0">
              <a:off x="8458" y="1349578"/>
              <a:ext cx="8990241" cy="1114209"/>
              <a:chOff x="0" y="0"/>
              <a:chExt cx="8990241" cy="1114209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8509" y="8509"/>
                <a:ext cx="8973313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8973313">
                    <a:moveTo>
                      <a:pt x="0" y="243840"/>
                    </a:moveTo>
                    <a:cubicBezTo>
                      <a:pt x="0" y="109093"/>
                      <a:pt x="110617" y="0"/>
                      <a:pt x="247142" y="0"/>
                    </a:cubicBezTo>
                    <a:lnTo>
                      <a:pt x="8726170" y="0"/>
                    </a:lnTo>
                    <a:cubicBezTo>
                      <a:pt x="8862695" y="0"/>
                      <a:pt x="8973313" y="109220"/>
                      <a:pt x="8973313" y="243840"/>
                    </a:cubicBezTo>
                    <a:lnTo>
                      <a:pt x="8973313" y="853440"/>
                    </a:lnTo>
                    <a:cubicBezTo>
                      <a:pt x="8973313" y="988060"/>
                      <a:pt x="8862695" y="1097280"/>
                      <a:pt x="8726170" y="1097280"/>
                    </a:cubicBezTo>
                    <a:lnTo>
                      <a:pt x="247142" y="1097280"/>
                    </a:lnTo>
                    <a:cubicBezTo>
                      <a:pt x="110617" y="1097280"/>
                      <a:pt x="0" y="988060"/>
                      <a:pt x="0" y="85344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8990330" cy="1114298"/>
              </a:xfrm>
              <a:custGeom>
                <a:avLst/>
                <a:gdLst/>
                <a:ahLst/>
                <a:cxnLst/>
                <a:rect r="r" b="b" t="t" l="l"/>
                <a:pathLst>
                  <a:path h="1114298" w="8990330">
                    <a:moveTo>
                      <a:pt x="0" y="252349"/>
                    </a:moveTo>
                    <a:cubicBezTo>
                      <a:pt x="0" y="112903"/>
                      <a:pt x="114554" y="0"/>
                      <a:pt x="255651" y="0"/>
                    </a:cubicBezTo>
                    <a:lnTo>
                      <a:pt x="8734679" y="0"/>
                    </a:lnTo>
                    <a:lnTo>
                      <a:pt x="8734679" y="8509"/>
                    </a:lnTo>
                    <a:lnTo>
                      <a:pt x="8734679" y="0"/>
                    </a:lnTo>
                    <a:cubicBezTo>
                      <a:pt x="8875776" y="0"/>
                      <a:pt x="8990330" y="112903"/>
                      <a:pt x="8990330" y="252349"/>
                    </a:cubicBezTo>
                    <a:lnTo>
                      <a:pt x="8981822" y="252349"/>
                    </a:lnTo>
                    <a:lnTo>
                      <a:pt x="8990330" y="252349"/>
                    </a:lnTo>
                    <a:lnTo>
                      <a:pt x="8990330" y="861949"/>
                    </a:lnTo>
                    <a:lnTo>
                      <a:pt x="8981822" y="861949"/>
                    </a:lnTo>
                    <a:lnTo>
                      <a:pt x="8990330" y="861949"/>
                    </a:lnTo>
                    <a:cubicBezTo>
                      <a:pt x="8990330" y="1001395"/>
                      <a:pt x="8875776" y="1114298"/>
                      <a:pt x="8734679" y="1114298"/>
                    </a:cubicBezTo>
                    <a:lnTo>
                      <a:pt x="8734679" y="1105789"/>
                    </a:lnTo>
                    <a:lnTo>
                      <a:pt x="8734679" y="1114298"/>
                    </a:lnTo>
                    <a:lnTo>
                      <a:pt x="255651" y="1114298"/>
                    </a:lnTo>
                    <a:lnTo>
                      <a:pt x="255651" y="1105789"/>
                    </a:lnTo>
                    <a:lnTo>
                      <a:pt x="255651" y="1114298"/>
                    </a:lnTo>
                    <a:cubicBezTo>
                      <a:pt x="114554" y="1114171"/>
                      <a:pt x="0" y="1001395"/>
                      <a:pt x="0" y="861949"/>
                    </a:cubicBezTo>
                    <a:lnTo>
                      <a:pt x="0" y="252349"/>
                    </a:lnTo>
                    <a:lnTo>
                      <a:pt x="8509" y="252349"/>
                    </a:lnTo>
                    <a:lnTo>
                      <a:pt x="0" y="252349"/>
                    </a:lnTo>
                    <a:moveTo>
                      <a:pt x="16891" y="252349"/>
                    </a:moveTo>
                    <a:lnTo>
                      <a:pt x="16891" y="861949"/>
                    </a:lnTo>
                    <a:lnTo>
                      <a:pt x="8509" y="861949"/>
                    </a:lnTo>
                    <a:lnTo>
                      <a:pt x="17018" y="861949"/>
                    </a:lnTo>
                    <a:cubicBezTo>
                      <a:pt x="17018" y="991870"/>
                      <a:pt x="123825" y="1097280"/>
                      <a:pt x="255651" y="1097280"/>
                    </a:cubicBezTo>
                    <a:lnTo>
                      <a:pt x="8734679" y="1097280"/>
                    </a:lnTo>
                    <a:cubicBezTo>
                      <a:pt x="8866632" y="1097280"/>
                      <a:pt x="8973312" y="991743"/>
                      <a:pt x="8973312" y="861949"/>
                    </a:cubicBezTo>
                    <a:lnTo>
                      <a:pt x="8973312" y="252349"/>
                    </a:lnTo>
                    <a:cubicBezTo>
                      <a:pt x="8973312" y="122428"/>
                      <a:pt x="8866505" y="17018"/>
                      <a:pt x="8734679" y="17018"/>
                    </a:cubicBezTo>
                    <a:lnTo>
                      <a:pt x="255651" y="17018"/>
                    </a:lnTo>
                    <a:lnTo>
                      <a:pt x="255651" y="8509"/>
                    </a:lnTo>
                    <a:lnTo>
                      <a:pt x="255651" y="17018"/>
                    </a:lnTo>
                    <a:cubicBezTo>
                      <a:pt x="123698" y="16891"/>
                      <a:pt x="16891" y="122428"/>
                      <a:pt x="16891" y="252349"/>
                    </a:cubicBezTo>
                    <a:close/>
                  </a:path>
                </a:pathLst>
              </a:custGeom>
              <a:solidFill>
                <a:srgbClr val="CBD5E0"/>
              </a:solidFill>
            </p:spPr>
          </p:sp>
        </p:grpSp>
        <p:grpSp>
          <p:nvGrpSpPr>
            <p:cNvPr name="Group 39" id="39"/>
            <p:cNvGrpSpPr/>
            <p:nvPr/>
          </p:nvGrpSpPr>
          <p:grpSpPr>
            <a:xfrm rot="0">
              <a:off x="0" y="1341120"/>
              <a:ext cx="180175" cy="1131151"/>
              <a:chOff x="0" y="0"/>
              <a:chExt cx="180175" cy="1131151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16891" y="16891"/>
                <a:ext cx="146304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46304">
                    <a:moveTo>
                      <a:pt x="0" y="0"/>
                    </a:moveTo>
                    <a:lnTo>
                      <a:pt x="146304" y="0"/>
                    </a:lnTo>
                    <a:lnTo>
                      <a:pt x="146304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solidFill>
                <a:srgbClr val="2E5D8E"/>
              </a:solidFill>
            </p:spPr>
          </p:sp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180086" cy="1131064"/>
              </a:xfrm>
              <a:custGeom>
                <a:avLst/>
                <a:gdLst/>
                <a:ahLst/>
                <a:cxnLst/>
                <a:rect r="r" b="b" t="t" l="l"/>
                <a:pathLst>
                  <a:path h="1131064" w="180086">
                    <a:moveTo>
                      <a:pt x="16891" y="0"/>
                    </a:moveTo>
                    <a:lnTo>
                      <a:pt x="163195" y="0"/>
                    </a:lnTo>
                    <a:cubicBezTo>
                      <a:pt x="172593" y="0"/>
                      <a:pt x="180086" y="7620"/>
                      <a:pt x="180086" y="16891"/>
                    </a:cubicBezTo>
                    <a:lnTo>
                      <a:pt x="180086" y="1114171"/>
                    </a:lnTo>
                    <a:cubicBezTo>
                      <a:pt x="180086" y="1123569"/>
                      <a:pt x="172466" y="1131062"/>
                      <a:pt x="163195" y="1131062"/>
                    </a:cubicBezTo>
                    <a:lnTo>
                      <a:pt x="16891" y="1131062"/>
                    </a:lnTo>
                    <a:cubicBezTo>
                      <a:pt x="7620" y="1131189"/>
                      <a:pt x="0" y="1123569"/>
                      <a:pt x="0" y="111417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114171"/>
                    </a:lnTo>
                    <a:lnTo>
                      <a:pt x="16891" y="1114171"/>
                    </a:lnTo>
                    <a:lnTo>
                      <a:pt x="16891" y="1097280"/>
                    </a:lnTo>
                    <a:lnTo>
                      <a:pt x="163195" y="1097280"/>
                    </a:lnTo>
                    <a:lnTo>
                      <a:pt x="163195" y="1114171"/>
                    </a:lnTo>
                    <a:lnTo>
                      <a:pt x="146304" y="1114171"/>
                    </a:lnTo>
                    <a:lnTo>
                      <a:pt x="146304" y="16891"/>
                    </a:lnTo>
                    <a:lnTo>
                      <a:pt x="163195" y="16891"/>
                    </a:lnTo>
                    <a:lnTo>
                      <a:pt x="163195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2E5D8E"/>
              </a:solidFill>
            </p:spPr>
          </p:sp>
        </p:grpSp>
        <p:sp>
          <p:nvSpPr>
            <p:cNvPr name="TextBox 42" id="42"/>
            <p:cNvSpPr txBox="true"/>
            <p:nvPr/>
          </p:nvSpPr>
          <p:spPr>
            <a:xfrm rot="0">
              <a:off x="285153" y="1417485"/>
              <a:ext cx="8485632" cy="9159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C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📱  Version mobile disponible</a:t>
              </a:r>
            </a:p>
          </p:txBody>
        </p:sp>
        <p:grpSp>
          <p:nvGrpSpPr>
            <p:cNvPr name="Group 43" id="43"/>
            <p:cNvGrpSpPr/>
            <p:nvPr/>
          </p:nvGrpSpPr>
          <p:grpSpPr>
            <a:xfrm rot="0">
              <a:off x="8458" y="2690698"/>
              <a:ext cx="8990241" cy="1114209"/>
              <a:chOff x="0" y="0"/>
              <a:chExt cx="8990241" cy="1114209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8509" y="8509"/>
                <a:ext cx="8973313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8973313">
                    <a:moveTo>
                      <a:pt x="0" y="243840"/>
                    </a:moveTo>
                    <a:cubicBezTo>
                      <a:pt x="0" y="109093"/>
                      <a:pt x="110617" y="0"/>
                      <a:pt x="247142" y="0"/>
                    </a:cubicBezTo>
                    <a:lnTo>
                      <a:pt x="8726170" y="0"/>
                    </a:lnTo>
                    <a:cubicBezTo>
                      <a:pt x="8862695" y="0"/>
                      <a:pt x="8973313" y="109220"/>
                      <a:pt x="8973313" y="243840"/>
                    </a:cubicBezTo>
                    <a:lnTo>
                      <a:pt x="8973313" y="853440"/>
                    </a:lnTo>
                    <a:cubicBezTo>
                      <a:pt x="8973313" y="988060"/>
                      <a:pt x="8862695" y="1097280"/>
                      <a:pt x="8726170" y="1097280"/>
                    </a:cubicBezTo>
                    <a:lnTo>
                      <a:pt x="247142" y="1097280"/>
                    </a:lnTo>
                    <a:cubicBezTo>
                      <a:pt x="110617" y="1097280"/>
                      <a:pt x="0" y="988060"/>
                      <a:pt x="0" y="85344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8990330" cy="1114298"/>
              </a:xfrm>
              <a:custGeom>
                <a:avLst/>
                <a:gdLst/>
                <a:ahLst/>
                <a:cxnLst/>
                <a:rect r="r" b="b" t="t" l="l"/>
                <a:pathLst>
                  <a:path h="1114298" w="8990330">
                    <a:moveTo>
                      <a:pt x="0" y="252349"/>
                    </a:moveTo>
                    <a:cubicBezTo>
                      <a:pt x="0" y="112903"/>
                      <a:pt x="114554" y="0"/>
                      <a:pt x="255651" y="0"/>
                    </a:cubicBezTo>
                    <a:lnTo>
                      <a:pt x="8734679" y="0"/>
                    </a:lnTo>
                    <a:lnTo>
                      <a:pt x="8734679" y="8509"/>
                    </a:lnTo>
                    <a:lnTo>
                      <a:pt x="8734679" y="0"/>
                    </a:lnTo>
                    <a:cubicBezTo>
                      <a:pt x="8875776" y="0"/>
                      <a:pt x="8990330" y="112903"/>
                      <a:pt x="8990330" y="252349"/>
                    </a:cubicBezTo>
                    <a:lnTo>
                      <a:pt x="8981822" y="252349"/>
                    </a:lnTo>
                    <a:lnTo>
                      <a:pt x="8990330" y="252349"/>
                    </a:lnTo>
                    <a:lnTo>
                      <a:pt x="8990330" y="861949"/>
                    </a:lnTo>
                    <a:lnTo>
                      <a:pt x="8981822" y="861949"/>
                    </a:lnTo>
                    <a:lnTo>
                      <a:pt x="8990330" y="861949"/>
                    </a:lnTo>
                    <a:cubicBezTo>
                      <a:pt x="8990330" y="1001395"/>
                      <a:pt x="8875776" y="1114298"/>
                      <a:pt x="8734679" y="1114298"/>
                    </a:cubicBezTo>
                    <a:lnTo>
                      <a:pt x="8734679" y="1105789"/>
                    </a:lnTo>
                    <a:lnTo>
                      <a:pt x="8734679" y="1114298"/>
                    </a:lnTo>
                    <a:lnTo>
                      <a:pt x="255651" y="1114298"/>
                    </a:lnTo>
                    <a:lnTo>
                      <a:pt x="255651" y="1105789"/>
                    </a:lnTo>
                    <a:lnTo>
                      <a:pt x="255651" y="1114298"/>
                    </a:lnTo>
                    <a:cubicBezTo>
                      <a:pt x="114554" y="1114171"/>
                      <a:pt x="0" y="1001395"/>
                      <a:pt x="0" y="861949"/>
                    </a:cubicBezTo>
                    <a:lnTo>
                      <a:pt x="0" y="252349"/>
                    </a:lnTo>
                    <a:lnTo>
                      <a:pt x="8509" y="252349"/>
                    </a:lnTo>
                    <a:lnTo>
                      <a:pt x="0" y="252349"/>
                    </a:lnTo>
                    <a:moveTo>
                      <a:pt x="16891" y="252349"/>
                    </a:moveTo>
                    <a:lnTo>
                      <a:pt x="16891" y="861949"/>
                    </a:lnTo>
                    <a:lnTo>
                      <a:pt x="8509" y="861949"/>
                    </a:lnTo>
                    <a:lnTo>
                      <a:pt x="17018" y="861949"/>
                    </a:lnTo>
                    <a:cubicBezTo>
                      <a:pt x="17018" y="991870"/>
                      <a:pt x="123825" y="1097280"/>
                      <a:pt x="255651" y="1097280"/>
                    </a:cubicBezTo>
                    <a:lnTo>
                      <a:pt x="8734679" y="1097280"/>
                    </a:lnTo>
                    <a:cubicBezTo>
                      <a:pt x="8866632" y="1097280"/>
                      <a:pt x="8973312" y="991743"/>
                      <a:pt x="8973312" y="861949"/>
                    </a:cubicBezTo>
                    <a:lnTo>
                      <a:pt x="8973312" y="252349"/>
                    </a:lnTo>
                    <a:cubicBezTo>
                      <a:pt x="8973312" y="122428"/>
                      <a:pt x="8866505" y="17018"/>
                      <a:pt x="8734679" y="17018"/>
                    </a:cubicBezTo>
                    <a:lnTo>
                      <a:pt x="255651" y="17018"/>
                    </a:lnTo>
                    <a:lnTo>
                      <a:pt x="255651" y="8509"/>
                    </a:lnTo>
                    <a:lnTo>
                      <a:pt x="255651" y="17018"/>
                    </a:lnTo>
                    <a:cubicBezTo>
                      <a:pt x="123698" y="16891"/>
                      <a:pt x="16891" y="122428"/>
                      <a:pt x="16891" y="252349"/>
                    </a:cubicBezTo>
                    <a:close/>
                  </a:path>
                </a:pathLst>
              </a:custGeom>
              <a:solidFill>
                <a:srgbClr val="CBD5E0"/>
              </a:solidFill>
            </p:spPr>
          </p:sp>
        </p:grpSp>
        <p:grpSp>
          <p:nvGrpSpPr>
            <p:cNvPr name="Group 46" id="46"/>
            <p:cNvGrpSpPr/>
            <p:nvPr/>
          </p:nvGrpSpPr>
          <p:grpSpPr>
            <a:xfrm rot="0">
              <a:off x="0" y="2682240"/>
              <a:ext cx="180175" cy="1131151"/>
              <a:chOff x="0" y="0"/>
              <a:chExt cx="180175" cy="1131151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16891" y="16891"/>
                <a:ext cx="146304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46304">
                    <a:moveTo>
                      <a:pt x="0" y="0"/>
                    </a:moveTo>
                    <a:lnTo>
                      <a:pt x="146304" y="0"/>
                    </a:lnTo>
                    <a:lnTo>
                      <a:pt x="146304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solidFill>
                <a:srgbClr val="02C39A"/>
              </a:solidFill>
            </p:spPr>
          </p:sp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180086" cy="1131064"/>
              </a:xfrm>
              <a:custGeom>
                <a:avLst/>
                <a:gdLst/>
                <a:ahLst/>
                <a:cxnLst/>
                <a:rect r="r" b="b" t="t" l="l"/>
                <a:pathLst>
                  <a:path h="1131064" w="180086">
                    <a:moveTo>
                      <a:pt x="16891" y="0"/>
                    </a:moveTo>
                    <a:lnTo>
                      <a:pt x="163195" y="0"/>
                    </a:lnTo>
                    <a:cubicBezTo>
                      <a:pt x="172593" y="0"/>
                      <a:pt x="180086" y="7620"/>
                      <a:pt x="180086" y="16891"/>
                    </a:cubicBezTo>
                    <a:lnTo>
                      <a:pt x="180086" y="1114171"/>
                    </a:lnTo>
                    <a:cubicBezTo>
                      <a:pt x="180086" y="1123569"/>
                      <a:pt x="172466" y="1131062"/>
                      <a:pt x="163195" y="1131062"/>
                    </a:cubicBezTo>
                    <a:lnTo>
                      <a:pt x="16891" y="1131062"/>
                    </a:lnTo>
                    <a:cubicBezTo>
                      <a:pt x="7620" y="1131189"/>
                      <a:pt x="0" y="1123569"/>
                      <a:pt x="0" y="111417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114171"/>
                    </a:lnTo>
                    <a:lnTo>
                      <a:pt x="16891" y="1114171"/>
                    </a:lnTo>
                    <a:lnTo>
                      <a:pt x="16891" y="1097280"/>
                    </a:lnTo>
                    <a:lnTo>
                      <a:pt x="163195" y="1097280"/>
                    </a:lnTo>
                    <a:lnTo>
                      <a:pt x="163195" y="1114171"/>
                    </a:lnTo>
                    <a:lnTo>
                      <a:pt x="146304" y="1114171"/>
                    </a:lnTo>
                    <a:lnTo>
                      <a:pt x="146304" y="16891"/>
                    </a:lnTo>
                    <a:lnTo>
                      <a:pt x="163195" y="16891"/>
                    </a:lnTo>
                    <a:lnTo>
                      <a:pt x="163195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2C39A"/>
              </a:solidFill>
            </p:spPr>
          </p:sp>
        </p:grpSp>
        <p:sp>
          <p:nvSpPr>
            <p:cNvPr name="TextBox 49" id="49"/>
            <p:cNvSpPr txBox="true"/>
            <p:nvPr/>
          </p:nvSpPr>
          <p:spPr>
            <a:xfrm rot="0">
              <a:off x="285153" y="2758605"/>
              <a:ext cx="8485632" cy="520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C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🔍  6 fonctionnalités testées</a:t>
              </a:r>
            </a:p>
          </p:txBody>
        </p:sp>
        <p:grpSp>
          <p:nvGrpSpPr>
            <p:cNvPr name="Group 50" id="50"/>
            <p:cNvGrpSpPr/>
            <p:nvPr/>
          </p:nvGrpSpPr>
          <p:grpSpPr>
            <a:xfrm rot="0">
              <a:off x="8458" y="4031818"/>
              <a:ext cx="8990241" cy="1114209"/>
              <a:chOff x="0" y="0"/>
              <a:chExt cx="8990241" cy="1114209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8509" y="8509"/>
                <a:ext cx="8973313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8973313">
                    <a:moveTo>
                      <a:pt x="0" y="243840"/>
                    </a:moveTo>
                    <a:cubicBezTo>
                      <a:pt x="0" y="109093"/>
                      <a:pt x="110617" y="0"/>
                      <a:pt x="247142" y="0"/>
                    </a:cubicBezTo>
                    <a:lnTo>
                      <a:pt x="8726170" y="0"/>
                    </a:lnTo>
                    <a:cubicBezTo>
                      <a:pt x="8862695" y="0"/>
                      <a:pt x="8973313" y="109220"/>
                      <a:pt x="8973313" y="243840"/>
                    </a:cubicBezTo>
                    <a:lnTo>
                      <a:pt x="8973313" y="853440"/>
                    </a:lnTo>
                    <a:cubicBezTo>
                      <a:pt x="8973313" y="988060"/>
                      <a:pt x="8862695" y="1097280"/>
                      <a:pt x="8726170" y="1097280"/>
                    </a:cubicBezTo>
                    <a:lnTo>
                      <a:pt x="247142" y="1097280"/>
                    </a:lnTo>
                    <a:cubicBezTo>
                      <a:pt x="110617" y="1097280"/>
                      <a:pt x="0" y="988060"/>
                      <a:pt x="0" y="85344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8990330" cy="1114298"/>
              </a:xfrm>
              <a:custGeom>
                <a:avLst/>
                <a:gdLst/>
                <a:ahLst/>
                <a:cxnLst/>
                <a:rect r="r" b="b" t="t" l="l"/>
                <a:pathLst>
                  <a:path h="1114298" w="8990330">
                    <a:moveTo>
                      <a:pt x="0" y="252349"/>
                    </a:moveTo>
                    <a:cubicBezTo>
                      <a:pt x="0" y="112903"/>
                      <a:pt x="114554" y="0"/>
                      <a:pt x="255651" y="0"/>
                    </a:cubicBezTo>
                    <a:lnTo>
                      <a:pt x="8734679" y="0"/>
                    </a:lnTo>
                    <a:lnTo>
                      <a:pt x="8734679" y="8509"/>
                    </a:lnTo>
                    <a:lnTo>
                      <a:pt x="8734679" y="0"/>
                    </a:lnTo>
                    <a:cubicBezTo>
                      <a:pt x="8875776" y="0"/>
                      <a:pt x="8990330" y="112903"/>
                      <a:pt x="8990330" y="252349"/>
                    </a:cubicBezTo>
                    <a:lnTo>
                      <a:pt x="8981822" y="252349"/>
                    </a:lnTo>
                    <a:lnTo>
                      <a:pt x="8990330" y="252349"/>
                    </a:lnTo>
                    <a:lnTo>
                      <a:pt x="8990330" y="861949"/>
                    </a:lnTo>
                    <a:lnTo>
                      <a:pt x="8981822" y="861949"/>
                    </a:lnTo>
                    <a:lnTo>
                      <a:pt x="8990330" y="861949"/>
                    </a:lnTo>
                    <a:cubicBezTo>
                      <a:pt x="8990330" y="1001395"/>
                      <a:pt x="8875776" y="1114298"/>
                      <a:pt x="8734679" y="1114298"/>
                    </a:cubicBezTo>
                    <a:lnTo>
                      <a:pt x="8734679" y="1105789"/>
                    </a:lnTo>
                    <a:lnTo>
                      <a:pt x="8734679" y="1114298"/>
                    </a:lnTo>
                    <a:lnTo>
                      <a:pt x="255651" y="1114298"/>
                    </a:lnTo>
                    <a:lnTo>
                      <a:pt x="255651" y="1105789"/>
                    </a:lnTo>
                    <a:lnTo>
                      <a:pt x="255651" y="1114298"/>
                    </a:lnTo>
                    <a:cubicBezTo>
                      <a:pt x="114554" y="1114171"/>
                      <a:pt x="0" y="1001395"/>
                      <a:pt x="0" y="861949"/>
                    </a:cubicBezTo>
                    <a:lnTo>
                      <a:pt x="0" y="252349"/>
                    </a:lnTo>
                    <a:lnTo>
                      <a:pt x="8509" y="252349"/>
                    </a:lnTo>
                    <a:lnTo>
                      <a:pt x="0" y="252349"/>
                    </a:lnTo>
                    <a:moveTo>
                      <a:pt x="16891" y="252349"/>
                    </a:moveTo>
                    <a:lnTo>
                      <a:pt x="16891" y="861949"/>
                    </a:lnTo>
                    <a:lnTo>
                      <a:pt x="8509" y="861949"/>
                    </a:lnTo>
                    <a:lnTo>
                      <a:pt x="17018" y="861949"/>
                    </a:lnTo>
                    <a:cubicBezTo>
                      <a:pt x="17018" y="991870"/>
                      <a:pt x="123825" y="1097280"/>
                      <a:pt x="255651" y="1097280"/>
                    </a:cubicBezTo>
                    <a:lnTo>
                      <a:pt x="8734679" y="1097280"/>
                    </a:lnTo>
                    <a:cubicBezTo>
                      <a:pt x="8866632" y="1097280"/>
                      <a:pt x="8973312" y="991743"/>
                      <a:pt x="8973312" y="861949"/>
                    </a:cubicBezTo>
                    <a:lnTo>
                      <a:pt x="8973312" y="252349"/>
                    </a:lnTo>
                    <a:cubicBezTo>
                      <a:pt x="8973312" y="122428"/>
                      <a:pt x="8866505" y="17018"/>
                      <a:pt x="8734679" y="17018"/>
                    </a:cubicBezTo>
                    <a:lnTo>
                      <a:pt x="255651" y="17018"/>
                    </a:lnTo>
                    <a:lnTo>
                      <a:pt x="255651" y="8509"/>
                    </a:lnTo>
                    <a:lnTo>
                      <a:pt x="255651" y="17018"/>
                    </a:lnTo>
                    <a:cubicBezTo>
                      <a:pt x="123698" y="16891"/>
                      <a:pt x="16891" y="122428"/>
                      <a:pt x="16891" y="252349"/>
                    </a:cubicBezTo>
                    <a:close/>
                  </a:path>
                </a:pathLst>
              </a:custGeom>
              <a:solidFill>
                <a:srgbClr val="CBD5E0"/>
              </a:solidFill>
            </p:spPr>
          </p:sp>
        </p:grpSp>
        <p:grpSp>
          <p:nvGrpSpPr>
            <p:cNvPr name="Group 53" id="53"/>
            <p:cNvGrpSpPr/>
            <p:nvPr/>
          </p:nvGrpSpPr>
          <p:grpSpPr>
            <a:xfrm rot="0">
              <a:off x="0" y="4023360"/>
              <a:ext cx="180175" cy="1131151"/>
              <a:chOff x="0" y="0"/>
              <a:chExt cx="180175" cy="1131151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16891" y="16891"/>
                <a:ext cx="146304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46304">
                    <a:moveTo>
                      <a:pt x="0" y="0"/>
                    </a:moveTo>
                    <a:lnTo>
                      <a:pt x="146304" y="0"/>
                    </a:lnTo>
                    <a:lnTo>
                      <a:pt x="146304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solidFill>
                <a:srgbClr val="E05C5C"/>
              </a:solidFill>
            </p:spPr>
          </p:sp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180086" cy="1131064"/>
              </a:xfrm>
              <a:custGeom>
                <a:avLst/>
                <a:gdLst/>
                <a:ahLst/>
                <a:cxnLst/>
                <a:rect r="r" b="b" t="t" l="l"/>
                <a:pathLst>
                  <a:path h="1131064" w="180086">
                    <a:moveTo>
                      <a:pt x="16891" y="0"/>
                    </a:moveTo>
                    <a:lnTo>
                      <a:pt x="163195" y="0"/>
                    </a:lnTo>
                    <a:cubicBezTo>
                      <a:pt x="172593" y="0"/>
                      <a:pt x="180086" y="7620"/>
                      <a:pt x="180086" y="16891"/>
                    </a:cubicBezTo>
                    <a:lnTo>
                      <a:pt x="180086" y="1114171"/>
                    </a:lnTo>
                    <a:cubicBezTo>
                      <a:pt x="180086" y="1123569"/>
                      <a:pt x="172466" y="1131062"/>
                      <a:pt x="163195" y="1131062"/>
                    </a:cubicBezTo>
                    <a:lnTo>
                      <a:pt x="16891" y="1131062"/>
                    </a:lnTo>
                    <a:cubicBezTo>
                      <a:pt x="7620" y="1131189"/>
                      <a:pt x="0" y="1123569"/>
                      <a:pt x="0" y="111417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114171"/>
                    </a:lnTo>
                    <a:lnTo>
                      <a:pt x="16891" y="1114171"/>
                    </a:lnTo>
                    <a:lnTo>
                      <a:pt x="16891" y="1097280"/>
                    </a:lnTo>
                    <a:lnTo>
                      <a:pt x="163195" y="1097280"/>
                    </a:lnTo>
                    <a:lnTo>
                      <a:pt x="163195" y="1114171"/>
                    </a:lnTo>
                    <a:lnTo>
                      <a:pt x="146304" y="1114171"/>
                    </a:lnTo>
                    <a:lnTo>
                      <a:pt x="146304" y="16891"/>
                    </a:lnTo>
                    <a:lnTo>
                      <a:pt x="163195" y="16891"/>
                    </a:lnTo>
                    <a:lnTo>
                      <a:pt x="163195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E05C5C"/>
              </a:solidFill>
            </p:spPr>
          </p:sp>
        </p:grpSp>
        <p:sp>
          <p:nvSpPr>
            <p:cNvPr name="TextBox 56" id="56"/>
            <p:cNvSpPr txBox="true"/>
            <p:nvPr/>
          </p:nvSpPr>
          <p:spPr>
            <a:xfrm rot="0">
              <a:off x="285153" y="4099725"/>
              <a:ext cx="8485632" cy="520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C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⚠️  11 bugs détectés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9071372" y="9801854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E5D8E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183387"/>
            <a:chOff x="0" y="0"/>
            <a:chExt cx="24417871" cy="29111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877312"/>
            </a:xfrm>
            <a:custGeom>
              <a:avLst/>
              <a:gdLst/>
              <a:ahLst/>
              <a:cxnLst/>
              <a:rect r="r" b="b" t="t" l="l"/>
              <a:pathLst>
                <a:path h="287731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877312"/>
                  </a:lnTo>
                  <a:lnTo>
                    <a:pt x="0" y="2877312"/>
                  </a:lnTo>
                  <a:close/>
                </a:path>
              </a:pathLst>
            </a:custGeom>
            <a:solidFill>
              <a:srgbClr val="1C2B3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911094"/>
            </a:xfrm>
            <a:custGeom>
              <a:avLst/>
              <a:gdLst/>
              <a:ahLst/>
              <a:cxnLst/>
              <a:rect r="r" b="b" t="t" l="l"/>
              <a:pathLst>
                <a:path h="291109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894203"/>
                  </a:lnTo>
                  <a:cubicBezTo>
                    <a:pt x="24417782" y="2903601"/>
                    <a:pt x="24410163" y="2911094"/>
                    <a:pt x="24400890" y="2911094"/>
                  </a:cubicBezTo>
                  <a:lnTo>
                    <a:pt x="16891" y="2911094"/>
                  </a:lnTo>
                  <a:cubicBezTo>
                    <a:pt x="7493" y="2911094"/>
                    <a:pt x="0" y="2903474"/>
                    <a:pt x="0" y="28942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94203"/>
                  </a:lnTo>
                  <a:lnTo>
                    <a:pt x="16891" y="2894203"/>
                  </a:lnTo>
                  <a:lnTo>
                    <a:pt x="16891" y="2877312"/>
                  </a:lnTo>
                  <a:lnTo>
                    <a:pt x="24400890" y="2877312"/>
                  </a:lnTo>
                  <a:lnTo>
                    <a:pt x="24400890" y="2894203"/>
                  </a:lnTo>
                  <a:lnTo>
                    <a:pt x="24384000" y="289420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B3A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731520" y="173355"/>
            <a:ext cx="16824960" cy="1143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200" b="true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Fonctionnalités Identifiées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31520" y="1278636"/>
            <a:ext cx="16824960" cy="733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i="true">
                <a:solidFill>
                  <a:srgbClr val="02809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4 à 6 fonctionnalités — principales et secondaires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505711" y="2371087"/>
            <a:ext cx="8461753" cy="2298697"/>
            <a:chOff x="0" y="0"/>
            <a:chExt cx="11282337" cy="306492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8382" y="8509"/>
              <a:ext cx="11265535" cy="3048000"/>
            </a:xfrm>
            <a:custGeom>
              <a:avLst/>
              <a:gdLst/>
              <a:ahLst/>
              <a:cxnLst/>
              <a:rect r="r" b="b" t="t" l="l"/>
              <a:pathLst>
                <a:path h="3048000" w="11265535">
                  <a:moveTo>
                    <a:pt x="127" y="243840"/>
                  </a:moveTo>
                  <a:cubicBezTo>
                    <a:pt x="127" y="109093"/>
                    <a:pt x="109728" y="0"/>
                    <a:pt x="244856" y="0"/>
                  </a:cubicBezTo>
                  <a:lnTo>
                    <a:pt x="11020679" y="0"/>
                  </a:lnTo>
                  <a:cubicBezTo>
                    <a:pt x="11155934" y="0"/>
                    <a:pt x="11265535" y="109220"/>
                    <a:pt x="11265535" y="243840"/>
                  </a:cubicBezTo>
                  <a:lnTo>
                    <a:pt x="11265535" y="2804160"/>
                  </a:lnTo>
                  <a:cubicBezTo>
                    <a:pt x="11265535" y="2938780"/>
                    <a:pt x="11155934" y="3048000"/>
                    <a:pt x="11020679" y="3048000"/>
                  </a:cubicBezTo>
                  <a:lnTo>
                    <a:pt x="244856" y="3048000"/>
                  </a:lnTo>
                  <a:cubicBezTo>
                    <a:pt x="109601" y="3048000"/>
                    <a:pt x="0" y="2938780"/>
                    <a:pt x="0" y="28041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282299" cy="3065018"/>
            </a:xfrm>
            <a:custGeom>
              <a:avLst/>
              <a:gdLst/>
              <a:ahLst/>
              <a:cxnLst/>
              <a:rect r="r" b="b" t="t" l="l"/>
              <a:pathLst>
                <a:path h="3065018" w="11282299">
                  <a:moveTo>
                    <a:pt x="0" y="252349"/>
                  </a:moveTo>
                  <a:cubicBezTo>
                    <a:pt x="0" y="112903"/>
                    <a:pt x="113411" y="0"/>
                    <a:pt x="253238" y="0"/>
                  </a:cubicBezTo>
                  <a:lnTo>
                    <a:pt x="11029061" y="0"/>
                  </a:lnTo>
                  <a:lnTo>
                    <a:pt x="11029061" y="8509"/>
                  </a:lnTo>
                  <a:lnTo>
                    <a:pt x="11029061" y="0"/>
                  </a:lnTo>
                  <a:cubicBezTo>
                    <a:pt x="11168888" y="0"/>
                    <a:pt x="11282299" y="112903"/>
                    <a:pt x="11282299" y="252349"/>
                  </a:cubicBezTo>
                  <a:lnTo>
                    <a:pt x="11273790" y="252349"/>
                  </a:lnTo>
                  <a:lnTo>
                    <a:pt x="11282299" y="252349"/>
                  </a:lnTo>
                  <a:lnTo>
                    <a:pt x="11282299" y="2812669"/>
                  </a:lnTo>
                  <a:lnTo>
                    <a:pt x="11273790" y="2812669"/>
                  </a:lnTo>
                  <a:lnTo>
                    <a:pt x="11282299" y="2812669"/>
                  </a:lnTo>
                  <a:cubicBezTo>
                    <a:pt x="11282299" y="2951988"/>
                    <a:pt x="11168888" y="3065018"/>
                    <a:pt x="11029061" y="3065018"/>
                  </a:cubicBezTo>
                  <a:lnTo>
                    <a:pt x="11029061" y="3056509"/>
                  </a:lnTo>
                  <a:lnTo>
                    <a:pt x="11029061" y="3065018"/>
                  </a:lnTo>
                  <a:lnTo>
                    <a:pt x="253238" y="3065018"/>
                  </a:lnTo>
                  <a:lnTo>
                    <a:pt x="253238" y="3056509"/>
                  </a:lnTo>
                  <a:lnTo>
                    <a:pt x="253238" y="3065018"/>
                  </a:lnTo>
                  <a:cubicBezTo>
                    <a:pt x="113411" y="3064891"/>
                    <a:pt x="0" y="2951988"/>
                    <a:pt x="0" y="2812669"/>
                  </a:cubicBezTo>
                  <a:lnTo>
                    <a:pt x="0" y="252349"/>
                  </a:lnTo>
                  <a:lnTo>
                    <a:pt x="8509" y="252349"/>
                  </a:lnTo>
                  <a:lnTo>
                    <a:pt x="0" y="252349"/>
                  </a:lnTo>
                  <a:moveTo>
                    <a:pt x="16891" y="252349"/>
                  </a:moveTo>
                  <a:lnTo>
                    <a:pt x="16891" y="2812669"/>
                  </a:lnTo>
                  <a:lnTo>
                    <a:pt x="8509" y="2812669"/>
                  </a:lnTo>
                  <a:lnTo>
                    <a:pt x="17018" y="2812669"/>
                  </a:lnTo>
                  <a:cubicBezTo>
                    <a:pt x="16891" y="2942590"/>
                    <a:pt x="122682" y="3048000"/>
                    <a:pt x="253238" y="3048000"/>
                  </a:cubicBezTo>
                  <a:lnTo>
                    <a:pt x="11029061" y="3048000"/>
                  </a:lnTo>
                  <a:cubicBezTo>
                    <a:pt x="11159617" y="3048000"/>
                    <a:pt x="11265408" y="2942590"/>
                    <a:pt x="11265408" y="2812669"/>
                  </a:cubicBezTo>
                  <a:lnTo>
                    <a:pt x="11265408" y="252349"/>
                  </a:lnTo>
                  <a:cubicBezTo>
                    <a:pt x="11265408" y="122428"/>
                    <a:pt x="11159617" y="17018"/>
                    <a:pt x="11029061" y="17018"/>
                  </a:cubicBezTo>
                  <a:lnTo>
                    <a:pt x="253238" y="17018"/>
                  </a:lnTo>
                  <a:lnTo>
                    <a:pt x="253238" y="8509"/>
                  </a:lnTo>
                  <a:lnTo>
                    <a:pt x="253238" y="17018"/>
                  </a:lnTo>
                  <a:cubicBezTo>
                    <a:pt x="122682" y="16891"/>
                    <a:pt x="16891" y="122301"/>
                    <a:pt x="16891" y="252349"/>
                  </a:cubicBezTo>
                  <a:close/>
                </a:path>
              </a:pathLst>
            </a:custGeom>
            <a:solidFill>
              <a:srgbClr val="CBD5E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8551" y="2767079"/>
            <a:ext cx="1214123" cy="1214123"/>
            <a:chOff x="0" y="0"/>
            <a:chExt cx="1618831" cy="161883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6891" y="16891"/>
              <a:ext cx="15849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584960">
                  <a:moveTo>
                    <a:pt x="0" y="792480"/>
                  </a:moveTo>
                  <a:cubicBezTo>
                    <a:pt x="0" y="354838"/>
                    <a:pt x="354838" y="0"/>
                    <a:pt x="792480" y="0"/>
                  </a:cubicBezTo>
                  <a:cubicBezTo>
                    <a:pt x="1230122" y="0"/>
                    <a:pt x="1584960" y="354838"/>
                    <a:pt x="1584960" y="792480"/>
                  </a:cubicBezTo>
                  <a:cubicBezTo>
                    <a:pt x="1584960" y="1230122"/>
                    <a:pt x="1230122" y="1584960"/>
                    <a:pt x="792480" y="1584960"/>
                  </a:cubicBezTo>
                  <a:cubicBezTo>
                    <a:pt x="354838" y="1584960"/>
                    <a:pt x="0" y="1230249"/>
                    <a:pt x="0" y="792480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18742" cy="1618742"/>
            </a:xfrm>
            <a:custGeom>
              <a:avLst/>
              <a:gdLst/>
              <a:ahLst/>
              <a:cxnLst/>
              <a:rect r="r" b="b" t="t" l="l"/>
              <a:pathLst>
                <a:path h="1618742" w="1618742">
                  <a:moveTo>
                    <a:pt x="0" y="809371"/>
                  </a:moveTo>
                  <a:cubicBezTo>
                    <a:pt x="0" y="362331"/>
                    <a:pt x="362331" y="0"/>
                    <a:pt x="809371" y="0"/>
                  </a:cubicBezTo>
                  <a:lnTo>
                    <a:pt x="809371" y="16891"/>
                  </a:lnTo>
                  <a:lnTo>
                    <a:pt x="809371" y="0"/>
                  </a:lnTo>
                  <a:cubicBezTo>
                    <a:pt x="1256411" y="0"/>
                    <a:pt x="1618742" y="362331"/>
                    <a:pt x="1618742" y="809371"/>
                  </a:cubicBezTo>
                  <a:cubicBezTo>
                    <a:pt x="1618742" y="1256411"/>
                    <a:pt x="1256411" y="1618742"/>
                    <a:pt x="809371" y="1618742"/>
                  </a:cubicBezTo>
                  <a:lnTo>
                    <a:pt x="809371" y="1601851"/>
                  </a:lnTo>
                  <a:lnTo>
                    <a:pt x="809371" y="1618742"/>
                  </a:lnTo>
                  <a:cubicBezTo>
                    <a:pt x="362331" y="1618869"/>
                    <a:pt x="0" y="1256411"/>
                    <a:pt x="0" y="809371"/>
                  </a:cubicBezTo>
                  <a:lnTo>
                    <a:pt x="16891" y="809371"/>
                  </a:lnTo>
                  <a:lnTo>
                    <a:pt x="31242" y="818388"/>
                  </a:lnTo>
                  <a:cubicBezTo>
                    <a:pt x="27178" y="824738"/>
                    <a:pt x="19431" y="827659"/>
                    <a:pt x="12192" y="825627"/>
                  </a:cubicBezTo>
                  <a:cubicBezTo>
                    <a:pt x="4953" y="823595"/>
                    <a:pt x="0" y="816991"/>
                    <a:pt x="0" y="809371"/>
                  </a:cubicBezTo>
                  <a:moveTo>
                    <a:pt x="33909" y="809371"/>
                  </a:moveTo>
                  <a:lnTo>
                    <a:pt x="16891" y="809371"/>
                  </a:lnTo>
                  <a:lnTo>
                    <a:pt x="2667" y="800354"/>
                  </a:lnTo>
                  <a:cubicBezTo>
                    <a:pt x="6731" y="794004"/>
                    <a:pt x="14478" y="791083"/>
                    <a:pt x="21717" y="793115"/>
                  </a:cubicBezTo>
                  <a:cubicBezTo>
                    <a:pt x="28956" y="795147"/>
                    <a:pt x="33909" y="801878"/>
                    <a:pt x="33909" y="809371"/>
                  </a:cubicBezTo>
                  <a:cubicBezTo>
                    <a:pt x="33909" y="1237742"/>
                    <a:pt x="381127" y="1584960"/>
                    <a:pt x="809498" y="1584960"/>
                  </a:cubicBezTo>
                  <a:cubicBezTo>
                    <a:pt x="1237869" y="1584960"/>
                    <a:pt x="1585087" y="1237742"/>
                    <a:pt x="1585087" y="809371"/>
                  </a:cubicBezTo>
                  <a:lnTo>
                    <a:pt x="1601978" y="809371"/>
                  </a:lnTo>
                  <a:lnTo>
                    <a:pt x="1585087" y="809371"/>
                  </a:lnTo>
                  <a:cubicBezTo>
                    <a:pt x="1585087" y="381000"/>
                    <a:pt x="1237869" y="33782"/>
                    <a:pt x="809498" y="33782"/>
                  </a:cubicBezTo>
                  <a:lnTo>
                    <a:pt x="809498" y="16891"/>
                  </a:lnTo>
                  <a:lnTo>
                    <a:pt x="809498" y="33909"/>
                  </a:lnTo>
                  <a:cubicBezTo>
                    <a:pt x="381127" y="33909"/>
                    <a:pt x="33909" y="381127"/>
                    <a:pt x="33909" y="809371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41248" y="2779776"/>
            <a:ext cx="1188720" cy="1188720"/>
            <a:chOff x="0" y="0"/>
            <a:chExt cx="1584960" cy="15849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849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1584960" cy="1651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1C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🔍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808727" y="2547623"/>
            <a:ext cx="1945643" cy="537467"/>
            <a:chOff x="0" y="0"/>
            <a:chExt cx="2594191" cy="71662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6891" y="16891"/>
              <a:ext cx="2560320" cy="682752"/>
            </a:xfrm>
            <a:custGeom>
              <a:avLst/>
              <a:gdLst/>
              <a:ahLst/>
              <a:cxnLst/>
              <a:rect r="r" b="b" t="t" l="l"/>
              <a:pathLst>
                <a:path h="682752" w="2560320">
                  <a:moveTo>
                    <a:pt x="0" y="121920"/>
                  </a:moveTo>
                  <a:cubicBezTo>
                    <a:pt x="0" y="54610"/>
                    <a:pt x="56515" y="0"/>
                    <a:pt x="126238" y="0"/>
                  </a:cubicBezTo>
                  <a:lnTo>
                    <a:pt x="2434082" y="0"/>
                  </a:lnTo>
                  <a:cubicBezTo>
                    <a:pt x="2503805" y="0"/>
                    <a:pt x="2560320" y="54610"/>
                    <a:pt x="2560320" y="121920"/>
                  </a:cubicBezTo>
                  <a:lnTo>
                    <a:pt x="2560320" y="560832"/>
                  </a:lnTo>
                  <a:cubicBezTo>
                    <a:pt x="2560320" y="628142"/>
                    <a:pt x="2503805" y="682752"/>
                    <a:pt x="2434082" y="682752"/>
                  </a:cubicBezTo>
                  <a:lnTo>
                    <a:pt x="126365" y="682752"/>
                  </a:lnTo>
                  <a:cubicBezTo>
                    <a:pt x="56642" y="682752"/>
                    <a:pt x="127" y="628142"/>
                    <a:pt x="127" y="560832"/>
                  </a:cubicBezTo>
                  <a:close/>
                </a:path>
              </a:pathLst>
            </a:custGeom>
            <a:solidFill>
              <a:srgbClr val="2E5D8E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594229" cy="716534"/>
            </a:xfrm>
            <a:custGeom>
              <a:avLst/>
              <a:gdLst/>
              <a:ahLst/>
              <a:cxnLst/>
              <a:rect r="r" b="b" t="t" l="l"/>
              <a:pathLst>
                <a:path h="716534" w="2594229">
                  <a:moveTo>
                    <a:pt x="0" y="138811"/>
                  </a:moveTo>
                  <a:cubicBezTo>
                    <a:pt x="0" y="61595"/>
                    <a:pt x="64643" y="0"/>
                    <a:pt x="143256" y="0"/>
                  </a:cubicBezTo>
                  <a:lnTo>
                    <a:pt x="2450973" y="0"/>
                  </a:lnTo>
                  <a:lnTo>
                    <a:pt x="2450973" y="16891"/>
                  </a:lnTo>
                  <a:lnTo>
                    <a:pt x="2450973" y="0"/>
                  </a:lnTo>
                  <a:cubicBezTo>
                    <a:pt x="2529459" y="0"/>
                    <a:pt x="2594229" y="61595"/>
                    <a:pt x="2594229" y="138811"/>
                  </a:cubicBezTo>
                  <a:lnTo>
                    <a:pt x="2577338" y="138811"/>
                  </a:lnTo>
                  <a:lnTo>
                    <a:pt x="2594229" y="138811"/>
                  </a:lnTo>
                  <a:lnTo>
                    <a:pt x="2594229" y="577723"/>
                  </a:lnTo>
                  <a:lnTo>
                    <a:pt x="2577338" y="577723"/>
                  </a:lnTo>
                  <a:lnTo>
                    <a:pt x="2594229" y="577723"/>
                  </a:lnTo>
                  <a:cubicBezTo>
                    <a:pt x="2594229" y="654939"/>
                    <a:pt x="2529586" y="716534"/>
                    <a:pt x="2450973" y="716534"/>
                  </a:cubicBezTo>
                  <a:lnTo>
                    <a:pt x="2450973" y="699643"/>
                  </a:lnTo>
                  <a:lnTo>
                    <a:pt x="2450973" y="716534"/>
                  </a:lnTo>
                  <a:lnTo>
                    <a:pt x="143256" y="716534"/>
                  </a:lnTo>
                  <a:lnTo>
                    <a:pt x="143256" y="699643"/>
                  </a:lnTo>
                  <a:lnTo>
                    <a:pt x="143256" y="716534"/>
                  </a:lnTo>
                  <a:cubicBezTo>
                    <a:pt x="64643" y="716661"/>
                    <a:pt x="0" y="655066"/>
                    <a:pt x="0" y="577723"/>
                  </a:cubicBezTo>
                  <a:lnTo>
                    <a:pt x="0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lnTo>
                    <a:pt x="33909" y="577723"/>
                  </a:lnTo>
                  <a:lnTo>
                    <a:pt x="16891" y="577723"/>
                  </a:lnTo>
                  <a:lnTo>
                    <a:pt x="33909" y="577723"/>
                  </a:lnTo>
                  <a:cubicBezTo>
                    <a:pt x="33909" y="635127"/>
                    <a:pt x="82296" y="682752"/>
                    <a:pt x="143256" y="682752"/>
                  </a:cubicBezTo>
                  <a:lnTo>
                    <a:pt x="2450973" y="682752"/>
                  </a:lnTo>
                  <a:cubicBezTo>
                    <a:pt x="2511933" y="682752"/>
                    <a:pt x="2560320" y="635127"/>
                    <a:pt x="2560320" y="577723"/>
                  </a:cubicBezTo>
                  <a:lnTo>
                    <a:pt x="2560320" y="138811"/>
                  </a:lnTo>
                  <a:cubicBezTo>
                    <a:pt x="2560320" y="81407"/>
                    <a:pt x="2511933" y="33782"/>
                    <a:pt x="2450973" y="33782"/>
                  </a:cubicBezTo>
                  <a:lnTo>
                    <a:pt x="143256" y="33782"/>
                  </a:lnTo>
                  <a:lnTo>
                    <a:pt x="143256" y="16891"/>
                  </a:lnTo>
                  <a:lnTo>
                    <a:pt x="143256" y="33909"/>
                  </a:lnTo>
                  <a:cubicBezTo>
                    <a:pt x="82296" y="33909"/>
                    <a:pt x="33909" y="81534"/>
                    <a:pt x="33909" y="138938"/>
                  </a:cubicBezTo>
                  <a:close/>
                </a:path>
              </a:pathLst>
            </a:custGeom>
            <a:solidFill>
              <a:srgbClr val="2E5D8E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821424" y="2560320"/>
            <a:ext cx="1920240" cy="512064"/>
            <a:chOff x="0" y="0"/>
            <a:chExt cx="2560320" cy="68275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560320" cy="682752"/>
            </a:xfrm>
            <a:custGeom>
              <a:avLst/>
              <a:gdLst/>
              <a:ahLst/>
              <a:cxnLst/>
              <a:rect r="r" b="b" t="t" l="l"/>
              <a:pathLst>
                <a:path h="68275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5603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Principale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2249424" y="2550795"/>
            <a:ext cx="4480560" cy="704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1C2B3A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Recherche de filières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249424" y="3280791"/>
            <a:ext cx="6492240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Texte libre AR/FR, filtres domaine, résultats paginés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411967" y="2371087"/>
            <a:ext cx="8461753" cy="2298697"/>
            <a:chOff x="0" y="0"/>
            <a:chExt cx="11282337" cy="306492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8382" y="8509"/>
              <a:ext cx="11265535" cy="3048000"/>
            </a:xfrm>
            <a:custGeom>
              <a:avLst/>
              <a:gdLst/>
              <a:ahLst/>
              <a:cxnLst/>
              <a:rect r="r" b="b" t="t" l="l"/>
              <a:pathLst>
                <a:path h="3048000" w="11265535">
                  <a:moveTo>
                    <a:pt x="127" y="243840"/>
                  </a:moveTo>
                  <a:cubicBezTo>
                    <a:pt x="127" y="109093"/>
                    <a:pt x="109728" y="0"/>
                    <a:pt x="244856" y="0"/>
                  </a:cubicBezTo>
                  <a:lnTo>
                    <a:pt x="11020679" y="0"/>
                  </a:lnTo>
                  <a:cubicBezTo>
                    <a:pt x="11155934" y="0"/>
                    <a:pt x="11265535" y="109220"/>
                    <a:pt x="11265535" y="243840"/>
                  </a:cubicBezTo>
                  <a:lnTo>
                    <a:pt x="11265535" y="2804160"/>
                  </a:lnTo>
                  <a:cubicBezTo>
                    <a:pt x="11265535" y="2938780"/>
                    <a:pt x="11155934" y="3048000"/>
                    <a:pt x="11020679" y="3048000"/>
                  </a:cubicBezTo>
                  <a:lnTo>
                    <a:pt x="244856" y="3048000"/>
                  </a:lnTo>
                  <a:cubicBezTo>
                    <a:pt x="109601" y="3048000"/>
                    <a:pt x="0" y="2938780"/>
                    <a:pt x="0" y="28041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282299" cy="3065018"/>
            </a:xfrm>
            <a:custGeom>
              <a:avLst/>
              <a:gdLst/>
              <a:ahLst/>
              <a:cxnLst/>
              <a:rect r="r" b="b" t="t" l="l"/>
              <a:pathLst>
                <a:path h="3065018" w="11282299">
                  <a:moveTo>
                    <a:pt x="0" y="252349"/>
                  </a:moveTo>
                  <a:cubicBezTo>
                    <a:pt x="0" y="112903"/>
                    <a:pt x="113411" y="0"/>
                    <a:pt x="253238" y="0"/>
                  </a:cubicBezTo>
                  <a:lnTo>
                    <a:pt x="11029061" y="0"/>
                  </a:lnTo>
                  <a:lnTo>
                    <a:pt x="11029061" y="8509"/>
                  </a:lnTo>
                  <a:lnTo>
                    <a:pt x="11029061" y="0"/>
                  </a:lnTo>
                  <a:cubicBezTo>
                    <a:pt x="11168888" y="0"/>
                    <a:pt x="11282299" y="112903"/>
                    <a:pt x="11282299" y="252349"/>
                  </a:cubicBezTo>
                  <a:lnTo>
                    <a:pt x="11273790" y="252349"/>
                  </a:lnTo>
                  <a:lnTo>
                    <a:pt x="11282299" y="252349"/>
                  </a:lnTo>
                  <a:lnTo>
                    <a:pt x="11282299" y="2812669"/>
                  </a:lnTo>
                  <a:lnTo>
                    <a:pt x="11273790" y="2812669"/>
                  </a:lnTo>
                  <a:lnTo>
                    <a:pt x="11282299" y="2812669"/>
                  </a:lnTo>
                  <a:cubicBezTo>
                    <a:pt x="11282299" y="2951988"/>
                    <a:pt x="11168888" y="3065018"/>
                    <a:pt x="11029061" y="3065018"/>
                  </a:cubicBezTo>
                  <a:lnTo>
                    <a:pt x="11029061" y="3056509"/>
                  </a:lnTo>
                  <a:lnTo>
                    <a:pt x="11029061" y="3065018"/>
                  </a:lnTo>
                  <a:lnTo>
                    <a:pt x="253238" y="3065018"/>
                  </a:lnTo>
                  <a:lnTo>
                    <a:pt x="253238" y="3056509"/>
                  </a:lnTo>
                  <a:lnTo>
                    <a:pt x="253238" y="3065018"/>
                  </a:lnTo>
                  <a:cubicBezTo>
                    <a:pt x="113411" y="3064891"/>
                    <a:pt x="0" y="2951988"/>
                    <a:pt x="0" y="2812669"/>
                  </a:cubicBezTo>
                  <a:lnTo>
                    <a:pt x="0" y="252349"/>
                  </a:lnTo>
                  <a:lnTo>
                    <a:pt x="8509" y="252349"/>
                  </a:lnTo>
                  <a:lnTo>
                    <a:pt x="0" y="252349"/>
                  </a:lnTo>
                  <a:moveTo>
                    <a:pt x="16891" y="252349"/>
                  </a:moveTo>
                  <a:lnTo>
                    <a:pt x="16891" y="2812669"/>
                  </a:lnTo>
                  <a:lnTo>
                    <a:pt x="8509" y="2812669"/>
                  </a:lnTo>
                  <a:lnTo>
                    <a:pt x="17018" y="2812669"/>
                  </a:lnTo>
                  <a:cubicBezTo>
                    <a:pt x="16891" y="2942590"/>
                    <a:pt x="122682" y="3048000"/>
                    <a:pt x="253238" y="3048000"/>
                  </a:cubicBezTo>
                  <a:lnTo>
                    <a:pt x="11029061" y="3048000"/>
                  </a:lnTo>
                  <a:cubicBezTo>
                    <a:pt x="11159617" y="3048000"/>
                    <a:pt x="11265408" y="2942590"/>
                    <a:pt x="11265408" y="2812669"/>
                  </a:cubicBezTo>
                  <a:lnTo>
                    <a:pt x="11265408" y="252349"/>
                  </a:lnTo>
                  <a:cubicBezTo>
                    <a:pt x="11265408" y="122428"/>
                    <a:pt x="11159617" y="17018"/>
                    <a:pt x="11029061" y="17018"/>
                  </a:cubicBezTo>
                  <a:lnTo>
                    <a:pt x="253238" y="17018"/>
                  </a:lnTo>
                  <a:lnTo>
                    <a:pt x="253238" y="8509"/>
                  </a:lnTo>
                  <a:lnTo>
                    <a:pt x="253238" y="17018"/>
                  </a:lnTo>
                  <a:cubicBezTo>
                    <a:pt x="122682" y="16891"/>
                    <a:pt x="16891" y="122301"/>
                    <a:pt x="16891" y="252349"/>
                  </a:cubicBezTo>
                  <a:close/>
                </a:path>
              </a:pathLst>
            </a:custGeom>
            <a:solidFill>
              <a:srgbClr val="CBD5E0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734807" y="2767079"/>
            <a:ext cx="1214123" cy="1214123"/>
            <a:chOff x="0" y="0"/>
            <a:chExt cx="1618831" cy="161883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6891" y="16891"/>
              <a:ext cx="15849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584960">
                  <a:moveTo>
                    <a:pt x="0" y="792480"/>
                  </a:moveTo>
                  <a:cubicBezTo>
                    <a:pt x="0" y="354838"/>
                    <a:pt x="354838" y="0"/>
                    <a:pt x="792480" y="0"/>
                  </a:cubicBezTo>
                  <a:cubicBezTo>
                    <a:pt x="1230122" y="0"/>
                    <a:pt x="1584960" y="354838"/>
                    <a:pt x="1584960" y="792480"/>
                  </a:cubicBezTo>
                  <a:cubicBezTo>
                    <a:pt x="1584960" y="1230122"/>
                    <a:pt x="1230122" y="1584960"/>
                    <a:pt x="792480" y="1584960"/>
                  </a:cubicBezTo>
                  <a:cubicBezTo>
                    <a:pt x="354838" y="1584960"/>
                    <a:pt x="0" y="1230249"/>
                    <a:pt x="0" y="792480"/>
                  </a:cubicBezTo>
                  <a:close/>
                </a:path>
              </a:pathLst>
            </a:custGeom>
            <a:solidFill>
              <a:srgbClr val="2E5D8E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618742" cy="1618742"/>
            </a:xfrm>
            <a:custGeom>
              <a:avLst/>
              <a:gdLst/>
              <a:ahLst/>
              <a:cxnLst/>
              <a:rect r="r" b="b" t="t" l="l"/>
              <a:pathLst>
                <a:path h="1618742" w="1618742">
                  <a:moveTo>
                    <a:pt x="0" y="809371"/>
                  </a:moveTo>
                  <a:cubicBezTo>
                    <a:pt x="0" y="362331"/>
                    <a:pt x="362331" y="0"/>
                    <a:pt x="809371" y="0"/>
                  </a:cubicBezTo>
                  <a:lnTo>
                    <a:pt x="809371" y="16891"/>
                  </a:lnTo>
                  <a:lnTo>
                    <a:pt x="809371" y="0"/>
                  </a:lnTo>
                  <a:cubicBezTo>
                    <a:pt x="1256411" y="0"/>
                    <a:pt x="1618742" y="362331"/>
                    <a:pt x="1618742" y="809371"/>
                  </a:cubicBezTo>
                  <a:cubicBezTo>
                    <a:pt x="1618742" y="1256411"/>
                    <a:pt x="1256411" y="1618742"/>
                    <a:pt x="809371" y="1618742"/>
                  </a:cubicBezTo>
                  <a:lnTo>
                    <a:pt x="809371" y="1601851"/>
                  </a:lnTo>
                  <a:lnTo>
                    <a:pt x="809371" y="1618742"/>
                  </a:lnTo>
                  <a:cubicBezTo>
                    <a:pt x="362331" y="1618869"/>
                    <a:pt x="0" y="1256411"/>
                    <a:pt x="0" y="809371"/>
                  </a:cubicBezTo>
                  <a:lnTo>
                    <a:pt x="16891" y="809371"/>
                  </a:lnTo>
                  <a:lnTo>
                    <a:pt x="31242" y="818388"/>
                  </a:lnTo>
                  <a:cubicBezTo>
                    <a:pt x="27178" y="824738"/>
                    <a:pt x="19431" y="827659"/>
                    <a:pt x="12192" y="825627"/>
                  </a:cubicBezTo>
                  <a:cubicBezTo>
                    <a:pt x="4953" y="823595"/>
                    <a:pt x="0" y="816991"/>
                    <a:pt x="0" y="809371"/>
                  </a:cubicBezTo>
                  <a:moveTo>
                    <a:pt x="33909" y="809371"/>
                  </a:moveTo>
                  <a:lnTo>
                    <a:pt x="16891" y="809371"/>
                  </a:lnTo>
                  <a:lnTo>
                    <a:pt x="2667" y="800354"/>
                  </a:lnTo>
                  <a:cubicBezTo>
                    <a:pt x="6731" y="794004"/>
                    <a:pt x="14478" y="791083"/>
                    <a:pt x="21717" y="793115"/>
                  </a:cubicBezTo>
                  <a:cubicBezTo>
                    <a:pt x="28956" y="795147"/>
                    <a:pt x="33909" y="801878"/>
                    <a:pt x="33909" y="809371"/>
                  </a:cubicBezTo>
                  <a:cubicBezTo>
                    <a:pt x="33909" y="1237742"/>
                    <a:pt x="381127" y="1584960"/>
                    <a:pt x="809498" y="1584960"/>
                  </a:cubicBezTo>
                  <a:cubicBezTo>
                    <a:pt x="1237869" y="1584960"/>
                    <a:pt x="1585087" y="1237742"/>
                    <a:pt x="1585087" y="809371"/>
                  </a:cubicBezTo>
                  <a:lnTo>
                    <a:pt x="1601978" y="809371"/>
                  </a:lnTo>
                  <a:lnTo>
                    <a:pt x="1585087" y="809371"/>
                  </a:lnTo>
                  <a:cubicBezTo>
                    <a:pt x="1585087" y="381000"/>
                    <a:pt x="1237869" y="33782"/>
                    <a:pt x="809498" y="33782"/>
                  </a:cubicBezTo>
                  <a:lnTo>
                    <a:pt x="809498" y="16891"/>
                  </a:lnTo>
                  <a:lnTo>
                    <a:pt x="809498" y="33909"/>
                  </a:lnTo>
                  <a:cubicBezTo>
                    <a:pt x="381127" y="33909"/>
                    <a:pt x="33909" y="381127"/>
                    <a:pt x="33909" y="809371"/>
                  </a:cubicBezTo>
                  <a:close/>
                </a:path>
              </a:pathLst>
            </a:custGeom>
            <a:solidFill>
              <a:srgbClr val="2E5D8E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747504" y="2779776"/>
            <a:ext cx="1188720" cy="1188720"/>
            <a:chOff x="0" y="0"/>
            <a:chExt cx="1584960" cy="15849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5849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66675"/>
              <a:ext cx="1584960" cy="1651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1C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📋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5714983" y="2547623"/>
            <a:ext cx="1945643" cy="537467"/>
            <a:chOff x="0" y="0"/>
            <a:chExt cx="2594191" cy="71662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6891" y="16891"/>
              <a:ext cx="2560320" cy="682752"/>
            </a:xfrm>
            <a:custGeom>
              <a:avLst/>
              <a:gdLst/>
              <a:ahLst/>
              <a:cxnLst/>
              <a:rect r="r" b="b" t="t" l="l"/>
              <a:pathLst>
                <a:path h="682752" w="2560320">
                  <a:moveTo>
                    <a:pt x="0" y="121920"/>
                  </a:moveTo>
                  <a:cubicBezTo>
                    <a:pt x="0" y="54610"/>
                    <a:pt x="56515" y="0"/>
                    <a:pt x="126238" y="0"/>
                  </a:cubicBezTo>
                  <a:lnTo>
                    <a:pt x="2434082" y="0"/>
                  </a:lnTo>
                  <a:cubicBezTo>
                    <a:pt x="2503805" y="0"/>
                    <a:pt x="2560320" y="54610"/>
                    <a:pt x="2560320" y="121920"/>
                  </a:cubicBezTo>
                  <a:lnTo>
                    <a:pt x="2560320" y="560832"/>
                  </a:lnTo>
                  <a:cubicBezTo>
                    <a:pt x="2560320" y="628142"/>
                    <a:pt x="2503805" y="682752"/>
                    <a:pt x="2434082" y="682752"/>
                  </a:cubicBezTo>
                  <a:lnTo>
                    <a:pt x="126365" y="682752"/>
                  </a:lnTo>
                  <a:cubicBezTo>
                    <a:pt x="56642" y="682752"/>
                    <a:pt x="127" y="628142"/>
                    <a:pt x="127" y="560832"/>
                  </a:cubicBezTo>
                  <a:close/>
                </a:path>
              </a:pathLst>
            </a:custGeom>
            <a:solidFill>
              <a:srgbClr val="2E5D8E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594229" cy="716534"/>
            </a:xfrm>
            <a:custGeom>
              <a:avLst/>
              <a:gdLst/>
              <a:ahLst/>
              <a:cxnLst/>
              <a:rect r="r" b="b" t="t" l="l"/>
              <a:pathLst>
                <a:path h="716534" w="2594229">
                  <a:moveTo>
                    <a:pt x="0" y="138811"/>
                  </a:moveTo>
                  <a:cubicBezTo>
                    <a:pt x="0" y="61595"/>
                    <a:pt x="64643" y="0"/>
                    <a:pt x="143256" y="0"/>
                  </a:cubicBezTo>
                  <a:lnTo>
                    <a:pt x="2450973" y="0"/>
                  </a:lnTo>
                  <a:lnTo>
                    <a:pt x="2450973" y="16891"/>
                  </a:lnTo>
                  <a:lnTo>
                    <a:pt x="2450973" y="0"/>
                  </a:lnTo>
                  <a:cubicBezTo>
                    <a:pt x="2529459" y="0"/>
                    <a:pt x="2594229" y="61595"/>
                    <a:pt x="2594229" y="138811"/>
                  </a:cubicBezTo>
                  <a:lnTo>
                    <a:pt x="2577338" y="138811"/>
                  </a:lnTo>
                  <a:lnTo>
                    <a:pt x="2594229" y="138811"/>
                  </a:lnTo>
                  <a:lnTo>
                    <a:pt x="2594229" y="577723"/>
                  </a:lnTo>
                  <a:lnTo>
                    <a:pt x="2577338" y="577723"/>
                  </a:lnTo>
                  <a:lnTo>
                    <a:pt x="2594229" y="577723"/>
                  </a:lnTo>
                  <a:cubicBezTo>
                    <a:pt x="2594229" y="654939"/>
                    <a:pt x="2529586" y="716534"/>
                    <a:pt x="2450973" y="716534"/>
                  </a:cubicBezTo>
                  <a:lnTo>
                    <a:pt x="2450973" y="699643"/>
                  </a:lnTo>
                  <a:lnTo>
                    <a:pt x="2450973" y="716534"/>
                  </a:lnTo>
                  <a:lnTo>
                    <a:pt x="143256" y="716534"/>
                  </a:lnTo>
                  <a:lnTo>
                    <a:pt x="143256" y="699643"/>
                  </a:lnTo>
                  <a:lnTo>
                    <a:pt x="143256" y="716534"/>
                  </a:lnTo>
                  <a:cubicBezTo>
                    <a:pt x="64643" y="716661"/>
                    <a:pt x="0" y="655066"/>
                    <a:pt x="0" y="577723"/>
                  </a:cubicBezTo>
                  <a:lnTo>
                    <a:pt x="0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lnTo>
                    <a:pt x="33909" y="577723"/>
                  </a:lnTo>
                  <a:lnTo>
                    <a:pt x="16891" y="577723"/>
                  </a:lnTo>
                  <a:lnTo>
                    <a:pt x="33909" y="577723"/>
                  </a:lnTo>
                  <a:cubicBezTo>
                    <a:pt x="33909" y="635127"/>
                    <a:pt x="82296" y="682752"/>
                    <a:pt x="143256" y="682752"/>
                  </a:cubicBezTo>
                  <a:lnTo>
                    <a:pt x="2450973" y="682752"/>
                  </a:lnTo>
                  <a:cubicBezTo>
                    <a:pt x="2511933" y="682752"/>
                    <a:pt x="2560320" y="635127"/>
                    <a:pt x="2560320" y="577723"/>
                  </a:cubicBezTo>
                  <a:lnTo>
                    <a:pt x="2560320" y="138811"/>
                  </a:lnTo>
                  <a:cubicBezTo>
                    <a:pt x="2560320" y="81407"/>
                    <a:pt x="2511933" y="33782"/>
                    <a:pt x="2450973" y="33782"/>
                  </a:cubicBezTo>
                  <a:lnTo>
                    <a:pt x="143256" y="33782"/>
                  </a:lnTo>
                  <a:lnTo>
                    <a:pt x="143256" y="16891"/>
                  </a:lnTo>
                  <a:lnTo>
                    <a:pt x="143256" y="33909"/>
                  </a:lnTo>
                  <a:cubicBezTo>
                    <a:pt x="82296" y="33909"/>
                    <a:pt x="33909" y="81534"/>
                    <a:pt x="33909" y="138938"/>
                  </a:cubicBezTo>
                  <a:close/>
                </a:path>
              </a:pathLst>
            </a:custGeom>
            <a:solidFill>
              <a:srgbClr val="2E5D8E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5727680" y="2560320"/>
            <a:ext cx="1920240" cy="512064"/>
            <a:chOff x="0" y="0"/>
            <a:chExt cx="2560320" cy="68275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560320" cy="682752"/>
            </a:xfrm>
            <a:custGeom>
              <a:avLst/>
              <a:gdLst/>
              <a:ahLst/>
              <a:cxnLst/>
              <a:rect r="r" b="b" t="t" l="l"/>
              <a:pathLst>
                <a:path h="68275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25603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Principale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1155680" y="2550795"/>
            <a:ext cx="4480560" cy="704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1C2B3A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Test d'orientation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155680" y="3280791"/>
            <a:ext cx="6492240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Questionnaire multi-étapes, scoring, recommandations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505711" y="4931407"/>
            <a:ext cx="8461753" cy="2298697"/>
            <a:chOff x="0" y="0"/>
            <a:chExt cx="11282337" cy="306492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8382" y="8509"/>
              <a:ext cx="11265535" cy="3048000"/>
            </a:xfrm>
            <a:custGeom>
              <a:avLst/>
              <a:gdLst/>
              <a:ahLst/>
              <a:cxnLst/>
              <a:rect r="r" b="b" t="t" l="l"/>
              <a:pathLst>
                <a:path h="3048000" w="11265535">
                  <a:moveTo>
                    <a:pt x="127" y="243840"/>
                  </a:moveTo>
                  <a:cubicBezTo>
                    <a:pt x="127" y="109093"/>
                    <a:pt x="109728" y="0"/>
                    <a:pt x="244856" y="0"/>
                  </a:cubicBezTo>
                  <a:lnTo>
                    <a:pt x="11020679" y="0"/>
                  </a:lnTo>
                  <a:cubicBezTo>
                    <a:pt x="11155934" y="0"/>
                    <a:pt x="11265535" y="109220"/>
                    <a:pt x="11265535" y="243840"/>
                  </a:cubicBezTo>
                  <a:lnTo>
                    <a:pt x="11265535" y="2804160"/>
                  </a:lnTo>
                  <a:cubicBezTo>
                    <a:pt x="11265535" y="2938780"/>
                    <a:pt x="11155934" y="3048000"/>
                    <a:pt x="11020679" y="3048000"/>
                  </a:cubicBezTo>
                  <a:lnTo>
                    <a:pt x="244856" y="3048000"/>
                  </a:lnTo>
                  <a:cubicBezTo>
                    <a:pt x="109601" y="3048000"/>
                    <a:pt x="0" y="2938780"/>
                    <a:pt x="0" y="28041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282299" cy="3065018"/>
            </a:xfrm>
            <a:custGeom>
              <a:avLst/>
              <a:gdLst/>
              <a:ahLst/>
              <a:cxnLst/>
              <a:rect r="r" b="b" t="t" l="l"/>
              <a:pathLst>
                <a:path h="3065018" w="11282299">
                  <a:moveTo>
                    <a:pt x="0" y="252349"/>
                  </a:moveTo>
                  <a:cubicBezTo>
                    <a:pt x="0" y="112903"/>
                    <a:pt x="113411" y="0"/>
                    <a:pt x="253238" y="0"/>
                  </a:cubicBezTo>
                  <a:lnTo>
                    <a:pt x="11029061" y="0"/>
                  </a:lnTo>
                  <a:lnTo>
                    <a:pt x="11029061" y="8509"/>
                  </a:lnTo>
                  <a:lnTo>
                    <a:pt x="11029061" y="0"/>
                  </a:lnTo>
                  <a:cubicBezTo>
                    <a:pt x="11168888" y="0"/>
                    <a:pt x="11282299" y="112903"/>
                    <a:pt x="11282299" y="252349"/>
                  </a:cubicBezTo>
                  <a:lnTo>
                    <a:pt x="11273790" y="252349"/>
                  </a:lnTo>
                  <a:lnTo>
                    <a:pt x="11282299" y="252349"/>
                  </a:lnTo>
                  <a:lnTo>
                    <a:pt x="11282299" y="2812669"/>
                  </a:lnTo>
                  <a:lnTo>
                    <a:pt x="11273790" y="2812669"/>
                  </a:lnTo>
                  <a:lnTo>
                    <a:pt x="11282299" y="2812669"/>
                  </a:lnTo>
                  <a:cubicBezTo>
                    <a:pt x="11282299" y="2951988"/>
                    <a:pt x="11168888" y="3065018"/>
                    <a:pt x="11029061" y="3065018"/>
                  </a:cubicBezTo>
                  <a:lnTo>
                    <a:pt x="11029061" y="3056509"/>
                  </a:lnTo>
                  <a:lnTo>
                    <a:pt x="11029061" y="3065018"/>
                  </a:lnTo>
                  <a:lnTo>
                    <a:pt x="253238" y="3065018"/>
                  </a:lnTo>
                  <a:lnTo>
                    <a:pt x="253238" y="3056509"/>
                  </a:lnTo>
                  <a:lnTo>
                    <a:pt x="253238" y="3065018"/>
                  </a:lnTo>
                  <a:cubicBezTo>
                    <a:pt x="113411" y="3064891"/>
                    <a:pt x="0" y="2951988"/>
                    <a:pt x="0" y="2812669"/>
                  </a:cubicBezTo>
                  <a:lnTo>
                    <a:pt x="0" y="252349"/>
                  </a:lnTo>
                  <a:lnTo>
                    <a:pt x="8509" y="252349"/>
                  </a:lnTo>
                  <a:lnTo>
                    <a:pt x="0" y="252349"/>
                  </a:lnTo>
                  <a:moveTo>
                    <a:pt x="16891" y="252349"/>
                  </a:moveTo>
                  <a:lnTo>
                    <a:pt x="16891" y="2812669"/>
                  </a:lnTo>
                  <a:lnTo>
                    <a:pt x="8509" y="2812669"/>
                  </a:lnTo>
                  <a:lnTo>
                    <a:pt x="17018" y="2812669"/>
                  </a:lnTo>
                  <a:cubicBezTo>
                    <a:pt x="16891" y="2942590"/>
                    <a:pt x="122682" y="3048000"/>
                    <a:pt x="253238" y="3048000"/>
                  </a:cubicBezTo>
                  <a:lnTo>
                    <a:pt x="11029061" y="3048000"/>
                  </a:lnTo>
                  <a:cubicBezTo>
                    <a:pt x="11159617" y="3048000"/>
                    <a:pt x="11265408" y="2942590"/>
                    <a:pt x="11265408" y="2812669"/>
                  </a:cubicBezTo>
                  <a:lnTo>
                    <a:pt x="11265408" y="252349"/>
                  </a:lnTo>
                  <a:cubicBezTo>
                    <a:pt x="11265408" y="122428"/>
                    <a:pt x="11159617" y="17018"/>
                    <a:pt x="11029061" y="17018"/>
                  </a:cubicBezTo>
                  <a:lnTo>
                    <a:pt x="253238" y="17018"/>
                  </a:lnTo>
                  <a:lnTo>
                    <a:pt x="253238" y="8509"/>
                  </a:lnTo>
                  <a:lnTo>
                    <a:pt x="253238" y="17018"/>
                  </a:lnTo>
                  <a:cubicBezTo>
                    <a:pt x="122682" y="16891"/>
                    <a:pt x="16891" y="122301"/>
                    <a:pt x="16891" y="252349"/>
                  </a:cubicBezTo>
                  <a:close/>
                </a:path>
              </a:pathLst>
            </a:custGeom>
            <a:solidFill>
              <a:srgbClr val="CBD5E0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828551" y="5327399"/>
            <a:ext cx="1214123" cy="1214123"/>
            <a:chOff x="0" y="0"/>
            <a:chExt cx="1618831" cy="161883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15849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584960">
                  <a:moveTo>
                    <a:pt x="0" y="792480"/>
                  </a:moveTo>
                  <a:cubicBezTo>
                    <a:pt x="0" y="354838"/>
                    <a:pt x="354838" y="0"/>
                    <a:pt x="792480" y="0"/>
                  </a:cubicBezTo>
                  <a:cubicBezTo>
                    <a:pt x="1230122" y="0"/>
                    <a:pt x="1584960" y="354838"/>
                    <a:pt x="1584960" y="792480"/>
                  </a:cubicBezTo>
                  <a:cubicBezTo>
                    <a:pt x="1584960" y="1230122"/>
                    <a:pt x="1230122" y="1584960"/>
                    <a:pt x="792480" y="1584960"/>
                  </a:cubicBezTo>
                  <a:cubicBezTo>
                    <a:pt x="354838" y="1584960"/>
                    <a:pt x="0" y="1230249"/>
                    <a:pt x="0" y="792480"/>
                  </a:cubicBezTo>
                  <a:close/>
                </a:path>
              </a:pathLst>
            </a:custGeom>
            <a:solidFill>
              <a:srgbClr val="F4A623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618742" cy="1618742"/>
            </a:xfrm>
            <a:custGeom>
              <a:avLst/>
              <a:gdLst/>
              <a:ahLst/>
              <a:cxnLst/>
              <a:rect r="r" b="b" t="t" l="l"/>
              <a:pathLst>
                <a:path h="1618742" w="1618742">
                  <a:moveTo>
                    <a:pt x="0" y="809371"/>
                  </a:moveTo>
                  <a:cubicBezTo>
                    <a:pt x="0" y="362331"/>
                    <a:pt x="362331" y="0"/>
                    <a:pt x="809371" y="0"/>
                  </a:cubicBezTo>
                  <a:lnTo>
                    <a:pt x="809371" y="16891"/>
                  </a:lnTo>
                  <a:lnTo>
                    <a:pt x="809371" y="0"/>
                  </a:lnTo>
                  <a:cubicBezTo>
                    <a:pt x="1256411" y="0"/>
                    <a:pt x="1618742" y="362331"/>
                    <a:pt x="1618742" y="809371"/>
                  </a:cubicBezTo>
                  <a:cubicBezTo>
                    <a:pt x="1618742" y="1256411"/>
                    <a:pt x="1256411" y="1618742"/>
                    <a:pt x="809371" y="1618742"/>
                  </a:cubicBezTo>
                  <a:lnTo>
                    <a:pt x="809371" y="1601851"/>
                  </a:lnTo>
                  <a:lnTo>
                    <a:pt x="809371" y="1618742"/>
                  </a:lnTo>
                  <a:cubicBezTo>
                    <a:pt x="362331" y="1618869"/>
                    <a:pt x="0" y="1256411"/>
                    <a:pt x="0" y="809371"/>
                  </a:cubicBezTo>
                  <a:lnTo>
                    <a:pt x="16891" y="809371"/>
                  </a:lnTo>
                  <a:lnTo>
                    <a:pt x="31242" y="818388"/>
                  </a:lnTo>
                  <a:cubicBezTo>
                    <a:pt x="27178" y="824738"/>
                    <a:pt x="19431" y="827659"/>
                    <a:pt x="12192" y="825627"/>
                  </a:cubicBezTo>
                  <a:cubicBezTo>
                    <a:pt x="4953" y="823595"/>
                    <a:pt x="0" y="816991"/>
                    <a:pt x="0" y="809371"/>
                  </a:cubicBezTo>
                  <a:moveTo>
                    <a:pt x="33909" y="809371"/>
                  </a:moveTo>
                  <a:lnTo>
                    <a:pt x="16891" y="809371"/>
                  </a:lnTo>
                  <a:lnTo>
                    <a:pt x="2667" y="800354"/>
                  </a:lnTo>
                  <a:cubicBezTo>
                    <a:pt x="6731" y="794004"/>
                    <a:pt x="14478" y="791083"/>
                    <a:pt x="21717" y="793115"/>
                  </a:cubicBezTo>
                  <a:cubicBezTo>
                    <a:pt x="28956" y="795147"/>
                    <a:pt x="33909" y="801878"/>
                    <a:pt x="33909" y="809371"/>
                  </a:cubicBezTo>
                  <a:cubicBezTo>
                    <a:pt x="33909" y="1237742"/>
                    <a:pt x="381127" y="1584960"/>
                    <a:pt x="809498" y="1584960"/>
                  </a:cubicBezTo>
                  <a:cubicBezTo>
                    <a:pt x="1237869" y="1584960"/>
                    <a:pt x="1585087" y="1237742"/>
                    <a:pt x="1585087" y="809371"/>
                  </a:cubicBezTo>
                  <a:lnTo>
                    <a:pt x="1601978" y="809371"/>
                  </a:lnTo>
                  <a:lnTo>
                    <a:pt x="1585087" y="809371"/>
                  </a:lnTo>
                  <a:cubicBezTo>
                    <a:pt x="1585087" y="381000"/>
                    <a:pt x="1237869" y="33782"/>
                    <a:pt x="809498" y="33782"/>
                  </a:cubicBezTo>
                  <a:lnTo>
                    <a:pt x="809498" y="16891"/>
                  </a:lnTo>
                  <a:lnTo>
                    <a:pt x="809498" y="33909"/>
                  </a:lnTo>
                  <a:cubicBezTo>
                    <a:pt x="381127" y="33909"/>
                    <a:pt x="33909" y="381127"/>
                    <a:pt x="33909" y="809371"/>
                  </a:cubicBezTo>
                  <a:close/>
                </a:path>
              </a:pathLst>
            </a:custGeom>
            <a:solidFill>
              <a:srgbClr val="F4A623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841248" y="5340096"/>
            <a:ext cx="1188720" cy="1188720"/>
            <a:chOff x="0" y="0"/>
            <a:chExt cx="1584960" cy="15849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5849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66675"/>
              <a:ext cx="1584960" cy="1651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1C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👤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808727" y="5107943"/>
            <a:ext cx="1945643" cy="537467"/>
            <a:chOff x="0" y="0"/>
            <a:chExt cx="2594191" cy="716623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2560320" cy="682752"/>
            </a:xfrm>
            <a:custGeom>
              <a:avLst/>
              <a:gdLst/>
              <a:ahLst/>
              <a:cxnLst/>
              <a:rect r="r" b="b" t="t" l="l"/>
              <a:pathLst>
                <a:path h="682752" w="2560320">
                  <a:moveTo>
                    <a:pt x="0" y="121920"/>
                  </a:moveTo>
                  <a:cubicBezTo>
                    <a:pt x="0" y="54610"/>
                    <a:pt x="56515" y="0"/>
                    <a:pt x="126238" y="0"/>
                  </a:cubicBezTo>
                  <a:lnTo>
                    <a:pt x="2434082" y="0"/>
                  </a:lnTo>
                  <a:cubicBezTo>
                    <a:pt x="2503805" y="0"/>
                    <a:pt x="2560320" y="54610"/>
                    <a:pt x="2560320" y="121920"/>
                  </a:cubicBezTo>
                  <a:lnTo>
                    <a:pt x="2560320" y="560832"/>
                  </a:lnTo>
                  <a:cubicBezTo>
                    <a:pt x="2560320" y="628142"/>
                    <a:pt x="2503805" y="682752"/>
                    <a:pt x="2434082" y="682752"/>
                  </a:cubicBezTo>
                  <a:lnTo>
                    <a:pt x="126365" y="682752"/>
                  </a:lnTo>
                  <a:cubicBezTo>
                    <a:pt x="56642" y="682752"/>
                    <a:pt x="127" y="628142"/>
                    <a:pt x="127" y="560832"/>
                  </a:cubicBezTo>
                  <a:close/>
                </a:path>
              </a:pathLst>
            </a:custGeom>
            <a:solidFill>
              <a:srgbClr val="2E5D8E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594229" cy="716534"/>
            </a:xfrm>
            <a:custGeom>
              <a:avLst/>
              <a:gdLst/>
              <a:ahLst/>
              <a:cxnLst/>
              <a:rect r="r" b="b" t="t" l="l"/>
              <a:pathLst>
                <a:path h="716534" w="2594229">
                  <a:moveTo>
                    <a:pt x="0" y="138811"/>
                  </a:moveTo>
                  <a:cubicBezTo>
                    <a:pt x="0" y="61595"/>
                    <a:pt x="64643" y="0"/>
                    <a:pt x="143256" y="0"/>
                  </a:cubicBezTo>
                  <a:lnTo>
                    <a:pt x="2450973" y="0"/>
                  </a:lnTo>
                  <a:lnTo>
                    <a:pt x="2450973" y="16891"/>
                  </a:lnTo>
                  <a:lnTo>
                    <a:pt x="2450973" y="0"/>
                  </a:lnTo>
                  <a:cubicBezTo>
                    <a:pt x="2529459" y="0"/>
                    <a:pt x="2594229" y="61595"/>
                    <a:pt x="2594229" y="138811"/>
                  </a:cubicBezTo>
                  <a:lnTo>
                    <a:pt x="2577338" y="138811"/>
                  </a:lnTo>
                  <a:lnTo>
                    <a:pt x="2594229" y="138811"/>
                  </a:lnTo>
                  <a:lnTo>
                    <a:pt x="2594229" y="577723"/>
                  </a:lnTo>
                  <a:lnTo>
                    <a:pt x="2577338" y="577723"/>
                  </a:lnTo>
                  <a:lnTo>
                    <a:pt x="2594229" y="577723"/>
                  </a:lnTo>
                  <a:cubicBezTo>
                    <a:pt x="2594229" y="654939"/>
                    <a:pt x="2529586" y="716534"/>
                    <a:pt x="2450973" y="716534"/>
                  </a:cubicBezTo>
                  <a:lnTo>
                    <a:pt x="2450973" y="699643"/>
                  </a:lnTo>
                  <a:lnTo>
                    <a:pt x="2450973" y="716534"/>
                  </a:lnTo>
                  <a:lnTo>
                    <a:pt x="143256" y="716534"/>
                  </a:lnTo>
                  <a:lnTo>
                    <a:pt x="143256" y="699643"/>
                  </a:lnTo>
                  <a:lnTo>
                    <a:pt x="143256" y="716534"/>
                  </a:lnTo>
                  <a:cubicBezTo>
                    <a:pt x="64643" y="716661"/>
                    <a:pt x="0" y="655066"/>
                    <a:pt x="0" y="577723"/>
                  </a:cubicBezTo>
                  <a:lnTo>
                    <a:pt x="0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lnTo>
                    <a:pt x="33909" y="577723"/>
                  </a:lnTo>
                  <a:lnTo>
                    <a:pt x="16891" y="577723"/>
                  </a:lnTo>
                  <a:lnTo>
                    <a:pt x="33909" y="577723"/>
                  </a:lnTo>
                  <a:cubicBezTo>
                    <a:pt x="33909" y="635127"/>
                    <a:pt x="82296" y="682752"/>
                    <a:pt x="143256" y="682752"/>
                  </a:cubicBezTo>
                  <a:lnTo>
                    <a:pt x="2450973" y="682752"/>
                  </a:lnTo>
                  <a:cubicBezTo>
                    <a:pt x="2511933" y="682752"/>
                    <a:pt x="2560320" y="635127"/>
                    <a:pt x="2560320" y="577723"/>
                  </a:cubicBezTo>
                  <a:lnTo>
                    <a:pt x="2560320" y="138811"/>
                  </a:lnTo>
                  <a:cubicBezTo>
                    <a:pt x="2560320" y="81407"/>
                    <a:pt x="2511933" y="33782"/>
                    <a:pt x="2450973" y="33782"/>
                  </a:cubicBezTo>
                  <a:lnTo>
                    <a:pt x="143256" y="33782"/>
                  </a:lnTo>
                  <a:lnTo>
                    <a:pt x="143256" y="16891"/>
                  </a:lnTo>
                  <a:lnTo>
                    <a:pt x="143256" y="33909"/>
                  </a:lnTo>
                  <a:cubicBezTo>
                    <a:pt x="82296" y="33909"/>
                    <a:pt x="33909" y="81534"/>
                    <a:pt x="33909" y="138938"/>
                  </a:cubicBezTo>
                  <a:close/>
                </a:path>
              </a:pathLst>
            </a:custGeom>
            <a:solidFill>
              <a:srgbClr val="2E5D8E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821424" y="5120640"/>
            <a:ext cx="1920240" cy="512064"/>
            <a:chOff x="0" y="0"/>
            <a:chExt cx="2560320" cy="68275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560320" cy="682752"/>
            </a:xfrm>
            <a:custGeom>
              <a:avLst/>
              <a:gdLst/>
              <a:ahLst/>
              <a:cxnLst/>
              <a:rect r="r" b="b" t="t" l="l"/>
              <a:pathLst>
                <a:path h="68275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25603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Principale</a:t>
              </a: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2249424" y="5111115"/>
            <a:ext cx="4480560" cy="704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1C2B3A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Authentification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2249424" y="5841111"/>
            <a:ext cx="6492240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Inscription, connexion, gestion de profil utilisateur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9411967" y="4931407"/>
            <a:ext cx="8461753" cy="2298697"/>
            <a:chOff x="0" y="0"/>
            <a:chExt cx="11282337" cy="3064929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8382" y="8509"/>
              <a:ext cx="11265535" cy="3048000"/>
            </a:xfrm>
            <a:custGeom>
              <a:avLst/>
              <a:gdLst/>
              <a:ahLst/>
              <a:cxnLst/>
              <a:rect r="r" b="b" t="t" l="l"/>
              <a:pathLst>
                <a:path h="3048000" w="11265535">
                  <a:moveTo>
                    <a:pt x="127" y="243840"/>
                  </a:moveTo>
                  <a:cubicBezTo>
                    <a:pt x="127" y="109093"/>
                    <a:pt x="109728" y="0"/>
                    <a:pt x="244856" y="0"/>
                  </a:cubicBezTo>
                  <a:lnTo>
                    <a:pt x="11020679" y="0"/>
                  </a:lnTo>
                  <a:cubicBezTo>
                    <a:pt x="11155934" y="0"/>
                    <a:pt x="11265535" y="109220"/>
                    <a:pt x="11265535" y="243840"/>
                  </a:cubicBezTo>
                  <a:lnTo>
                    <a:pt x="11265535" y="2804160"/>
                  </a:lnTo>
                  <a:cubicBezTo>
                    <a:pt x="11265535" y="2938780"/>
                    <a:pt x="11155934" y="3048000"/>
                    <a:pt x="11020679" y="3048000"/>
                  </a:cubicBezTo>
                  <a:lnTo>
                    <a:pt x="244856" y="3048000"/>
                  </a:lnTo>
                  <a:cubicBezTo>
                    <a:pt x="109601" y="3048000"/>
                    <a:pt x="0" y="2938780"/>
                    <a:pt x="0" y="28041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1282299" cy="3065018"/>
            </a:xfrm>
            <a:custGeom>
              <a:avLst/>
              <a:gdLst/>
              <a:ahLst/>
              <a:cxnLst/>
              <a:rect r="r" b="b" t="t" l="l"/>
              <a:pathLst>
                <a:path h="3065018" w="11282299">
                  <a:moveTo>
                    <a:pt x="0" y="252349"/>
                  </a:moveTo>
                  <a:cubicBezTo>
                    <a:pt x="0" y="112903"/>
                    <a:pt x="113411" y="0"/>
                    <a:pt x="253238" y="0"/>
                  </a:cubicBezTo>
                  <a:lnTo>
                    <a:pt x="11029061" y="0"/>
                  </a:lnTo>
                  <a:lnTo>
                    <a:pt x="11029061" y="8509"/>
                  </a:lnTo>
                  <a:lnTo>
                    <a:pt x="11029061" y="0"/>
                  </a:lnTo>
                  <a:cubicBezTo>
                    <a:pt x="11168888" y="0"/>
                    <a:pt x="11282299" y="112903"/>
                    <a:pt x="11282299" y="252349"/>
                  </a:cubicBezTo>
                  <a:lnTo>
                    <a:pt x="11273790" y="252349"/>
                  </a:lnTo>
                  <a:lnTo>
                    <a:pt x="11282299" y="252349"/>
                  </a:lnTo>
                  <a:lnTo>
                    <a:pt x="11282299" y="2812669"/>
                  </a:lnTo>
                  <a:lnTo>
                    <a:pt x="11273790" y="2812669"/>
                  </a:lnTo>
                  <a:lnTo>
                    <a:pt x="11282299" y="2812669"/>
                  </a:lnTo>
                  <a:cubicBezTo>
                    <a:pt x="11282299" y="2951988"/>
                    <a:pt x="11168888" y="3065018"/>
                    <a:pt x="11029061" y="3065018"/>
                  </a:cubicBezTo>
                  <a:lnTo>
                    <a:pt x="11029061" y="3056509"/>
                  </a:lnTo>
                  <a:lnTo>
                    <a:pt x="11029061" y="3065018"/>
                  </a:lnTo>
                  <a:lnTo>
                    <a:pt x="253238" y="3065018"/>
                  </a:lnTo>
                  <a:lnTo>
                    <a:pt x="253238" y="3056509"/>
                  </a:lnTo>
                  <a:lnTo>
                    <a:pt x="253238" y="3065018"/>
                  </a:lnTo>
                  <a:cubicBezTo>
                    <a:pt x="113411" y="3064891"/>
                    <a:pt x="0" y="2951988"/>
                    <a:pt x="0" y="2812669"/>
                  </a:cubicBezTo>
                  <a:lnTo>
                    <a:pt x="0" y="252349"/>
                  </a:lnTo>
                  <a:lnTo>
                    <a:pt x="8509" y="252349"/>
                  </a:lnTo>
                  <a:lnTo>
                    <a:pt x="0" y="252349"/>
                  </a:lnTo>
                  <a:moveTo>
                    <a:pt x="16891" y="252349"/>
                  </a:moveTo>
                  <a:lnTo>
                    <a:pt x="16891" y="2812669"/>
                  </a:lnTo>
                  <a:lnTo>
                    <a:pt x="8509" y="2812669"/>
                  </a:lnTo>
                  <a:lnTo>
                    <a:pt x="17018" y="2812669"/>
                  </a:lnTo>
                  <a:cubicBezTo>
                    <a:pt x="16891" y="2942590"/>
                    <a:pt x="122682" y="3048000"/>
                    <a:pt x="253238" y="3048000"/>
                  </a:cubicBezTo>
                  <a:lnTo>
                    <a:pt x="11029061" y="3048000"/>
                  </a:lnTo>
                  <a:cubicBezTo>
                    <a:pt x="11159617" y="3048000"/>
                    <a:pt x="11265408" y="2942590"/>
                    <a:pt x="11265408" y="2812669"/>
                  </a:cubicBezTo>
                  <a:lnTo>
                    <a:pt x="11265408" y="252349"/>
                  </a:lnTo>
                  <a:cubicBezTo>
                    <a:pt x="11265408" y="122428"/>
                    <a:pt x="11159617" y="17018"/>
                    <a:pt x="11029061" y="17018"/>
                  </a:cubicBezTo>
                  <a:lnTo>
                    <a:pt x="253238" y="17018"/>
                  </a:lnTo>
                  <a:lnTo>
                    <a:pt x="253238" y="8509"/>
                  </a:lnTo>
                  <a:lnTo>
                    <a:pt x="253238" y="17018"/>
                  </a:lnTo>
                  <a:cubicBezTo>
                    <a:pt x="122682" y="16891"/>
                    <a:pt x="16891" y="122301"/>
                    <a:pt x="16891" y="252349"/>
                  </a:cubicBezTo>
                  <a:close/>
                </a:path>
              </a:pathLst>
            </a:custGeom>
            <a:solidFill>
              <a:srgbClr val="CBD5E0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9734807" y="5327399"/>
            <a:ext cx="1214123" cy="1214123"/>
            <a:chOff x="0" y="0"/>
            <a:chExt cx="1618831" cy="1618831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16891" y="16891"/>
              <a:ext cx="15849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584960">
                  <a:moveTo>
                    <a:pt x="0" y="792480"/>
                  </a:moveTo>
                  <a:cubicBezTo>
                    <a:pt x="0" y="354838"/>
                    <a:pt x="354838" y="0"/>
                    <a:pt x="792480" y="0"/>
                  </a:cubicBezTo>
                  <a:cubicBezTo>
                    <a:pt x="1230122" y="0"/>
                    <a:pt x="1584960" y="354838"/>
                    <a:pt x="1584960" y="792480"/>
                  </a:cubicBezTo>
                  <a:cubicBezTo>
                    <a:pt x="1584960" y="1230122"/>
                    <a:pt x="1230122" y="1584960"/>
                    <a:pt x="792480" y="1584960"/>
                  </a:cubicBezTo>
                  <a:cubicBezTo>
                    <a:pt x="354838" y="1584960"/>
                    <a:pt x="0" y="1230249"/>
                    <a:pt x="0" y="792480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618742" cy="1618742"/>
            </a:xfrm>
            <a:custGeom>
              <a:avLst/>
              <a:gdLst/>
              <a:ahLst/>
              <a:cxnLst/>
              <a:rect r="r" b="b" t="t" l="l"/>
              <a:pathLst>
                <a:path h="1618742" w="1618742">
                  <a:moveTo>
                    <a:pt x="0" y="809371"/>
                  </a:moveTo>
                  <a:cubicBezTo>
                    <a:pt x="0" y="362331"/>
                    <a:pt x="362331" y="0"/>
                    <a:pt x="809371" y="0"/>
                  </a:cubicBezTo>
                  <a:lnTo>
                    <a:pt x="809371" y="16891"/>
                  </a:lnTo>
                  <a:lnTo>
                    <a:pt x="809371" y="0"/>
                  </a:lnTo>
                  <a:cubicBezTo>
                    <a:pt x="1256411" y="0"/>
                    <a:pt x="1618742" y="362331"/>
                    <a:pt x="1618742" y="809371"/>
                  </a:cubicBezTo>
                  <a:cubicBezTo>
                    <a:pt x="1618742" y="1256411"/>
                    <a:pt x="1256411" y="1618742"/>
                    <a:pt x="809371" y="1618742"/>
                  </a:cubicBezTo>
                  <a:lnTo>
                    <a:pt x="809371" y="1601851"/>
                  </a:lnTo>
                  <a:lnTo>
                    <a:pt x="809371" y="1618742"/>
                  </a:lnTo>
                  <a:cubicBezTo>
                    <a:pt x="362331" y="1618869"/>
                    <a:pt x="0" y="1256411"/>
                    <a:pt x="0" y="809371"/>
                  </a:cubicBezTo>
                  <a:lnTo>
                    <a:pt x="16891" y="809371"/>
                  </a:lnTo>
                  <a:lnTo>
                    <a:pt x="31242" y="818388"/>
                  </a:lnTo>
                  <a:cubicBezTo>
                    <a:pt x="27178" y="824738"/>
                    <a:pt x="19431" y="827659"/>
                    <a:pt x="12192" y="825627"/>
                  </a:cubicBezTo>
                  <a:cubicBezTo>
                    <a:pt x="4953" y="823595"/>
                    <a:pt x="0" y="816991"/>
                    <a:pt x="0" y="809371"/>
                  </a:cubicBezTo>
                  <a:moveTo>
                    <a:pt x="33909" y="809371"/>
                  </a:moveTo>
                  <a:lnTo>
                    <a:pt x="16891" y="809371"/>
                  </a:lnTo>
                  <a:lnTo>
                    <a:pt x="2667" y="800354"/>
                  </a:lnTo>
                  <a:cubicBezTo>
                    <a:pt x="6731" y="794004"/>
                    <a:pt x="14478" y="791083"/>
                    <a:pt x="21717" y="793115"/>
                  </a:cubicBezTo>
                  <a:cubicBezTo>
                    <a:pt x="28956" y="795147"/>
                    <a:pt x="33909" y="801878"/>
                    <a:pt x="33909" y="809371"/>
                  </a:cubicBezTo>
                  <a:cubicBezTo>
                    <a:pt x="33909" y="1237742"/>
                    <a:pt x="381127" y="1584960"/>
                    <a:pt x="809498" y="1584960"/>
                  </a:cubicBezTo>
                  <a:cubicBezTo>
                    <a:pt x="1237869" y="1584960"/>
                    <a:pt x="1585087" y="1237742"/>
                    <a:pt x="1585087" y="809371"/>
                  </a:cubicBezTo>
                  <a:lnTo>
                    <a:pt x="1601978" y="809371"/>
                  </a:lnTo>
                  <a:lnTo>
                    <a:pt x="1585087" y="809371"/>
                  </a:lnTo>
                  <a:cubicBezTo>
                    <a:pt x="1585087" y="381000"/>
                    <a:pt x="1237869" y="33782"/>
                    <a:pt x="809498" y="33782"/>
                  </a:cubicBezTo>
                  <a:lnTo>
                    <a:pt x="809498" y="16891"/>
                  </a:lnTo>
                  <a:lnTo>
                    <a:pt x="809498" y="33909"/>
                  </a:lnTo>
                  <a:cubicBezTo>
                    <a:pt x="381127" y="33909"/>
                    <a:pt x="33909" y="381127"/>
                    <a:pt x="33909" y="809371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9747504" y="5340096"/>
            <a:ext cx="1188720" cy="1188720"/>
            <a:chOff x="0" y="0"/>
            <a:chExt cx="1584960" cy="158496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5849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66675"/>
              <a:ext cx="1584960" cy="1651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1C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📰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5714983" y="5107943"/>
            <a:ext cx="1945643" cy="537467"/>
            <a:chOff x="0" y="0"/>
            <a:chExt cx="2594191" cy="716623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16891" y="16891"/>
              <a:ext cx="2560320" cy="682752"/>
            </a:xfrm>
            <a:custGeom>
              <a:avLst/>
              <a:gdLst/>
              <a:ahLst/>
              <a:cxnLst/>
              <a:rect r="r" b="b" t="t" l="l"/>
              <a:pathLst>
                <a:path h="682752" w="2560320">
                  <a:moveTo>
                    <a:pt x="0" y="121920"/>
                  </a:moveTo>
                  <a:cubicBezTo>
                    <a:pt x="0" y="54610"/>
                    <a:pt x="56515" y="0"/>
                    <a:pt x="126238" y="0"/>
                  </a:cubicBezTo>
                  <a:lnTo>
                    <a:pt x="2434082" y="0"/>
                  </a:lnTo>
                  <a:cubicBezTo>
                    <a:pt x="2503805" y="0"/>
                    <a:pt x="2560320" y="54610"/>
                    <a:pt x="2560320" y="121920"/>
                  </a:cubicBezTo>
                  <a:lnTo>
                    <a:pt x="2560320" y="560832"/>
                  </a:lnTo>
                  <a:cubicBezTo>
                    <a:pt x="2560320" y="628142"/>
                    <a:pt x="2503805" y="682752"/>
                    <a:pt x="2434082" y="682752"/>
                  </a:cubicBezTo>
                  <a:lnTo>
                    <a:pt x="126365" y="682752"/>
                  </a:lnTo>
                  <a:cubicBezTo>
                    <a:pt x="56642" y="682752"/>
                    <a:pt x="127" y="628142"/>
                    <a:pt x="127" y="560832"/>
                  </a:cubicBezTo>
                  <a:close/>
                </a:path>
              </a:pathLst>
            </a:custGeom>
            <a:solidFill>
              <a:srgbClr val="718096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594229" cy="716534"/>
            </a:xfrm>
            <a:custGeom>
              <a:avLst/>
              <a:gdLst/>
              <a:ahLst/>
              <a:cxnLst/>
              <a:rect r="r" b="b" t="t" l="l"/>
              <a:pathLst>
                <a:path h="716534" w="2594229">
                  <a:moveTo>
                    <a:pt x="0" y="138811"/>
                  </a:moveTo>
                  <a:cubicBezTo>
                    <a:pt x="0" y="61595"/>
                    <a:pt x="64643" y="0"/>
                    <a:pt x="143256" y="0"/>
                  </a:cubicBezTo>
                  <a:lnTo>
                    <a:pt x="2450973" y="0"/>
                  </a:lnTo>
                  <a:lnTo>
                    <a:pt x="2450973" y="16891"/>
                  </a:lnTo>
                  <a:lnTo>
                    <a:pt x="2450973" y="0"/>
                  </a:lnTo>
                  <a:cubicBezTo>
                    <a:pt x="2529459" y="0"/>
                    <a:pt x="2594229" y="61595"/>
                    <a:pt x="2594229" y="138811"/>
                  </a:cubicBezTo>
                  <a:lnTo>
                    <a:pt x="2577338" y="138811"/>
                  </a:lnTo>
                  <a:lnTo>
                    <a:pt x="2594229" y="138811"/>
                  </a:lnTo>
                  <a:lnTo>
                    <a:pt x="2594229" y="577723"/>
                  </a:lnTo>
                  <a:lnTo>
                    <a:pt x="2577338" y="577723"/>
                  </a:lnTo>
                  <a:lnTo>
                    <a:pt x="2594229" y="577723"/>
                  </a:lnTo>
                  <a:cubicBezTo>
                    <a:pt x="2594229" y="654939"/>
                    <a:pt x="2529586" y="716534"/>
                    <a:pt x="2450973" y="716534"/>
                  </a:cubicBezTo>
                  <a:lnTo>
                    <a:pt x="2450973" y="699643"/>
                  </a:lnTo>
                  <a:lnTo>
                    <a:pt x="2450973" y="716534"/>
                  </a:lnTo>
                  <a:lnTo>
                    <a:pt x="143256" y="716534"/>
                  </a:lnTo>
                  <a:lnTo>
                    <a:pt x="143256" y="699643"/>
                  </a:lnTo>
                  <a:lnTo>
                    <a:pt x="143256" y="716534"/>
                  </a:lnTo>
                  <a:cubicBezTo>
                    <a:pt x="64643" y="716661"/>
                    <a:pt x="0" y="655066"/>
                    <a:pt x="0" y="577723"/>
                  </a:cubicBezTo>
                  <a:lnTo>
                    <a:pt x="0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lnTo>
                    <a:pt x="33909" y="577723"/>
                  </a:lnTo>
                  <a:lnTo>
                    <a:pt x="16891" y="577723"/>
                  </a:lnTo>
                  <a:lnTo>
                    <a:pt x="33909" y="577723"/>
                  </a:lnTo>
                  <a:cubicBezTo>
                    <a:pt x="33909" y="635127"/>
                    <a:pt x="82296" y="682752"/>
                    <a:pt x="143256" y="682752"/>
                  </a:cubicBezTo>
                  <a:lnTo>
                    <a:pt x="2450973" y="682752"/>
                  </a:lnTo>
                  <a:cubicBezTo>
                    <a:pt x="2511933" y="682752"/>
                    <a:pt x="2560320" y="635127"/>
                    <a:pt x="2560320" y="577723"/>
                  </a:cubicBezTo>
                  <a:lnTo>
                    <a:pt x="2560320" y="138811"/>
                  </a:lnTo>
                  <a:cubicBezTo>
                    <a:pt x="2560320" y="81407"/>
                    <a:pt x="2511933" y="33782"/>
                    <a:pt x="2450973" y="33782"/>
                  </a:cubicBezTo>
                  <a:lnTo>
                    <a:pt x="143256" y="33782"/>
                  </a:lnTo>
                  <a:lnTo>
                    <a:pt x="143256" y="16891"/>
                  </a:lnTo>
                  <a:lnTo>
                    <a:pt x="143256" y="33909"/>
                  </a:lnTo>
                  <a:cubicBezTo>
                    <a:pt x="82296" y="33909"/>
                    <a:pt x="33909" y="81534"/>
                    <a:pt x="33909" y="138938"/>
                  </a:cubicBezTo>
                  <a:close/>
                </a:path>
              </a:pathLst>
            </a:custGeom>
            <a:solidFill>
              <a:srgbClr val="718096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5727680" y="5120640"/>
            <a:ext cx="1920240" cy="512064"/>
            <a:chOff x="0" y="0"/>
            <a:chExt cx="2560320" cy="68275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560320" cy="682752"/>
            </a:xfrm>
            <a:custGeom>
              <a:avLst/>
              <a:gdLst/>
              <a:ahLst/>
              <a:cxnLst/>
              <a:rect r="r" b="b" t="t" l="l"/>
              <a:pathLst>
                <a:path h="68275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25603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Secondaire</a:t>
              </a:r>
            </a:p>
          </p:txBody>
        </p:sp>
      </p:grpSp>
      <p:sp>
        <p:nvSpPr>
          <p:cNvPr name="TextBox 73" id="73"/>
          <p:cNvSpPr txBox="true"/>
          <p:nvPr/>
        </p:nvSpPr>
        <p:spPr>
          <a:xfrm rot="0">
            <a:off x="11155680" y="5111115"/>
            <a:ext cx="4480560" cy="704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1C2B3A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Actualités &amp; Articles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1155680" y="5841111"/>
            <a:ext cx="6492240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Blog catégorisé, pagination, liens internes</a:t>
            </a:r>
          </a:p>
        </p:txBody>
      </p:sp>
      <p:grpSp>
        <p:nvGrpSpPr>
          <p:cNvPr name="Group 75" id="75"/>
          <p:cNvGrpSpPr/>
          <p:nvPr/>
        </p:nvGrpSpPr>
        <p:grpSpPr>
          <a:xfrm rot="0">
            <a:off x="505711" y="7491727"/>
            <a:ext cx="8461753" cy="2298697"/>
            <a:chOff x="0" y="0"/>
            <a:chExt cx="11282337" cy="3064929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8382" y="8509"/>
              <a:ext cx="11265535" cy="3048000"/>
            </a:xfrm>
            <a:custGeom>
              <a:avLst/>
              <a:gdLst/>
              <a:ahLst/>
              <a:cxnLst/>
              <a:rect r="r" b="b" t="t" l="l"/>
              <a:pathLst>
                <a:path h="3048000" w="11265535">
                  <a:moveTo>
                    <a:pt x="127" y="243840"/>
                  </a:moveTo>
                  <a:cubicBezTo>
                    <a:pt x="127" y="109093"/>
                    <a:pt x="109728" y="0"/>
                    <a:pt x="244856" y="0"/>
                  </a:cubicBezTo>
                  <a:lnTo>
                    <a:pt x="11020679" y="0"/>
                  </a:lnTo>
                  <a:cubicBezTo>
                    <a:pt x="11155934" y="0"/>
                    <a:pt x="11265535" y="109220"/>
                    <a:pt x="11265535" y="243840"/>
                  </a:cubicBezTo>
                  <a:lnTo>
                    <a:pt x="11265535" y="2804160"/>
                  </a:lnTo>
                  <a:cubicBezTo>
                    <a:pt x="11265535" y="2938780"/>
                    <a:pt x="11155934" y="3048000"/>
                    <a:pt x="11020679" y="3048000"/>
                  </a:cubicBezTo>
                  <a:lnTo>
                    <a:pt x="244856" y="3048000"/>
                  </a:lnTo>
                  <a:cubicBezTo>
                    <a:pt x="109601" y="3048000"/>
                    <a:pt x="0" y="2938780"/>
                    <a:pt x="0" y="28041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1282299" cy="3065018"/>
            </a:xfrm>
            <a:custGeom>
              <a:avLst/>
              <a:gdLst/>
              <a:ahLst/>
              <a:cxnLst/>
              <a:rect r="r" b="b" t="t" l="l"/>
              <a:pathLst>
                <a:path h="3065018" w="11282299">
                  <a:moveTo>
                    <a:pt x="0" y="252349"/>
                  </a:moveTo>
                  <a:cubicBezTo>
                    <a:pt x="0" y="112903"/>
                    <a:pt x="113411" y="0"/>
                    <a:pt x="253238" y="0"/>
                  </a:cubicBezTo>
                  <a:lnTo>
                    <a:pt x="11029061" y="0"/>
                  </a:lnTo>
                  <a:lnTo>
                    <a:pt x="11029061" y="8509"/>
                  </a:lnTo>
                  <a:lnTo>
                    <a:pt x="11029061" y="0"/>
                  </a:lnTo>
                  <a:cubicBezTo>
                    <a:pt x="11168888" y="0"/>
                    <a:pt x="11282299" y="112903"/>
                    <a:pt x="11282299" y="252349"/>
                  </a:cubicBezTo>
                  <a:lnTo>
                    <a:pt x="11273790" y="252349"/>
                  </a:lnTo>
                  <a:lnTo>
                    <a:pt x="11282299" y="252349"/>
                  </a:lnTo>
                  <a:lnTo>
                    <a:pt x="11282299" y="2812669"/>
                  </a:lnTo>
                  <a:lnTo>
                    <a:pt x="11273790" y="2812669"/>
                  </a:lnTo>
                  <a:lnTo>
                    <a:pt x="11282299" y="2812669"/>
                  </a:lnTo>
                  <a:cubicBezTo>
                    <a:pt x="11282299" y="2951988"/>
                    <a:pt x="11168888" y="3065018"/>
                    <a:pt x="11029061" y="3065018"/>
                  </a:cubicBezTo>
                  <a:lnTo>
                    <a:pt x="11029061" y="3056509"/>
                  </a:lnTo>
                  <a:lnTo>
                    <a:pt x="11029061" y="3065018"/>
                  </a:lnTo>
                  <a:lnTo>
                    <a:pt x="253238" y="3065018"/>
                  </a:lnTo>
                  <a:lnTo>
                    <a:pt x="253238" y="3056509"/>
                  </a:lnTo>
                  <a:lnTo>
                    <a:pt x="253238" y="3065018"/>
                  </a:lnTo>
                  <a:cubicBezTo>
                    <a:pt x="113411" y="3064891"/>
                    <a:pt x="0" y="2951988"/>
                    <a:pt x="0" y="2812669"/>
                  </a:cubicBezTo>
                  <a:lnTo>
                    <a:pt x="0" y="252349"/>
                  </a:lnTo>
                  <a:lnTo>
                    <a:pt x="8509" y="252349"/>
                  </a:lnTo>
                  <a:lnTo>
                    <a:pt x="0" y="252349"/>
                  </a:lnTo>
                  <a:moveTo>
                    <a:pt x="16891" y="252349"/>
                  </a:moveTo>
                  <a:lnTo>
                    <a:pt x="16891" y="2812669"/>
                  </a:lnTo>
                  <a:lnTo>
                    <a:pt x="8509" y="2812669"/>
                  </a:lnTo>
                  <a:lnTo>
                    <a:pt x="17018" y="2812669"/>
                  </a:lnTo>
                  <a:cubicBezTo>
                    <a:pt x="16891" y="2942590"/>
                    <a:pt x="122682" y="3048000"/>
                    <a:pt x="253238" y="3048000"/>
                  </a:cubicBezTo>
                  <a:lnTo>
                    <a:pt x="11029061" y="3048000"/>
                  </a:lnTo>
                  <a:cubicBezTo>
                    <a:pt x="11159617" y="3048000"/>
                    <a:pt x="11265408" y="2942590"/>
                    <a:pt x="11265408" y="2812669"/>
                  </a:cubicBezTo>
                  <a:lnTo>
                    <a:pt x="11265408" y="252349"/>
                  </a:lnTo>
                  <a:cubicBezTo>
                    <a:pt x="11265408" y="122428"/>
                    <a:pt x="11159617" y="17018"/>
                    <a:pt x="11029061" y="17018"/>
                  </a:cubicBezTo>
                  <a:lnTo>
                    <a:pt x="253238" y="17018"/>
                  </a:lnTo>
                  <a:lnTo>
                    <a:pt x="253238" y="8509"/>
                  </a:lnTo>
                  <a:lnTo>
                    <a:pt x="253238" y="17018"/>
                  </a:lnTo>
                  <a:cubicBezTo>
                    <a:pt x="122682" y="16891"/>
                    <a:pt x="16891" y="122301"/>
                    <a:pt x="16891" y="252349"/>
                  </a:cubicBezTo>
                  <a:close/>
                </a:path>
              </a:pathLst>
            </a:custGeom>
            <a:solidFill>
              <a:srgbClr val="CBD5E0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828551" y="7887719"/>
            <a:ext cx="1214123" cy="1214123"/>
            <a:chOff x="0" y="0"/>
            <a:chExt cx="1618831" cy="1618831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16891" y="16891"/>
              <a:ext cx="15849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584960">
                  <a:moveTo>
                    <a:pt x="0" y="792480"/>
                  </a:moveTo>
                  <a:cubicBezTo>
                    <a:pt x="0" y="354838"/>
                    <a:pt x="354838" y="0"/>
                    <a:pt x="792480" y="0"/>
                  </a:cubicBezTo>
                  <a:cubicBezTo>
                    <a:pt x="1230122" y="0"/>
                    <a:pt x="1584960" y="354838"/>
                    <a:pt x="1584960" y="792480"/>
                  </a:cubicBezTo>
                  <a:cubicBezTo>
                    <a:pt x="1584960" y="1230122"/>
                    <a:pt x="1230122" y="1584960"/>
                    <a:pt x="792480" y="1584960"/>
                  </a:cubicBezTo>
                  <a:cubicBezTo>
                    <a:pt x="354838" y="1584960"/>
                    <a:pt x="0" y="1230249"/>
                    <a:pt x="0" y="792480"/>
                  </a:cubicBezTo>
                  <a:close/>
                </a:path>
              </a:pathLst>
            </a:custGeom>
            <a:solidFill>
              <a:srgbClr val="6C63FF"/>
            </a:solidFill>
          </p:spPr>
        </p:sp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618742" cy="1618742"/>
            </a:xfrm>
            <a:custGeom>
              <a:avLst/>
              <a:gdLst/>
              <a:ahLst/>
              <a:cxnLst/>
              <a:rect r="r" b="b" t="t" l="l"/>
              <a:pathLst>
                <a:path h="1618742" w="1618742">
                  <a:moveTo>
                    <a:pt x="0" y="809371"/>
                  </a:moveTo>
                  <a:cubicBezTo>
                    <a:pt x="0" y="362331"/>
                    <a:pt x="362331" y="0"/>
                    <a:pt x="809371" y="0"/>
                  </a:cubicBezTo>
                  <a:lnTo>
                    <a:pt x="809371" y="16891"/>
                  </a:lnTo>
                  <a:lnTo>
                    <a:pt x="809371" y="0"/>
                  </a:lnTo>
                  <a:cubicBezTo>
                    <a:pt x="1256411" y="0"/>
                    <a:pt x="1618742" y="362331"/>
                    <a:pt x="1618742" y="809371"/>
                  </a:cubicBezTo>
                  <a:cubicBezTo>
                    <a:pt x="1618742" y="1256411"/>
                    <a:pt x="1256411" y="1618742"/>
                    <a:pt x="809371" y="1618742"/>
                  </a:cubicBezTo>
                  <a:lnTo>
                    <a:pt x="809371" y="1601851"/>
                  </a:lnTo>
                  <a:lnTo>
                    <a:pt x="809371" y="1618742"/>
                  </a:lnTo>
                  <a:cubicBezTo>
                    <a:pt x="362331" y="1618869"/>
                    <a:pt x="0" y="1256411"/>
                    <a:pt x="0" y="809371"/>
                  </a:cubicBezTo>
                  <a:lnTo>
                    <a:pt x="16891" y="809371"/>
                  </a:lnTo>
                  <a:lnTo>
                    <a:pt x="31242" y="818388"/>
                  </a:lnTo>
                  <a:cubicBezTo>
                    <a:pt x="27178" y="824738"/>
                    <a:pt x="19431" y="827659"/>
                    <a:pt x="12192" y="825627"/>
                  </a:cubicBezTo>
                  <a:cubicBezTo>
                    <a:pt x="4953" y="823595"/>
                    <a:pt x="0" y="816991"/>
                    <a:pt x="0" y="809371"/>
                  </a:cubicBezTo>
                  <a:moveTo>
                    <a:pt x="33909" y="809371"/>
                  </a:moveTo>
                  <a:lnTo>
                    <a:pt x="16891" y="809371"/>
                  </a:lnTo>
                  <a:lnTo>
                    <a:pt x="2667" y="800354"/>
                  </a:lnTo>
                  <a:cubicBezTo>
                    <a:pt x="6731" y="794004"/>
                    <a:pt x="14478" y="791083"/>
                    <a:pt x="21717" y="793115"/>
                  </a:cubicBezTo>
                  <a:cubicBezTo>
                    <a:pt x="28956" y="795147"/>
                    <a:pt x="33909" y="801878"/>
                    <a:pt x="33909" y="809371"/>
                  </a:cubicBezTo>
                  <a:cubicBezTo>
                    <a:pt x="33909" y="1237742"/>
                    <a:pt x="381127" y="1584960"/>
                    <a:pt x="809498" y="1584960"/>
                  </a:cubicBezTo>
                  <a:cubicBezTo>
                    <a:pt x="1237869" y="1584960"/>
                    <a:pt x="1585087" y="1237742"/>
                    <a:pt x="1585087" y="809371"/>
                  </a:cubicBezTo>
                  <a:lnTo>
                    <a:pt x="1601978" y="809371"/>
                  </a:lnTo>
                  <a:lnTo>
                    <a:pt x="1585087" y="809371"/>
                  </a:lnTo>
                  <a:cubicBezTo>
                    <a:pt x="1585087" y="381000"/>
                    <a:pt x="1237869" y="33782"/>
                    <a:pt x="809498" y="33782"/>
                  </a:cubicBezTo>
                  <a:lnTo>
                    <a:pt x="809498" y="16891"/>
                  </a:lnTo>
                  <a:lnTo>
                    <a:pt x="809498" y="33909"/>
                  </a:lnTo>
                  <a:cubicBezTo>
                    <a:pt x="381127" y="33909"/>
                    <a:pt x="33909" y="381127"/>
                    <a:pt x="33909" y="809371"/>
                  </a:cubicBezTo>
                  <a:close/>
                </a:path>
              </a:pathLst>
            </a:custGeom>
            <a:solidFill>
              <a:srgbClr val="6C63FF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841248" y="7900416"/>
            <a:ext cx="1188720" cy="1188720"/>
            <a:chOff x="0" y="0"/>
            <a:chExt cx="1584960" cy="158496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5849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66675"/>
              <a:ext cx="1584960" cy="1651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1C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📩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6808727" y="7668263"/>
            <a:ext cx="1945643" cy="537467"/>
            <a:chOff x="0" y="0"/>
            <a:chExt cx="2594191" cy="716623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16891" y="16891"/>
              <a:ext cx="2560320" cy="682752"/>
            </a:xfrm>
            <a:custGeom>
              <a:avLst/>
              <a:gdLst/>
              <a:ahLst/>
              <a:cxnLst/>
              <a:rect r="r" b="b" t="t" l="l"/>
              <a:pathLst>
                <a:path h="682752" w="2560320">
                  <a:moveTo>
                    <a:pt x="0" y="121920"/>
                  </a:moveTo>
                  <a:cubicBezTo>
                    <a:pt x="0" y="54610"/>
                    <a:pt x="56515" y="0"/>
                    <a:pt x="126238" y="0"/>
                  </a:cubicBezTo>
                  <a:lnTo>
                    <a:pt x="2434082" y="0"/>
                  </a:lnTo>
                  <a:cubicBezTo>
                    <a:pt x="2503805" y="0"/>
                    <a:pt x="2560320" y="54610"/>
                    <a:pt x="2560320" y="121920"/>
                  </a:cubicBezTo>
                  <a:lnTo>
                    <a:pt x="2560320" y="560832"/>
                  </a:lnTo>
                  <a:cubicBezTo>
                    <a:pt x="2560320" y="628142"/>
                    <a:pt x="2503805" y="682752"/>
                    <a:pt x="2434082" y="682752"/>
                  </a:cubicBezTo>
                  <a:lnTo>
                    <a:pt x="126365" y="682752"/>
                  </a:lnTo>
                  <a:cubicBezTo>
                    <a:pt x="56642" y="682752"/>
                    <a:pt x="127" y="628142"/>
                    <a:pt x="127" y="560832"/>
                  </a:cubicBezTo>
                  <a:close/>
                </a:path>
              </a:pathLst>
            </a:custGeom>
            <a:solidFill>
              <a:srgbClr val="718096"/>
            </a:solidFill>
          </p:spPr>
        </p:sp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594229" cy="716534"/>
            </a:xfrm>
            <a:custGeom>
              <a:avLst/>
              <a:gdLst/>
              <a:ahLst/>
              <a:cxnLst/>
              <a:rect r="r" b="b" t="t" l="l"/>
              <a:pathLst>
                <a:path h="716534" w="2594229">
                  <a:moveTo>
                    <a:pt x="0" y="138811"/>
                  </a:moveTo>
                  <a:cubicBezTo>
                    <a:pt x="0" y="61595"/>
                    <a:pt x="64643" y="0"/>
                    <a:pt x="143256" y="0"/>
                  </a:cubicBezTo>
                  <a:lnTo>
                    <a:pt x="2450973" y="0"/>
                  </a:lnTo>
                  <a:lnTo>
                    <a:pt x="2450973" y="16891"/>
                  </a:lnTo>
                  <a:lnTo>
                    <a:pt x="2450973" y="0"/>
                  </a:lnTo>
                  <a:cubicBezTo>
                    <a:pt x="2529459" y="0"/>
                    <a:pt x="2594229" y="61595"/>
                    <a:pt x="2594229" y="138811"/>
                  </a:cubicBezTo>
                  <a:lnTo>
                    <a:pt x="2577338" y="138811"/>
                  </a:lnTo>
                  <a:lnTo>
                    <a:pt x="2594229" y="138811"/>
                  </a:lnTo>
                  <a:lnTo>
                    <a:pt x="2594229" y="577723"/>
                  </a:lnTo>
                  <a:lnTo>
                    <a:pt x="2577338" y="577723"/>
                  </a:lnTo>
                  <a:lnTo>
                    <a:pt x="2594229" y="577723"/>
                  </a:lnTo>
                  <a:cubicBezTo>
                    <a:pt x="2594229" y="654939"/>
                    <a:pt x="2529586" y="716534"/>
                    <a:pt x="2450973" y="716534"/>
                  </a:cubicBezTo>
                  <a:lnTo>
                    <a:pt x="2450973" y="699643"/>
                  </a:lnTo>
                  <a:lnTo>
                    <a:pt x="2450973" y="716534"/>
                  </a:lnTo>
                  <a:lnTo>
                    <a:pt x="143256" y="716534"/>
                  </a:lnTo>
                  <a:lnTo>
                    <a:pt x="143256" y="699643"/>
                  </a:lnTo>
                  <a:lnTo>
                    <a:pt x="143256" y="716534"/>
                  </a:lnTo>
                  <a:cubicBezTo>
                    <a:pt x="64643" y="716661"/>
                    <a:pt x="0" y="655066"/>
                    <a:pt x="0" y="577723"/>
                  </a:cubicBezTo>
                  <a:lnTo>
                    <a:pt x="0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lnTo>
                    <a:pt x="33909" y="577723"/>
                  </a:lnTo>
                  <a:lnTo>
                    <a:pt x="16891" y="577723"/>
                  </a:lnTo>
                  <a:lnTo>
                    <a:pt x="33909" y="577723"/>
                  </a:lnTo>
                  <a:cubicBezTo>
                    <a:pt x="33909" y="635127"/>
                    <a:pt x="82296" y="682752"/>
                    <a:pt x="143256" y="682752"/>
                  </a:cubicBezTo>
                  <a:lnTo>
                    <a:pt x="2450973" y="682752"/>
                  </a:lnTo>
                  <a:cubicBezTo>
                    <a:pt x="2511933" y="682752"/>
                    <a:pt x="2560320" y="635127"/>
                    <a:pt x="2560320" y="577723"/>
                  </a:cubicBezTo>
                  <a:lnTo>
                    <a:pt x="2560320" y="138811"/>
                  </a:lnTo>
                  <a:cubicBezTo>
                    <a:pt x="2560320" y="81407"/>
                    <a:pt x="2511933" y="33782"/>
                    <a:pt x="2450973" y="33782"/>
                  </a:cubicBezTo>
                  <a:lnTo>
                    <a:pt x="143256" y="33782"/>
                  </a:lnTo>
                  <a:lnTo>
                    <a:pt x="143256" y="16891"/>
                  </a:lnTo>
                  <a:lnTo>
                    <a:pt x="143256" y="33909"/>
                  </a:lnTo>
                  <a:cubicBezTo>
                    <a:pt x="82296" y="33909"/>
                    <a:pt x="33909" y="81534"/>
                    <a:pt x="33909" y="138938"/>
                  </a:cubicBezTo>
                  <a:close/>
                </a:path>
              </a:pathLst>
            </a:custGeom>
            <a:solidFill>
              <a:srgbClr val="718096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6821424" y="7680960"/>
            <a:ext cx="1920240" cy="512064"/>
            <a:chOff x="0" y="0"/>
            <a:chExt cx="2560320" cy="682752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560320" cy="682752"/>
            </a:xfrm>
            <a:custGeom>
              <a:avLst/>
              <a:gdLst/>
              <a:ahLst/>
              <a:cxnLst/>
              <a:rect r="r" b="b" t="t" l="l"/>
              <a:pathLst>
                <a:path h="68275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25603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Secondaire</a:t>
              </a:r>
            </a:p>
          </p:txBody>
        </p:sp>
      </p:grpSp>
      <p:sp>
        <p:nvSpPr>
          <p:cNvPr name="TextBox 90" id="90"/>
          <p:cNvSpPr txBox="true"/>
          <p:nvPr/>
        </p:nvSpPr>
        <p:spPr>
          <a:xfrm rot="0">
            <a:off x="2249424" y="7671435"/>
            <a:ext cx="4480560" cy="704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1C2B3A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Formulaire de contact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2249424" y="8401431"/>
            <a:ext cx="6492240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Contact équipe, validation champs, confirmation</a:t>
            </a:r>
          </a:p>
        </p:txBody>
      </p:sp>
      <p:grpSp>
        <p:nvGrpSpPr>
          <p:cNvPr name="Group 92" id="92"/>
          <p:cNvGrpSpPr/>
          <p:nvPr/>
        </p:nvGrpSpPr>
        <p:grpSpPr>
          <a:xfrm rot="0">
            <a:off x="9411967" y="7491727"/>
            <a:ext cx="8461753" cy="2298697"/>
            <a:chOff x="0" y="0"/>
            <a:chExt cx="11282337" cy="3064929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8382" y="8509"/>
              <a:ext cx="11265535" cy="3048000"/>
            </a:xfrm>
            <a:custGeom>
              <a:avLst/>
              <a:gdLst/>
              <a:ahLst/>
              <a:cxnLst/>
              <a:rect r="r" b="b" t="t" l="l"/>
              <a:pathLst>
                <a:path h="3048000" w="11265535">
                  <a:moveTo>
                    <a:pt x="127" y="243840"/>
                  </a:moveTo>
                  <a:cubicBezTo>
                    <a:pt x="127" y="109093"/>
                    <a:pt x="109728" y="0"/>
                    <a:pt x="244856" y="0"/>
                  </a:cubicBezTo>
                  <a:lnTo>
                    <a:pt x="11020679" y="0"/>
                  </a:lnTo>
                  <a:cubicBezTo>
                    <a:pt x="11155934" y="0"/>
                    <a:pt x="11265535" y="109220"/>
                    <a:pt x="11265535" y="243840"/>
                  </a:cubicBezTo>
                  <a:lnTo>
                    <a:pt x="11265535" y="2804160"/>
                  </a:lnTo>
                  <a:cubicBezTo>
                    <a:pt x="11265535" y="2938780"/>
                    <a:pt x="11155934" y="3048000"/>
                    <a:pt x="11020679" y="3048000"/>
                  </a:cubicBezTo>
                  <a:lnTo>
                    <a:pt x="244856" y="3048000"/>
                  </a:lnTo>
                  <a:cubicBezTo>
                    <a:pt x="109601" y="3048000"/>
                    <a:pt x="0" y="2938780"/>
                    <a:pt x="0" y="28041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1282299" cy="3065018"/>
            </a:xfrm>
            <a:custGeom>
              <a:avLst/>
              <a:gdLst/>
              <a:ahLst/>
              <a:cxnLst/>
              <a:rect r="r" b="b" t="t" l="l"/>
              <a:pathLst>
                <a:path h="3065018" w="11282299">
                  <a:moveTo>
                    <a:pt x="0" y="252349"/>
                  </a:moveTo>
                  <a:cubicBezTo>
                    <a:pt x="0" y="112903"/>
                    <a:pt x="113411" y="0"/>
                    <a:pt x="253238" y="0"/>
                  </a:cubicBezTo>
                  <a:lnTo>
                    <a:pt x="11029061" y="0"/>
                  </a:lnTo>
                  <a:lnTo>
                    <a:pt x="11029061" y="8509"/>
                  </a:lnTo>
                  <a:lnTo>
                    <a:pt x="11029061" y="0"/>
                  </a:lnTo>
                  <a:cubicBezTo>
                    <a:pt x="11168888" y="0"/>
                    <a:pt x="11282299" y="112903"/>
                    <a:pt x="11282299" y="252349"/>
                  </a:cubicBezTo>
                  <a:lnTo>
                    <a:pt x="11273790" y="252349"/>
                  </a:lnTo>
                  <a:lnTo>
                    <a:pt x="11282299" y="252349"/>
                  </a:lnTo>
                  <a:lnTo>
                    <a:pt x="11282299" y="2812669"/>
                  </a:lnTo>
                  <a:lnTo>
                    <a:pt x="11273790" y="2812669"/>
                  </a:lnTo>
                  <a:lnTo>
                    <a:pt x="11282299" y="2812669"/>
                  </a:lnTo>
                  <a:cubicBezTo>
                    <a:pt x="11282299" y="2951988"/>
                    <a:pt x="11168888" y="3065018"/>
                    <a:pt x="11029061" y="3065018"/>
                  </a:cubicBezTo>
                  <a:lnTo>
                    <a:pt x="11029061" y="3056509"/>
                  </a:lnTo>
                  <a:lnTo>
                    <a:pt x="11029061" y="3065018"/>
                  </a:lnTo>
                  <a:lnTo>
                    <a:pt x="253238" y="3065018"/>
                  </a:lnTo>
                  <a:lnTo>
                    <a:pt x="253238" y="3056509"/>
                  </a:lnTo>
                  <a:lnTo>
                    <a:pt x="253238" y="3065018"/>
                  </a:lnTo>
                  <a:cubicBezTo>
                    <a:pt x="113411" y="3064891"/>
                    <a:pt x="0" y="2951988"/>
                    <a:pt x="0" y="2812669"/>
                  </a:cubicBezTo>
                  <a:lnTo>
                    <a:pt x="0" y="252349"/>
                  </a:lnTo>
                  <a:lnTo>
                    <a:pt x="8509" y="252349"/>
                  </a:lnTo>
                  <a:lnTo>
                    <a:pt x="0" y="252349"/>
                  </a:lnTo>
                  <a:moveTo>
                    <a:pt x="16891" y="252349"/>
                  </a:moveTo>
                  <a:lnTo>
                    <a:pt x="16891" y="2812669"/>
                  </a:lnTo>
                  <a:lnTo>
                    <a:pt x="8509" y="2812669"/>
                  </a:lnTo>
                  <a:lnTo>
                    <a:pt x="17018" y="2812669"/>
                  </a:lnTo>
                  <a:cubicBezTo>
                    <a:pt x="16891" y="2942590"/>
                    <a:pt x="122682" y="3048000"/>
                    <a:pt x="253238" y="3048000"/>
                  </a:cubicBezTo>
                  <a:lnTo>
                    <a:pt x="11029061" y="3048000"/>
                  </a:lnTo>
                  <a:cubicBezTo>
                    <a:pt x="11159617" y="3048000"/>
                    <a:pt x="11265408" y="2942590"/>
                    <a:pt x="11265408" y="2812669"/>
                  </a:cubicBezTo>
                  <a:lnTo>
                    <a:pt x="11265408" y="252349"/>
                  </a:lnTo>
                  <a:cubicBezTo>
                    <a:pt x="11265408" y="122428"/>
                    <a:pt x="11159617" y="17018"/>
                    <a:pt x="11029061" y="17018"/>
                  </a:cubicBezTo>
                  <a:lnTo>
                    <a:pt x="253238" y="17018"/>
                  </a:lnTo>
                  <a:lnTo>
                    <a:pt x="253238" y="8509"/>
                  </a:lnTo>
                  <a:lnTo>
                    <a:pt x="253238" y="17018"/>
                  </a:lnTo>
                  <a:cubicBezTo>
                    <a:pt x="122682" y="16891"/>
                    <a:pt x="16891" y="122301"/>
                    <a:pt x="16891" y="252349"/>
                  </a:cubicBezTo>
                  <a:close/>
                </a:path>
              </a:pathLst>
            </a:custGeom>
            <a:solidFill>
              <a:srgbClr val="CBD5E0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9734807" y="7887719"/>
            <a:ext cx="1214123" cy="1214123"/>
            <a:chOff x="0" y="0"/>
            <a:chExt cx="1618831" cy="1618831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6891" y="16891"/>
              <a:ext cx="15849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584960">
                  <a:moveTo>
                    <a:pt x="0" y="792480"/>
                  </a:moveTo>
                  <a:cubicBezTo>
                    <a:pt x="0" y="354838"/>
                    <a:pt x="354838" y="0"/>
                    <a:pt x="792480" y="0"/>
                  </a:cubicBezTo>
                  <a:cubicBezTo>
                    <a:pt x="1230122" y="0"/>
                    <a:pt x="1584960" y="354838"/>
                    <a:pt x="1584960" y="792480"/>
                  </a:cubicBezTo>
                  <a:cubicBezTo>
                    <a:pt x="1584960" y="1230122"/>
                    <a:pt x="1230122" y="1584960"/>
                    <a:pt x="792480" y="1584960"/>
                  </a:cubicBezTo>
                  <a:cubicBezTo>
                    <a:pt x="354838" y="1584960"/>
                    <a:pt x="0" y="1230249"/>
                    <a:pt x="0" y="792480"/>
                  </a:cubicBezTo>
                  <a:close/>
                </a:path>
              </a:pathLst>
            </a:custGeom>
            <a:solidFill>
              <a:srgbClr val="E05C5C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618742" cy="1618742"/>
            </a:xfrm>
            <a:custGeom>
              <a:avLst/>
              <a:gdLst/>
              <a:ahLst/>
              <a:cxnLst/>
              <a:rect r="r" b="b" t="t" l="l"/>
              <a:pathLst>
                <a:path h="1618742" w="1618742">
                  <a:moveTo>
                    <a:pt x="0" y="809371"/>
                  </a:moveTo>
                  <a:cubicBezTo>
                    <a:pt x="0" y="362331"/>
                    <a:pt x="362331" y="0"/>
                    <a:pt x="809371" y="0"/>
                  </a:cubicBezTo>
                  <a:lnTo>
                    <a:pt x="809371" y="16891"/>
                  </a:lnTo>
                  <a:lnTo>
                    <a:pt x="809371" y="0"/>
                  </a:lnTo>
                  <a:cubicBezTo>
                    <a:pt x="1256411" y="0"/>
                    <a:pt x="1618742" y="362331"/>
                    <a:pt x="1618742" y="809371"/>
                  </a:cubicBezTo>
                  <a:cubicBezTo>
                    <a:pt x="1618742" y="1256411"/>
                    <a:pt x="1256411" y="1618742"/>
                    <a:pt x="809371" y="1618742"/>
                  </a:cubicBezTo>
                  <a:lnTo>
                    <a:pt x="809371" y="1601851"/>
                  </a:lnTo>
                  <a:lnTo>
                    <a:pt x="809371" y="1618742"/>
                  </a:lnTo>
                  <a:cubicBezTo>
                    <a:pt x="362331" y="1618869"/>
                    <a:pt x="0" y="1256411"/>
                    <a:pt x="0" y="809371"/>
                  </a:cubicBezTo>
                  <a:lnTo>
                    <a:pt x="16891" y="809371"/>
                  </a:lnTo>
                  <a:lnTo>
                    <a:pt x="31242" y="818388"/>
                  </a:lnTo>
                  <a:cubicBezTo>
                    <a:pt x="27178" y="824738"/>
                    <a:pt x="19431" y="827659"/>
                    <a:pt x="12192" y="825627"/>
                  </a:cubicBezTo>
                  <a:cubicBezTo>
                    <a:pt x="4953" y="823595"/>
                    <a:pt x="0" y="816991"/>
                    <a:pt x="0" y="809371"/>
                  </a:cubicBezTo>
                  <a:moveTo>
                    <a:pt x="33909" y="809371"/>
                  </a:moveTo>
                  <a:lnTo>
                    <a:pt x="16891" y="809371"/>
                  </a:lnTo>
                  <a:lnTo>
                    <a:pt x="2667" y="800354"/>
                  </a:lnTo>
                  <a:cubicBezTo>
                    <a:pt x="6731" y="794004"/>
                    <a:pt x="14478" y="791083"/>
                    <a:pt x="21717" y="793115"/>
                  </a:cubicBezTo>
                  <a:cubicBezTo>
                    <a:pt x="28956" y="795147"/>
                    <a:pt x="33909" y="801878"/>
                    <a:pt x="33909" y="809371"/>
                  </a:cubicBezTo>
                  <a:cubicBezTo>
                    <a:pt x="33909" y="1237742"/>
                    <a:pt x="381127" y="1584960"/>
                    <a:pt x="809498" y="1584960"/>
                  </a:cubicBezTo>
                  <a:cubicBezTo>
                    <a:pt x="1237869" y="1584960"/>
                    <a:pt x="1585087" y="1237742"/>
                    <a:pt x="1585087" y="809371"/>
                  </a:cubicBezTo>
                  <a:lnTo>
                    <a:pt x="1601978" y="809371"/>
                  </a:lnTo>
                  <a:lnTo>
                    <a:pt x="1585087" y="809371"/>
                  </a:lnTo>
                  <a:cubicBezTo>
                    <a:pt x="1585087" y="381000"/>
                    <a:pt x="1237869" y="33782"/>
                    <a:pt x="809498" y="33782"/>
                  </a:cubicBezTo>
                  <a:lnTo>
                    <a:pt x="809498" y="16891"/>
                  </a:lnTo>
                  <a:lnTo>
                    <a:pt x="809498" y="33909"/>
                  </a:lnTo>
                  <a:cubicBezTo>
                    <a:pt x="381127" y="33909"/>
                    <a:pt x="33909" y="381127"/>
                    <a:pt x="33909" y="809371"/>
                  </a:cubicBezTo>
                  <a:close/>
                </a:path>
              </a:pathLst>
            </a:custGeom>
            <a:solidFill>
              <a:srgbClr val="E05C5C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9747504" y="7900416"/>
            <a:ext cx="1188720" cy="1188720"/>
            <a:chOff x="0" y="0"/>
            <a:chExt cx="1584960" cy="158496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5849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66675"/>
              <a:ext cx="1584960" cy="1651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1C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📊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5714983" y="7668263"/>
            <a:ext cx="1945643" cy="537467"/>
            <a:chOff x="0" y="0"/>
            <a:chExt cx="2594191" cy="716623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16891" y="16891"/>
              <a:ext cx="2560320" cy="682752"/>
            </a:xfrm>
            <a:custGeom>
              <a:avLst/>
              <a:gdLst/>
              <a:ahLst/>
              <a:cxnLst/>
              <a:rect r="r" b="b" t="t" l="l"/>
              <a:pathLst>
                <a:path h="682752" w="2560320">
                  <a:moveTo>
                    <a:pt x="0" y="121920"/>
                  </a:moveTo>
                  <a:cubicBezTo>
                    <a:pt x="0" y="54610"/>
                    <a:pt x="56515" y="0"/>
                    <a:pt x="126238" y="0"/>
                  </a:cubicBezTo>
                  <a:lnTo>
                    <a:pt x="2434082" y="0"/>
                  </a:lnTo>
                  <a:cubicBezTo>
                    <a:pt x="2503805" y="0"/>
                    <a:pt x="2560320" y="54610"/>
                    <a:pt x="2560320" y="121920"/>
                  </a:cubicBezTo>
                  <a:lnTo>
                    <a:pt x="2560320" y="560832"/>
                  </a:lnTo>
                  <a:cubicBezTo>
                    <a:pt x="2560320" y="628142"/>
                    <a:pt x="2503805" y="682752"/>
                    <a:pt x="2434082" y="682752"/>
                  </a:cubicBezTo>
                  <a:lnTo>
                    <a:pt x="126365" y="682752"/>
                  </a:lnTo>
                  <a:cubicBezTo>
                    <a:pt x="56642" y="682752"/>
                    <a:pt x="127" y="628142"/>
                    <a:pt x="127" y="560832"/>
                  </a:cubicBezTo>
                  <a:close/>
                </a:path>
              </a:pathLst>
            </a:custGeom>
            <a:solidFill>
              <a:srgbClr val="718096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2594229" cy="716534"/>
            </a:xfrm>
            <a:custGeom>
              <a:avLst/>
              <a:gdLst/>
              <a:ahLst/>
              <a:cxnLst/>
              <a:rect r="r" b="b" t="t" l="l"/>
              <a:pathLst>
                <a:path h="716534" w="2594229">
                  <a:moveTo>
                    <a:pt x="0" y="138811"/>
                  </a:moveTo>
                  <a:cubicBezTo>
                    <a:pt x="0" y="61595"/>
                    <a:pt x="64643" y="0"/>
                    <a:pt x="143256" y="0"/>
                  </a:cubicBezTo>
                  <a:lnTo>
                    <a:pt x="2450973" y="0"/>
                  </a:lnTo>
                  <a:lnTo>
                    <a:pt x="2450973" y="16891"/>
                  </a:lnTo>
                  <a:lnTo>
                    <a:pt x="2450973" y="0"/>
                  </a:lnTo>
                  <a:cubicBezTo>
                    <a:pt x="2529459" y="0"/>
                    <a:pt x="2594229" y="61595"/>
                    <a:pt x="2594229" y="138811"/>
                  </a:cubicBezTo>
                  <a:lnTo>
                    <a:pt x="2577338" y="138811"/>
                  </a:lnTo>
                  <a:lnTo>
                    <a:pt x="2594229" y="138811"/>
                  </a:lnTo>
                  <a:lnTo>
                    <a:pt x="2594229" y="577723"/>
                  </a:lnTo>
                  <a:lnTo>
                    <a:pt x="2577338" y="577723"/>
                  </a:lnTo>
                  <a:lnTo>
                    <a:pt x="2594229" y="577723"/>
                  </a:lnTo>
                  <a:cubicBezTo>
                    <a:pt x="2594229" y="654939"/>
                    <a:pt x="2529586" y="716534"/>
                    <a:pt x="2450973" y="716534"/>
                  </a:cubicBezTo>
                  <a:lnTo>
                    <a:pt x="2450973" y="699643"/>
                  </a:lnTo>
                  <a:lnTo>
                    <a:pt x="2450973" y="716534"/>
                  </a:lnTo>
                  <a:lnTo>
                    <a:pt x="143256" y="716534"/>
                  </a:lnTo>
                  <a:lnTo>
                    <a:pt x="143256" y="699643"/>
                  </a:lnTo>
                  <a:lnTo>
                    <a:pt x="143256" y="716534"/>
                  </a:lnTo>
                  <a:cubicBezTo>
                    <a:pt x="64643" y="716661"/>
                    <a:pt x="0" y="655066"/>
                    <a:pt x="0" y="577723"/>
                  </a:cubicBezTo>
                  <a:lnTo>
                    <a:pt x="0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lnTo>
                    <a:pt x="33909" y="577723"/>
                  </a:lnTo>
                  <a:lnTo>
                    <a:pt x="16891" y="577723"/>
                  </a:lnTo>
                  <a:lnTo>
                    <a:pt x="33909" y="577723"/>
                  </a:lnTo>
                  <a:cubicBezTo>
                    <a:pt x="33909" y="635127"/>
                    <a:pt x="82296" y="682752"/>
                    <a:pt x="143256" y="682752"/>
                  </a:cubicBezTo>
                  <a:lnTo>
                    <a:pt x="2450973" y="682752"/>
                  </a:lnTo>
                  <a:cubicBezTo>
                    <a:pt x="2511933" y="682752"/>
                    <a:pt x="2560320" y="635127"/>
                    <a:pt x="2560320" y="577723"/>
                  </a:cubicBezTo>
                  <a:lnTo>
                    <a:pt x="2560320" y="138811"/>
                  </a:lnTo>
                  <a:cubicBezTo>
                    <a:pt x="2560320" y="81407"/>
                    <a:pt x="2511933" y="33782"/>
                    <a:pt x="2450973" y="33782"/>
                  </a:cubicBezTo>
                  <a:lnTo>
                    <a:pt x="143256" y="33782"/>
                  </a:lnTo>
                  <a:lnTo>
                    <a:pt x="143256" y="16891"/>
                  </a:lnTo>
                  <a:lnTo>
                    <a:pt x="143256" y="33909"/>
                  </a:lnTo>
                  <a:cubicBezTo>
                    <a:pt x="82296" y="33909"/>
                    <a:pt x="33909" y="81534"/>
                    <a:pt x="33909" y="138938"/>
                  </a:cubicBezTo>
                  <a:close/>
                </a:path>
              </a:pathLst>
            </a:custGeom>
            <a:solidFill>
              <a:srgbClr val="718096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5727680" y="7680960"/>
            <a:ext cx="1920240" cy="512064"/>
            <a:chOff x="0" y="0"/>
            <a:chExt cx="2560320" cy="682752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560320" cy="682752"/>
            </a:xfrm>
            <a:custGeom>
              <a:avLst/>
              <a:gdLst/>
              <a:ahLst/>
              <a:cxnLst/>
              <a:rect r="r" b="b" t="t" l="l"/>
              <a:pathLst>
                <a:path h="68275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25603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Secondaire</a:t>
              </a:r>
            </a:p>
          </p:txBody>
        </p:sp>
      </p:grpSp>
      <p:sp>
        <p:nvSpPr>
          <p:cNvPr name="TextBox 107" id="107"/>
          <p:cNvSpPr txBox="true"/>
          <p:nvPr/>
        </p:nvSpPr>
        <p:spPr>
          <a:xfrm rot="0">
            <a:off x="11155680" y="7671435"/>
            <a:ext cx="4480560" cy="704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1C2B3A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Statistiques &amp; Résultats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11155680" y="8401431"/>
            <a:ext cx="6492240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Historique tests, filières consultées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9071372" y="9801854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E5D8E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1C2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48640" y="721995"/>
            <a:ext cx="7315200" cy="7690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0"/>
              </a:lnSpc>
            </a:pPr>
            <a:r>
              <a:rPr lang="en-US" sz="24000" b="true">
                <a:solidFill>
                  <a:srgbClr val="28384A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02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12697" y="-12697"/>
            <a:ext cx="354587" cy="10312403"/>
            <a:chOff x="0" y="0"/>
            <a:chExt cx="472783" cy="1374987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6891" y="16891"/>
              <a:ext cx="43891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2E5D8E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7269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3732890"/>
                  </a:lnTo>
                  <a:cubicBezTo>
                    <a:pt x="472694" y="13742290"/>
                    <a:pt x="465074" y="13749782"/>
                    <a:pt x="45580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455803" y="13716000"/>
                  </a:lnTo>
                  <a:lnTo>
                    <a:pt x="455803" y="13732890"/>
                  </a:lnTo>
                  <a:lnTo>
                    <a:pt x="438912" y="13732890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5D8E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05840" y="2550795"/>
            <a:ext cx="16459200" cy="2021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 b="true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Architecture des Tests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5840" y="4688205"/>
            <a:ext cx="1463040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i="true">
                <a:solidFill>
                  <a:srgbClr val="2E5D8E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Selenium WebDriver · Python 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-12697" y="9588503"/>
            <a:ext cx="18313403" cy="711203"/>
            <a:chOff x="0" y="0"/>
            <a:chExt cx="24417871" cy="9482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4383999" cy="914400"/>
            </a:xfrm>
            <a:custGeom>
              <a:avLst/>
              <a:gdLst/>
              <a:ahLst/>
              <a:cxnLst/>
              <a:rect r="r" b="b" t="t" l="l"/>
              <a:pathLst>
                <a:path h="9144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131E29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417782" cy="948184"/>
            </a:xfrm>
            <a:custGeom>
              <a:avLst/>
              <a:gdLst/>
              <a:ahLst/>
              <a:cxnLst/>
              <a:rect r="r" b="b" t="t" l="l"/>
              <a:pathLst>
                <a:path h="94818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931291"/>
                  </a:lnTo>
                  <a:cubicBezTo>
                    <a:pt x="24417782" y="940689"/>
                    <a:pt x="24410163" y="948182"/>
                    <a:pt x="24400890" y="948182"/>
                  </a:cubicBezTo>
                  <a:lnTo>
                    <a:pt x="16891" y="948182"/>
                  </a:lnTo>
                  <a:cubicBezTo>
                    <a:pt x="7620" y="948309"/>
                    <a:pt x="0" y="940689"/>
                    <a:pt x="0" y="931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31291"/>
                  </a:lnTo>
                  <a:lnTo>
                    <a:pt x="16891" y="931291"/>
                  </a:lnTo>
                  <a:lnTo>
                    <a:pt x="16891" y="914400"/>
                  </a:lnTo>
                  <a:lnTo>
                    <a:pt x="24400890" y="914400"/>
                  </a:lnTo>
                  <a:lnTo>
                    <a:pt x="24400890" y="931291"/>
                  </a:lnTo>
                  <a:lnTo>
                    <a:pt x="24384000" y="931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31E29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05840" y="9599676"/>
            <a:ext cx="16459200" cy="623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Orientini.com  ·  Tests Selenium  ·  2025-2026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071372" y="9801854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E5D8E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183387"/>
            <a:chOff x="0" y="0"/>
            <a:chExt cx="24417871" cy="29111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877312"/>
            </a:xfrm>
            <a:custGeom>
              <a:avLst/>
              <a:gdLst/>
              <a:ahLst/>
              <a:cxnLst/>
              <a:rect r="r" b="b" t="t" l="l"/>
              <a:pathLst>
                <a:path h="287731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877312"/>
                  </a:lnTo>
                  <a:lnTo>
                    <a:pt x="0" y="2877312"/>
                  </a:lnTo>
                  <a:close/>
                </a:path>
              </a:pathLst>
            </a:custGeom>
            <a:solidFill>
              <a:srgbClr val="1C2B3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911094"/>
            </a:xfrm>
            <a:custGeom>
              <a:avLst/>
              <a:gdLst/>
              <a:ahLst/>
              <a:cxnLst/>
              <a:rect r="r" b="b" t="t" l="l"/>
              <a:pathLst>
                <a:path h="291109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894203"/>
                  </a:lnTo>
                  <a:cubicBezTo>
                    <a:pt x="24417782" y="2903601"/>
                    <a:pt x="24410163" y="2911094"/>
                    <a:pt x="24400890" y="2911094"/>
                  </a:cubicBezTo>
                  <a:lnTo>
                    <a:pt x="16891" y="2911094"/>
                  </a:lnTo>
                  <a:cubicBezTo>
                    <a:pt x="7493" y="2911094"/>
                    <a:pt x="0" y="2903474"/>
                    <a:pt x="0" y="28942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94203"/>
                  </a:lnTo>
                  <a:lnTo>
                    <a:pt x="16891" y="2894203"/>
                  </a:lnTo>
                  <a:lnTo>
                    <a:pt x="16891" y="2877312"/>
                  </a:lnTo>
                  <a:lnTo>
                    <a:pt x="24400890" y="2877312"/>
                  </a:lnTo>
                  <a:lnTo>
                    <a:pt x="24400890" y="2894203"/>
                  </a:lnTo>
                  <a:lnTo>
                    <a:pt x="24384000" y="289420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B3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614355" y="3145566"/>
            <a:ext cx="8835190" cy="5729037"/>
            <a:chOff x="0" y="0"/>
            <a:chExt cx="11780253" cy="7638715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6" y="0"/>
              <a:ext cx="11780246" cy="2302770"/>
              <a:chOff x="0" y="0"/>
              <a:chExt cx="11063802" cy="21627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7596" y="8509"/>
                <a:ext cx="11048576" cy="2145792"/>
              </a:xfrm>
              <a:custGeom>
                <a:avLst/>
                <a:gdLst/>
                <a:ahLst/>
                <a:cxnLst/>
                <a:rect r="r" b="b" t="t" l="l"/>
                <a:pathLst>
                  <a:path h="2145792" w="11048576">
                    <a:moveTo>
                      <a:pt x="115" y="243840"/>
                    </a:moveTo>
                    <a:cubicBezTo>
                      <a:pt x="115" y="109093"/>
                      <a:pt x="99666" y="0"/>
                      <a:pt x="222465" y="0"/>
                    </a:cubicBezTo>
                    <a:lnTo>
                      <a:pt x="10826110" y="0"/>
                    </a:lnTo>
                    <a:cubicBezTo>
                      <a:pt x="10948909" y="0"/>
                      <a:pt x="11048576" y="109220"/>
                      <a:pt x="11048576" y="243840"/>
                    </a:cubicBezTo>
                    <a:lnTo>
                      <a:pt x="11048576" y="1901952"/>
                    </a:lnTo>
                    <a:cubicBezTo>
                      <a:pt x="11048576" y="2036572"/>
                      <a:pt x="10949024" y="2145792"/>
                      <a:pt x="10826110" y="2145792"/>
                    </a:cubicBezTo>
                    <a:lnTo>
                      <a:pt x="222465" y="2145792"/>
                    </a:lnTo>
                    <a:cubicBezTo>
                      <a:pt x="99666" y="2145792"/>
                      <a:pt x="0" y="2036572"/>
                      <a:pt x="0" y="1901952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1063767" cy="2162810"/>
              </a:xfrm>
              <a:custGeom>
                <a:avLst/>
                <a:gdLst/>
                <a:ahLst/>
                <a:cxnLst/>
                <a:rect r="r" b="b" t="t" l="l"/>
                <a:pathLst>
                  <a:path h="2162810" w="11063767">
                    <a:moveTo>
                      <a:pt x="0" y="252349"/>
                    </a:moveTo>
                    <a:cubicBezTo>
                      <a:pt x="0" y="112903"/>
                      <a:pt x="103004" y="0"/>
                      <a:pt x="230061" y="0"/>
                    </a:cubicBezTo>
                    <a:lnTo>
                      <a:pt x="10833706" y="0"/>
                    </a:lnTo>
                    <a:lnTo>
                      <a:pt x="10833706" y="8509"/>
                    </a:lnTo>
                    <a:lnTo>
                      <a:pt x="10833706" y="0"/>
                    </a:lnTo>
                    <a:cubicBezTo>
                      <a:pt x="10960764" y="0"/>
                      <a:pt x="11063767" y="112903"/>
                      <a:pt x="11063767" y="252349"/>
                    </a:cubicBezTo>
                    <a:lnTo>
                      <a:pt x="11056057" y="252349"/>
                    </a:lnTo>
                    <a:lnTo>
                      <a:pt x="11063767" y="252349"/>
                    </a:lnTo>
                    <a:lnTo>
                      <a:pt x="11063767" y="1910461"/>
                    </a:lnTo>
                    <a:lnTo>
                      <a:pt x="11056057" y="1910461"/>
                    </a:lnTo>
                    <a:lnTo>
                      <a:pt x="11063767" y="1910461"/>
                    </a:lnTo>
                    <a:cubicBezTo>
                      <a:pt x="11063767" y="2049907"/>
                      <a:pt x="10960764" y="2162810"/>
                      <a:pt x="10833706" y="2162810"/>
                    </a:cubicBezTo>
                    <a:lnTo>
                      <a:pt x="10833706" y="2154301"/>
                    </a:lnTo>
                    <a:lnTo>
                      <a:pt x="10833706" y="2162810"/>
                    </a:lnTo>
                    <a:lnTo>
                      <a:pt x="230061" y="2162810"/>
                    </a:lnTo>
                    <a:lnTo>
                      <a:pt x="230061" y="2154301"/>
                    </a:lnTo>
                    <a:lnTo>
                      <a:pt x="230061" y="2162810"/>
                    </a:lnTo>
                    <a:cubicBezTo>
                      <a:pt x="103004" y="2162683"/>
                      <a:pt x="0" y="2049780"/>
                      <a:pt x="0" y="1910461"/>
                    </a:cubicBezTo>
                    <a:lnTo>
                      <a:pt x="0" y="252349"/>
                    </a:lnTo>
                    <a:lnTo>
                      <a:pt x="7711" y="252349"/>
                    </a:lnTo>
                    <a:lnTo>
                      <a:pt x="0" y="252349"/>
                    </a:lnTo>
                    <a:moveTo>
                      <a:pt x="15307" y="252349"/>
                    </a:moveTo>
                    <a:lnTo>
                      <a:pt x="15307" y="1910461"/>
                    </a:lnTo>
                    <a:lnTo>
                      <a:pt x="7711" y="1910461"/>
                    </a:lnTo>
                    <a:lnTo>
                      <a:pt x="15422" y="1910461"/>
                    </a:lnTo>
                    <a:cubicBezTo>
                      <a:pt x="15422" y="2040382"/>
                      <a:pt x="111520" y="2145792"/>
                      <a:pt x="230176" y="2145792"/>
                    </a:cubicBezTo>
                    <a:lnTo>
                      <a:pt x="10833706" y="2145792"/>
                    </a:lnTo>
                    <a:cubicBezTo>
                      <a:pt x="10952362" y="2145792"/>
                      <a:pt x="11048460" y="2040382"/>
                      <a:pt x="11048460" y="1910461"/>
                    </a:cubicBezTo>
                    <a:lnTo>
                      <a:pt x="11048460" y="252349"/>
                    </a:lnTo>
                    <a:cubicBezTo>
                      <a:pt x="11048460" y="122428"/>
                      <a:pt x="10952362" y="17018"/>
                      <a:pt x="10833706" y="17018"/>
                    </a:cubicBezTo>
                    <a:lnTo>
                      <a:pt x="230061" y="17018"/>
                    </a:lnTo>
                    <a:lnTo>
                      <a:pt x="230061" y="8509"/>
                    </a:lnTo>
                    <a:lnTo>
                      <a:pt x="230061" y="17018"/>
                    </a:lnTo>
                    <a:cubicBezTo>
                      <a:pt x="111405" y="16891"/>
                      <a:pt x="15307" y="122428"/>
                      <a:pt x="15307" y="252349"/>
                    </a:cubicBezTo>
                    <a:close/>
                  </a:path>
                </a:pathLst>
              </a:custGeom>
              <a:solidFill>
                <a:srgbClr val="CBD5E0"/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227117" y="455434"/>
              <a:ext cx="1491407" cy="1645770"/>
              <a:chOff x="0" y="0"/>
              <a:chExt cx="1400703" cy="154567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15307" y="16891"/>
                <a:ext cx="1370009" cy="1511808"/>
              </a:xfrm>
              <a:custGeom>
                <a:avLst/>
                <a:gdLst/>
                <a:ahLst/>
                <a:cxnLst/>
                <a:rect r="r" b="b" t="t" l="l"/>
                <a:pathLst>
                  <a:path h="1511808" w="1370009">
                    <a:moveTo>
                      <a:pt x="0" y="755904"/>
                    </a:moveTo>
                    <a:cubicBezTo>
                      <a:pt x="0" y="338455"/>
                      <a:pt x="306710" y="0"/>
                      <a:pt x="685004" y="0"/>
                    </a:cubicBezTo>
                    <a:cubicBezTo>
                      <a:pt x="1063299" y="0"/>
                      <a:pt x="1370009" y="338455"/>
                      <a:pt x="1370009" y="755904"/>
                    </a:cubicBezTo>
                    <a:cubicBezTo>
                      <a:pt x="1370009" y="1173353"/>
                      <a:pt x="1063299" y="1511808"/>
                      <a:pt x="685004" y="1511808"/>
                    </a:cubicBezTo>
                    <a:cubicBezTo>
                      <a:pt x="306710" y="1511808"/>
                      <a:pt x="0" y="1173480"/>
                      <a:pt x="0" y="755904"/>
                    </a:cubicBezTo>
                    <a:close/>
                  </a:path>
                </a:pathLst>
              </a:custGeom>
              <a:solidFill>
                <a:srgbClr val="028090"/>
              </a:solidFill>
            </p:spPr>
          </p:sp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400622" cy="1545590"/>
              </a:xfrm>
              <a:custGeom>
                <a:avLst/>
                <a:gdLst/>
                <a:ahLst/>
                <a:cxnLst/>
                <a:rect r="r" b="b" t="t" l="l"/>
                <a:pathLst>
                  <a:path h="1545590" w="1400622">
                    <a:moveTo>
                      <a:pt x="0" y="772795"/>
                    </a:moveTo>
                    <a:cubicBezTo>
                      <a:pt x="0" y="345948"/>
                      <a:pt x="313500" y="0"/>
                      <a:pt x="700311" y="0"/>
                    </a:cubicBezTo>
                    <a:lnTo>
                      <a:pt x="700311" y="16891"/>
                    </a:lnTo>
                    <a:lnTo>
                      <a:pt x="700311" y="0"/>
                    </a:lnTo>
                    <a:cubicBezTo>
                      <a:pt x="1087122" y="0"/>
                      <a:pt x="1400622" y="345948"/>
                      <a:pt x="1400622" y="772795"/>
                    </a:cubicBezTo>
                    <a:cubicBezTo>
                      <a:pt x="1400622" y="1199642"/>
                      <a:pt x="1087122" y="1545590"/>
                      <a:pt x="700311" y="1545590"/>
                    </a:cubicBezTo>
                    <a:lnTo>
                      <a:pt x="700311" y="1528699"/>
                    </a:lnTo>
                    <a:lnTo>
                      <a:pt x="700311" y="1545590"/>
                    </a:lnTo>
                    <a:cubicBezTo>
                      <a:pt x="313500" y="1545717"/>
                      <a:pt x="0" y="1199642"/>
                      <a:pt x="0" y="772795"/>
                    </a:cubicBezTo>
                    <a:lnTo>
                      <a:pt x="15307" y="772795"/>
                    </a:lnTo>
                    <a:lnTo>
                      <a:pt x="27046" y="783717"/>
                    </a:lnTo>
                    <a:cubicBezTo>
                      <a:pt x="22903" y="789178"/>
                      <a:pt x="16112" y="791083"/>
                      <a:pt x="10013" y="788670"/>
                    </a:cubicBezTo>
                    <a:cubicBezTo>
                      <a:pt x="3913" y="786257"/>
                      <a:pt x="0" y="779907"/>
                      <a:pt x="0" y="772795"/>
                    </a:cubicBezTo>
                    <a:moveTo>
                      <a:pt x="30729" y="772795"/>
                    </a:moveTo>
                    <a:lnTo>
                      <a:pt x="15307" y="772795"/>
                    </a:lnTo>
                    <a:lnTo>
                      <a:pt x="3568" y="761873"/>
                    </a:lnTo>
                    <a:cubicBezTo>
                      <a:pt x="7711" y="756412"/>
                      <a:pt x="14501" y="754507"/>
                      <a:pt x="20601" y="756920"/>
                    </a:cubicBezTo>
                    <a:cubicBezTo>
                      <a:pt x="26700" y="759333"/>
                      <a:pt x="30729" y="765683"/>
                      <a:pt x="30729" y="772795"/>
                    </a:cubicBezTo>
                    <a:cubicBezTo>
                      <a:pt x="30729" y="1180973"/>
                      <a:pt x="330533" y="1511808"/>
                      <a:pt x="700426" y="1511808"/>
                    </a:cubicBezTo>
                    <a:cubicBezTo>
                      <a:pt x="1070320" y="1511808"/>
                      <a:pt x="1370124" y="1180973"/>
                      <a:pt x="1370124" y="772795"/>
                    </a:cubicBezTo>
                    <a:lnTo>
                      <a:pt x="1385431" y="772795"/>
                    </a:lnTo>
                    <a:lnTo>
                      <a:pt x="1370124" y="772795"/>
                    </a:lnTo>
                    <a:cubicBezTo>
                      <a:pt x="1370124" y="364617"/>
                      <a:pt x="1070320" y="33782"/>
                      <a:pt x="700426" y="33782"/>
                    </a:cubicBezTo>
                    <a:lnTo>
                      <a:pt x="700426" y="16891"/>
                    </a:lnTo>
                    <a:lnTo>
                      <a:pt x="700426" y="33909"/>
                    </a:lnTo>
                    <a:cubicBezTo>
                      <a:pt x="330533" y="33909"/>
                      <a:pt x="30729" y="364744"/>
                      <a:pt x="30729" y="772795"/>
                    </a:cubicBezTo>
                    <a:close/>
                  </a:path>
                </a:pathLst>
              </a:custGeom>
              <a:solidFill>
                <a:srgbClr val="028090"/>
              </a:solid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243452" y="473460"/>
              <a:ext cx="1458725" cy="1609706"/>
              <a:chOff x="0" y="0"/>
              <a:chExt cx="1370009" cy="1511808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370009" cy="1511808"/>
              </a:xfrm>
              <a:custGeom>
                <a:avLst/>
                <a:gdLst/>
                <a:ahLst/>
                <a:cxnLst/>
                <a:rect r="r" b="b" t="t" l="l"/>
                <a:pathLst>
                  <a:path h="1511808" w="1370009">
                    <a:moveTo>
                      <a:pt x="0" y="0"/>
                    </a:moveTo>
                    <a:lnTo>
                      <a:pt x="1370009" y="0"/>
                    </a:lnTo>
                    <a:lnTo>
                      <a:pt x="1370009" y="1511808"/>
                    </a:lnTo>
                    <a:lnTo>
                      <a:pt x="0" y="151180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86408" t="0" r="-96758" b="0"/>
                </a:stretch>
              </a:blip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66675"/>
                <a:ext cx="1370009" cy="157848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079"/>
                  </a:lnSpc>
                </a:pPr>
                <a:r>
                  <a:rPr lang="en-US" sz="3399">
                    <a:solidFill>
                      <a:srgbClr val="1C2B3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🌐</a:t>
                </a: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1984511" y="360083"/>
              <a:ext cx="9293490" cy="5639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22"/>
                </a:lnSpc>
              </a:pPr>
              <a:r>
                <a:rPr lang="en-US" sz="2768" b="true">
                  <a:solidFill>
                    <a:srgbClr val="1C2B3A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Selenium WebDriver 4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984511" y="1299052"/>
              <a:ext cx="9293490" cy="10037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10"/>
                </a:lnSpc>
              </a:pPr>
              <a:r>
                <a:rPr lang="en-US" sz="2342">
                  <a:solidFill>
                    <a:srgbClr val="71809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Driver Chrome headless · gestion explicite des attentes (WebDriverWait)</a:t>
              </a:r>
            </a:p>
          </p:txBody>
        </p:sp>
        <p:grpSp>
          <p:nvGrpSpPr>
            <p:cNvPr name="Group 17" id="17"/>
            <p:cNvGrpSpPr/>
            <p:nvPr/>
          </p:nvGrpSpPr>
          <p:grpSpPr>
            <a:xfrm rot="0">
              <a:off x="0" y="2749185"/>
              <a:ext cx="11780246" cy="2302770"/>
              <a:chOff x="0" y="0"/>
              <a:chExt cx="11063802" cy="2162721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7596" y="8509"/>
                <a:ext cx="11048576" cy="2145792"/>
              </a:xfrm>
              <a:custGeom>
                <a:avLst/>
                <a:gdLst/>
                <a:ahLst/>
                <a:cxnLst/>
                <a:rect r="r" b="b" t="t" l="l"/>
                <a:pathLst>
                  <a:path h="2145792" w="11048576">
                    <a:moveTo>
                      <a:pt x="115" y="243840"/>
                    </a:moveTo>
                    <a:cubicBezTo>
                      <a:pt x="115" y="109093"/>
                      <a:pt x="99666" y="0"/>
                      <a:pt x="222465" y="0"/>
                    </a:cubicBezTo>
                    <a:lnTo>
                      <a:pt x="10826110" y="0"/>
                    </a:lnTo>
                    <a:cubicBezTo>
                      <a:pt x="10948909" y="0"/>
                      <a:pt x="11048576" y="109220"/>
                      <a:pt x="11048576" y="243840"/>
                    </a:cubicBezTo>
                    <a:lnTo>
                      <a:pt x="11048576" y="1901952"/>
                    </a:lnTo>
                    <a:cubicBezTo>
                      <a:pt x="11048576" y="2036572"/>
                      <a:pt x="10949024" y="2145792"/>
                      <a:pt x="10826110" y="2145792"/>
                    </a:cubicBezTo>
                    <a:lnTo>
                      <a:pt x="222465" y="2145792"/>
                    </a:lnTo>
                    <a:cubicBezTo>
                      <a:pt x="99666" y="2145792"/>
                      <a:pt x="0" y="2036572"/>
                      <a:pt x="0" y="1901952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1063767" cy="2162810"/>
              </a:xfrm>
              <a:custGeom>
                <a:avLst/>
                <a:gdLst/>
                <a:ahLst/>
                <a:cxnLst/>
                <a:rect r="r" b="b" t="t" l="l"/>
                <a:pathLst>
                  <a:path h="2162810" w="11063767">
                    <a:moveTo>
                      <a:pt x="0" y="252349"/>
                    </a:moveTo>
                    <a:cubicBezTo>
                      <a:pt x="0" y="112903"/>
                      <a:pt x="103004" y="0"/>
                      <a:pt x="230061" y="0"/>
                    </a:cubicBezTo>
                    <a:lnTo>
                      <a:pt x="10833706" y="0"/>
                    </a:lnTo>
                    <a:lnTo>
                      <a:pt x="10833706" y="8509"/>
                    </a:lnTo>
                    <a:lnTo>
                      <a:pt x="10833706" y="0"/>
                    </a:lnTo>
                    <a:cubicBezTo>
                      <a:pt x="10960764" y="0"/>
                      <a:pt x="11063767" y="112903"/>
                      <a:pt x="11063767" y="252349"/>
                    </a:cubicBezTo>
                    <a:lnTo>
                      <a:pt x="11056057" y="252349"/>
                    </a:lnTo>
                    <a:lnTo>
                      <a:pt x="11063767" y="252349"/>
                    </a:lnTo>
                    <a:lnTo>
                      <a:pt x="11063767" y="1910461"/>
                    </a:lnTo>
                    <a:lnTo>
                      <a:pt x="11056057" y="1910461"/>
                    </a:lnTo>
                    <a:lnTo>
                      <a:pt x="11063767" y="1910461"/>
                    </a:lnTo>
                    <a:cubicBezTo>
                      <a:pt x="11063767" y="2049907"/>
                      <a:pt x="10960764" y="2162810"/>
                      <a:pt x="10833706" y="2162810"/>
                    </a:cubicBezTo>
                    <a:lnTo>
                      <a:pt x="10833706" y="2154301"/>
                    </a:lnTo>
                    <a:lnTo>
                      <a:pt x="10833706" y="2162810"/>
                    </a:lnTo>
                    <a:lnTo>
                      <a:pt x="230061" y="2162810"/>
                    </a:lnTo>
                    <a:lnTo>
                      <a:pt x="230061" y="2154301"/>
                    </a:lnTo>
                    <a:lnTo>
                      <a:pt x="230061" y="2162810"/>
                    </a:lnTo>
                    <a:cubicBezTo>
                      <a:pt x="103004" y="2162683"/>
                      <a:pt x="0" y="2049780"/>
                      <a:pt x="0" y="1910461"/>
                    </a:cubicBezTo>
                    <a:lnTo>
                      <a:pt x="0" y="252349"/>
                    </a:lnTo>
                    <a:lnTo>
                      <a:pt x="7711" y="252349"/>
                    </a:lnTo>
                    <a:lnTo>
                      <a:pt x="0" y="252349"/>
                    </a:lnTo>
                    <a:moveTo>
                      <a:pt x="15307" y="252349"/>
                    </a:moveTo>
                    <a:lnTo>
                      <a:pt x="15307" y="1910461"/>
                    </a:lnTo>
                    <a:lnTo>
                      <a:pt x="7711" y="1910461"/>
                    </a:lnTo>
                    <a:lnTo>
                      <a:pt x="15422" y="1910461"/>
                    </a:lnTo>
                    <a:cubicBezTo>
                      <a:pt x="15422" y="2040382"/>
                      <a:pt x="111520" y="2145792"/>
                      <a:pt x="230176" y="2145792"/>
                    </a:cubicBezTo>
                    <a:lnTo>
                      <a:pt x="10833706" y="2145792"/>
                    </a:lnTo>
                    <a:cubicBezTo>
                      <a:pt x="10952362" y="2145792"/>
                      <a:pt x="11048460" y="2040382"/>
                      <a:pt x="11048460" y="1910461"/>
                    </a:cubicBezTo>
                    <a:lnTo>
                      <a:pt x="11048460" y="252349"/>
                    </a:lnTo>
                    <a:cubicBezTo>
                      <a:pt x="11048460" y="122428"/>
                      <a:pt x="10952362" y="17018"/>
                      <a:pt x="10833706" y="17018"/>
                    </a:cubicBezTo>
                    <a:lnTo>
                      <a:pt x="230061" y="17018"/>
                    </a:lnTo>
                    <a:lnTo>
                      <a:pt x="230061" y="8509"/>
                    </a:lnTo>
                    <a:lnTo>
                      <a:pt x="230061" y="17018"/>
                    </a:lnTo>
                    <a:cubicBezTo>
                      <a:pt x="111405" y="16891"/>
                      <a:pt x="15307" y="122428"/>
                      <a:pt x="15307" y="252349"/>
                    </a:cubicBezTo>
                    <a:close/>
                  </a:path>
                </a:pathLst>
              </a:custGeom>
              <a:solidFill>
                <a:srgbClr val="CBD5E0"/>
              </a:solidFill>
            </p:spPr>
          </p:sp>
        </p:grpSp>
        <p:grpSp>
          <p:nvGrpSpPr>
            <p:cNvPr name="Group 20" id="20"/>
            <p:cNvGrpSpPr/>
            <p:nvPr/>
          </p:nvGrpSpPr>
          <p:grpSpPr>
            <a:xfrm rot="0">
              <a:off x="227117" y="3051735"/>
              <a:ext cx="1491407" cy="1645770"/>
              <a:chOff x="0" y="0"/>
              <a:chExt cx="1400703" cy="1545679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15307" y="16891"/>
                <a:ext cx="1370009" cy="1511808"/>
              </a:xfrm>
              <a:custGeom>
                <a:avLst/>
                <a:gdLst/>
                <a:ahLst/>
                <a:cxnLst/>
                <a:rect r="r" b="b" t="t" l="l"/>
                <a:pathLst>
                  <a:path h="1511808" w="1370009">
                    <a:moveTo>
                      <a:pt x="0" y="755904"/>
                    </a:moveTo>
                    <a:cubicBezTo>
                      <a:pt x="0" y="338455"/>
                      <a:pt x="306710" y="0"/>
                      <a:pt x="685004" y="0"/>
                    </a:cubicBezTo>
                    <a:cubicBezTo>
                      <a:pt x="1063299" y="0"/>
                      <a:pt x="1370009" y="338455"/>
                      <a:pt x="1370009" y="755904"/>
                    </a:cubicBezTo>
                    <a:cubicBezTo>
                      <a:pt x="1370009" y="1173353"/>
                      <a:pt x="1063299" y="1511808"/>
                      <a:pt x="685004" y="1511808"/>
                    </a:cubicBezTo>
                    <a:cubicBezTo>
                      <a:pt x="306710" y="1511808"/>
                      <a:pt x="0" y="1173480"/>
                      <a:pt x="0" y="755904"/>
                    </a:cubicBezTo>
                    <a:close/>
                  </a:path>
                </a:pathLst>
              </a:custGeom>
              <a:solidFill>
                <a:srgbClr val="2E5D8E"/>
              </a:solidFill>
            </p:spPr>
          </p:sp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400622" cy="1545590"/>
              </a:xfrm>
              <a:custGeom>
                <a:avLst/>
                <a:gdLst/>
                <a:ahLst/>
                <a:cxnLst/>
                <a:rect r="r" b="b" t="t" l="l"/>
                <a:pathLst>
                  <a:path h="1545590" w="1400622">
                    <a:moveTo>
                      <a:pt x="0" y="772795"/>
                    </a:moveTo>
                    <a:cubicBezTo>
                      <a:pt x="0" y="345948"/>
                      <a:pt x="313500" y="0"/>
                      <a:pt x="700311" y="0"/>
                    </a:cubicBezTo>
                    <a:lnTo>
                      <a:pt x="700311" y="16891"/>
                    </a:lnTo>
                    <a:lnTo>
                      <a:pt x="700311" y="0"/>
                    </a:lnTo>
                    <a:cubicBezTo>
                      <a:pt x="1087122" y="0"/>
                      <a:pt x="1400622" y="345948"/>
                      <a:pt x="1400622" y="772795"/>
                    </a:cubicBezTo>
                    <a:cubicBezTo>
                      <a:pt x="1400622" y="1199642"/>
                      <a:pt x="1087122" y="1545590"/>
                      <a:pt x="700311" y="1545590"/>
                    </a:cubicBezTo>
                    <a:lnTo>
                      <a:pt x="700311" y="1528699"/>
                    </a:lnTo>
                    <a:lnTo>
                      <a:pt x="700311" y="1545590"/>
                    </a:lnTo>
                    <a:cubicBezTo>
                      <a:pt x="313500" y="1545717"/>
                      <a:pt x="0" y="1199642"/>
                      <a:pt x="0" y="772795"/>
                    </a:cubicBezTo>
                    <a:lnTo>
                      <a:pt x="15307" y="772795"/>
                    </a:lnTo>
                    <a:lnTo>
                      <a:pt x="27046" y="783717"/>
                    </a:lnTo>
                    <a:cubicBezTo>
                      <a:pt x="22903" y="789178"/>
                      <a:pt x="16112" y="791083"/>
                      <a:pt x="10013" y="788670"/>
                    </a:cubicBezTo>
                    <a:cubicBezTo>
                      <a:pt x="3913" y="786257"/>
                      <a:pt x="0" y="779907"/>
                      <a:pt x="0" y="772795"/>
                    </a:cubicBezTo>
                    <a:moveTo>
                      <a:pt x="30729" y="772795"/>
                    </a:moveTo>
                    <a:lnTo>
                      <a:pt x="15307" y="772795"/>
                    </a:lnTo>
                    <a:lnTo>
                      <a:pt x="3568" y="761873"/>
                    </a:lnTo>
                    <a:cubicBezTo>
                      <a:pt x="7711" y="756412"/>
                      <a:pt x="14501" y="754507"/>
                      <a:pt x="20601" y="756920"/>
                    </a:cubicBezTo>
                    <a:cubicBezTo>
                      <a:pt x="26700" y="759333"/>
                      <a:pt x="30729" y="765683"/>
                      <a:pt x="30729" y="772795"/>
                    </a:cubicBezTo>
                    <a:cubicBezTo>
                      <a:pt x="30729" y="1180973"/>
                      <a:pt x="330533" y="1511808"/>
                      <a:pt x="700426" y="1511808"/>
                    </a:cubicBezTo>
                    <a:cubicBezTo>
                      <a:pt x="1070320" y="1511808"/>
                      <a:pt x="1370124" y="1180973"/>
                      <a:pt x="1370124" y="772795"/>
                    </a:cubicBezTo>
                    <a:lnTo>
                      <a:pt x="1385431" y="772795"/>
                    </a:lnTo>
                    <a:lnTo>
                      <a:pt x="1370124" y="772795"/>
                    </a:lnTo>
                    <a:cubicBezTo>
                      <a:pt x="1370124" y="364617"/>
                      <a:pt x="1070320" y="33782"/>
                      <a:pt x="700426" y="33782"/>
                    </a:cubicBezTo>
                    <a:lnTo>
                      <a:pt x="700426" y="16891"/>
                    </a:lnTo>
                    <a:lnTo>
                      <a:pt x="700426" y="33909"/>
                    </a:lnTo>
                    <a:cubicBezTo>
                      <a:pt x="330533" y="33909"/>
                      <a:pt x="30729" y="364744"/>
                      <a:pt x="30729" y="772795"/>
                    </a:cubicBezTo>
                    <a:close/>
                  </a:path>
                </a:pathLst>
              </a:custGeom>
              <a:solidFill>
                <a:srgbClr val="2E5D8E"/>
              </a:solidFill>
            </p:spPr>
          </p:sp>
        </p:grpSp>
        <p:grpSp>
          <p:nvGrpSpPr>
            <p:cNvPr name="Group 23" id="23"/>
            <p:cNvGrpSpPr/>
            <p:nvPr/>
          </p:nvGrpSpPr>
          <p:grpSpPr>
            <a:xfrm rot="0">
              <a:off x="243452" y="3069760"/>
              <a:ext cx="1458725" cy="1609706"/>
              <a:chOff x="0" y="0"/>
              <a:chExt cx="1370009" cy="1511808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370009" cy="1511808"/>
              </a:xfrm>
              <a:custGeom>
                <a:avLst/>
                <a:gdLst/>
                <a:ahLst/>
                <a:cxnLst/>
                <a:rect r="r" b="b" t="t" l="l"/>
                <a:pathLst>
                  <a:path h="1511808" w="1370009">
                    <a:moveTo>
                      <a:pt x="0" y="0"/>
                    </a:moveTo>
                    <a:lnTo>
                      <a:pt x="1370009" y="0"/>
                    </a:lnTo>
                    <a:lnTo>
                      <a:pt x="1370009" y="1511808"/>
                    </a:lnTo>
                    <a:lnTo>
                      <a:pt x="0" y="151180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86408" t="0" r="-96758" b="0"/>
                </a:stretch>
              </a:blip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66675"/>
                <a:ext cx="1370009" cy="157848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079"/>
                  </a:lnSpc>
                </a:pPr>
                <a:r>
                  <a:rPr lang="en-US" sz="3399">
                    <a:solidFill>
                      <a:srgbClr val="1C2B3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🐍</a:t>
                </a: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1984511" y="2956383"/>
              <a:ext cx="9293490" cy="5639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22"/>
                </a:lnSpc>
              </a:pPr>
              <a:r>
                <a:rPr lang="en-US" sz="2768" b="true">
                  <a:solidFill>
                    <a:srgbClr val="1C2B3A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Python 3.11 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1984511" y="3693787"/>
              <a:ext cx="9293490" cy="10037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10"/>
                </a:lnSpc>
              </a:pPr>
              <a:r>
                <a:rPr lang="en-US" sz="2342">
                  <a:solidFill>
                    <a:srgbClr val="71809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Fixtures session/fonction · markers smoke/functional/regression</a:t>
              </a:r>
            </a:p>
          </p:txBody>
        </p:sp>
        <p:grpSp>
          <p:nvGrpSpPr>
            <p:cNvPr name="Group 28" id="28"/>
            <p:cNvGrpSpPr/>
            <p:nvPr/>
          </p:nvGrpSpPr>
          <p:grpSpPr>
            <a:xfrm rot="0">
              <a:off x="0" y="5335944"/>
              <a:ext cx="11780253" cy="2302771"/>
              <a:chOff x="0" y="0"/>
              <a:chExt cx="11063802" cy="2162721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7596" y="8509"/>
                <a:ext cx="11048576" cy="2145792"/>
              </a:xfrm>
              <a:custGeom>
                <a:avLst/>
                <a:gdLst/>
                <a:ahLst/>
                <a:cxnLst/>
                <a:rect r="r" b="b" t="t" l="l"/>
                <a:pathLst>
                  <a:path h="2145792" w="11048576">
                    <a:moveTo>
                      <a:pt x="115" y="243840"/>
                    </a:moveTo>
                    <a:cubicBezTo>
                      <a:pt x="115" y="109093"/>
                      <a:pt x="99666" y="0"/>
                      <a:pt x="222465" y="0"/>
                    </a:cubicBezTo>
                    <a:lnTo>
                      <a:pt x="10826110" y="0"/>
                    </a:lnTo>
                    <a:cubicBezTo>
                      <a:pt x="10948909" y="0"/>
                      <a:pt x="11048576" y="109220"/>
                      <a:pt x="11048576" y="243840"/>
                    </a:cubicBezTo>
                    <a:lnTo>
                      <a:pt x="11048576" y="1901952"/>
                    </a:lnTo>
                    <a:cubicBezTo>
                      <a:pt x="11048576" y="2036572"/>
                      <a:pt x="10949024" y="2145792"/>
                      <a:pt x="10826110" y="2145792"/>
                    </a:cubicBezTo>
                    <a:lnTo>
                      <a:pt x="222465" y="2145792"/>
                    </a:lnTo>
                    <a:cubicBezTo>
                      <a:pt x="99666" y="2145792"/>
                      <a:pt x="0" y="2036572"/>
                      <a:pt x="0" y="1901952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1063767" cy="2162810"/>
              </a:xfrm>
              <a:custGeom>
                <a:avLst/>
                <a:gdLst/>
                <a:ahLst/>
                <a:cxnLst/>
                <a:rect r="r" b="b" t="t" l="l"/>
                <a:pathLst>
                  <a:path h="2162810" w="11063767">
                    <a:moveTo>
                      <a:pt x="0" y="252349"/>
                    </a:moveTo>
                    <a:cubicBezTo>
                      <a:pt x="0" y="112903"/>
                      <a:pt x="103004" y="0"/>
                      <a:pt x="230061" y="0"/>
                    </a:cubicBezTo>
                    <a:lnTo>
                      <a:pt x="10833706" y="0"/>
                    </a:lnTo>
                    <a:lnTo>
                      <a:pt x="10833706" y="8509"/>
                    </a:lnTo>
                    <a:lnTo>
                      <a:pt x="10833706" y="0"/>
                    </a:lnTo>
                    <a:cubicBezTo>
                      <a:pt x="10960764" y="0"/>
                      <a:pt x="11063767" y="112903"/>
                      <a:pt x="11063767" y="252349"/>
                    </a:cubicBezTo>
                    <a:lnTo>
                      <a:pt x="11056057" y="252349"/>
                    </a:lnTo>
                    <a:lnTo>
                      <a:pt x="11063767" y="252349"/>
                    </a:lnTo>
                    <a:lnTo>
                      <a:pt x="11063767" y="1910461"/>
                    </a:lnTo>
                    <a:lnTo>
                      <a:pt x="11056057" y="1910461"/>
                    </a:lnTo>
                    <a:lnTo>
                      <a:pt x="11063767" y="1910461"/>
                    </a:lnTo>
                    <a:cubicBezTo>
                      <a:pt x="11063767" y="2049907"/>
                      <a:pt x="10960764" y="2162810"/>
                      <a:pt x="10833706" y="2162810"/>
                    </a:cubicBezTo>
                    <a:lnTo>
                      <a:pt x="10833706" y="2154301"/>
                    </a:lnTo>
                    <a:lnTo>
                      <a:pt x="10833706" y="2162810"/>
                    </a:lnTo>
                    <a:lnTo>
                      <a:pt x="230061" y="2162810"/>
                    </a:lnTo>
                    <a:lnTo>
                      <a:pt x="230061" y="2154301"/>
                    </a:lnTo>
                    <a:lnTo>
                      <a:pt x="230061" y="2162810"/>
                    </a:lnTo>
                    <a:cubicBezTo>
                      <a:pt x="103004" y="2162683"/>
                      <a:pt x="0" y="2049780"/>
                      <a:pt x="0" y="1910461"/>
                    </a:cubicBezTo>
                    <a:lnTo>
                      <a:pt x="0" y="252349"/>
                    </a:lnTo>
                    <a:lnTo>
                      <a:pt x="7711" y="252349"/>
                    </a:lnTo>
                    <a:lnTo>
                      <a:pt x="0" y="252349"/>
                    </a:lnTo>
                    <a:moveTo>
                      <a:pt x="15307" y="252349"/>
                    </a:moveTo>
                    <a:lnTo>
                      <a:pt x="15307" y="1910461"/>
                    </a:lnTo>
                    <a:lnTo>
                      <a:pt x="7711" y="1910461"/>
                    </a:lnTo>
                    <a:lnTo>
                      <a:pt x="15422" y="1910461"/>
                    </a:lnTo>
                    <a:cubicBezTo>
                      <a:pt x="15422" y="2040382"/>
                      <a:pt x="111520" y="2145792"/>
                      <a:pt x="230176" y="2145792"/>
                    </a:cubicBezTo>
                    <a:lnTo>
                      <a:pt x="10833706" y="2145792"/>
                    </a:lnTo>
                    <a:cubicBezTo>
                      <a:pt x="10952362" y="2145792"/>
                      <a:pt x="11048460" y="2040382"/>
                      <a:pt x="11048460" y="1910461"/>
                    </a:cubicBezTo>
                    <a:lnTo>
                      <a:pt x="11048460" y="252349"/>
                    </a:lnTo>
                    <a:cubicBezTo>
                      <a:pt x="11048460" y="122428"/>
                      <a:pt x="10952362" y="17018"/>
                      <a:pt x="10833706" y="17018"/>
                    </a:cubicBezTo>
                    <a:lnTo>
                      <a:pt x="230061" y="17018"/>
                    </a:lnTo>
                    <a:lnTo>
                      <a:pt x="230061" y="8509"/>
                    </a:lnTo>
                    <a:lnTo>
                      <a:pt x="230061" y="17018"/>
                    </a:lnTo>
                    <a:cubicBezTo>
                      <a:pt x="111405" y="16891"/>
                      <a:pt x="15307" y="122428"/>
                      <a:pt x="15307" y="252349"/>
                    </a:cubicBezTo>
                    <a:close/>
                  </a:path>
                </a:pathLst>
              </a:custGeom>
              <a:solidFill>
                <a:srgbClr val="CBD5E0"/>
              </a:solidFill>
            </p:spPr>
          </p:sp>
        </p:grpSp>
        <p:sp>
          <p:nvSpPr>
            <p:cNvPr name="TextBox 31" id="31"/>
            <p:cNvSpPr txBox="true"/>
            <p:nvPr/>
          </p:nvSpPr>
          <p:spPr>
            <a:xfrm rot="0">
              <a:off x="1984512" y="5696027"/>
              <a:ext cx="9293495" cy="5639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22"/>
                </a:lnSpc>
              </a:pPr>
              <a:r>
                <a:rPr lang="en-US" sz="2768" b="true">
                  <a:solidFill>
                    <a:srgbClr val="1C2B3A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GenAI (Claude / GPT-4o)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1984512" y="6634997"/>
              <a:ext cx="9293495" cy="10037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10"/>
                </a:lnSpc>
              </a:pPr>
              <a:r>
                <a:rPr lang="en-US" sz="2342">
                  <a:solidFill>
                    <a:srgbClr val="71809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Génération cas de test · scripts · analyse logs · documentation</a:t>
              </a:r>
            </a:p>
          </p:txBody>
        </p:sp>
        <p:grpSp>
          <p:nvGrpSpPr>
            <p:cNvPr name="Group 33" id="33"/>
            <p:cNvGrpSpPr/>
            <p:nvPr/>
          </p:nvGrpSpPr>
          <p:grpSpPr>
            <a:xfrm rot="0">
              <a:off x="336919" y="5682476"/>
              <a:ext cx="1491407" cy="1645771"/>
              <a:chOff x="0" y="0"/>
              <a:chExt cx="1400703" cy="1545679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15307" y="16891"/>
                <a:ext cx="1370009" cy="1511808"/>
              </a:xfrm>
              <a:custGeom>
                <a:avLst/>
                <a:gdLst/>
                <a:ahLst/>
                <a:cxnLst/>
                <a:rect r="r" b="b" t="t" l="l"/>
                <a:pathLst>
                  <a:path h="1511808" w="1370009">
                    <a:moveTo>
                      <a:pt x="0" y="755904"/>
                    </a:moveTo>
                    <a:cubicBezTo>
                      <a:pt x="0" y="338455"/>
                      <a:pt x="306710" y="0"/>
                      <a:pt x="685004" y="0"/>
                    </a:cubicBezTo>
                    <a:cubicBezTo>
                      <a:pt x="1063299" y="0"/>
                      <a:pt x="1370009" y="338455"/>
                      <a:pt x="1370009" y="755904"/>
                    </a:cubicBezTo>
                    <a:cubicBezTo>
                      <a:pt x="1370009" y="1173353"/>
                      <a:pt x="1063299" y="1511808"/>
                      <a:pt x="685004" y="1511808"/>
                    </a:cubicBezTo>
                    <a:cubicBezTo>
                      <a:pt x="306710" y="1511808"/>
                      <a:pt x="0" y="1173480"/>
                      <a:pt x="0" y="755904"/>
                    </a:cubicBezTo>
                    <a:close/>
                  </a:path>
                </a:pathLst>
              </a:custGeom>
              <a:solidFill>
                <a:srgbClr val="6C63FF"/>
              </a:solidFill>
            </p:spPr>
          </p:sp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1400622" cy="1545590"/>
              </a:xfrm>
              <a:custGeom>
                <a:avLst/>
                <a:gdLst/>
                <a:ahLst/>
                <a:cxnLst/>
                <a:rect r="r" b="b" t="t" l="l"/>
                <a:pathLst>
                  <a:path h="1545590" w="1400622">
                    <a:moveTo>
                      <a:pt x="0" y="772795"/>
                    </a:moveTo>
                    <a:cubicBezTo>
                      <a:pt x="0" y="345948"/>
                      <a:pt x="313500" y="0"/>
                      <a:pt x="700311" y="0"/>
                    </a:cubicBezTo>
                    <a:lnTo>
                      <a:pt x="700311" y="16891"/>
                    </a:lnTo>
                    <a:lnTo>
                      <a:pt x="700311" y="0"/>
                    </a:lnTo>
                    <a:cubicBezTo>
                      <a:pt x="1087122" y="0"/>
                      <a:pt x="1400622" y="345948"/>
                      <a:pt x="1400622" y="772795"/>
                    </a:cubicBezTo>
                    <a:cubicBezTo>
                      <a:pt x="1400622" y="1199642"/>
                      <a:pt x="1087122" y="1545590"/>
                      <a:pt x="700311" y="1545590"/>
                    </a:cubicBezTo>
                    <a:lnTo>
                      <a:pt x="700311" y="1528699"/>
                    </a:lnTo>
                    <a:lnTo>
                      <a:pt x="700311" y="1545590"/>
                    </a:lnTo>
                    <a:cubicBezTo>
                      <a:pt x="313500" y="1545717"/>
                      <a:pt x="0" y="1199642"/>
                      <a:pt x="0" y="772795"/>
                    </a:cubicBezTo>
                    <a:lnTo>
                      <a:pt x="15307" y="772795"/>
                    </a:lnTo>
                    <a:lnTo>
                      <a:pt x="27046" y="783717"/>
                    </a:lnTo>
                    <a:cubicBezTo>
                      <a:pt x="22903" y="789178"/>
                      <a:pt x="16112" y="791083"/>
                      <a:pt x="10013" y="788670"/>
                    </a:cubicBezTo>
                    <a:cubicBezTo>
                      <a:pt x="3913" y="786257"/>
                      <a:pt x="0" y="779907"/>
                      <a:pt x="0" y="772795"/>
                    </a:cubicBezTo>
                    <a:moveTo>
                      <a:pt x="30729" y="772795"/>
                    </a:moveTo>
                    <a:lnTo>
                      <a:pt x="15307" y="772795"/>
                    </a:lnTo>
                    <a:lnTo>
                      <a:pt x="3568" y="761873"/>
                    </a:lnTo>
                    <a:cubicBezTo>
                      <a:pt x="7711" y="756412"/>
                      <a:pt x="14501" y="754507"/>
                      <a:pt x="20601" y="756920"/>
                    </a:cubicBezTo>
                    <a:cubicBezTo>
                      <a:pt x="26700" y="759333"/>
                      <a:pt x="30729" y="765683"/>
                      <a:pt x="30729" y="772795"/>
                    </a:cubicBezTo>
                    <a:cubicBezTo>
                      <a:pt x="30729" y="1180973"/>
                      <a:pt x="330533" y="1511808"/>
                      <a:pt x="700426" y="1511808"/>
                    </a:cubicBezTo>
                    <a:cubicBezTo>
                      <a:pt x="1070320" y="1511808"/>
                      <a:pt x="1370124" y="1180973"/>
                      <a:pt x="1370124" y="772795"/>
                    </a:cubicBezTo>
                    <a:lnTo>
                      <a:pt x="1385431" y="772795"/>
                    </a:lnTo>
                    <a:lnTo>
                      <a:pt x="1370124" y="772795"/>
                    </a:lnTo>
                    <a:cubicBezTo>
                      <a:pt x="1370124" y="364617"/>
                      <a:pt x="1070320" y="33782"/>
                      <a:pt x="700426" y="33782"/>
                    </a:cubicBezTo>
                    <a:lnTo>
                      <a:pt x="700426" y="16891"/>
                    </a:lnTo>
                    <a:lnTo>
                      <a:pt x="700426" y="33909"/>
                    </a:lnTo>
                    <a:cubicBezTo>
                      <a:pt x="330533" y="33909"/>
                      <a:pt x="30729" y="364744"/>
                      <a:pt x="30729" y="772795"/>
                    </a:cubicBezTo>
                    <a:close/>
                  </a:path>
                </a:pathLst>
              </a:custGeom>
              <a:solidFill>
                <a:srgbClr val="6C63FF"/>
              </a:solidFill>
            </p:spPr>
          </p:sp>
        </p:grpSp>
        <p:grpSp>
          <p:nvGrpSpPr>
            <p:cNvPr name="Group 36" id="36"/>
            <p:cNvGrpSpPr/>
            <p:nvPr/>
          </p:nvGrpSpPr>
          <p:grpSpPr>
            <a:xfrm rot="0">
              <a:off x="369600" y="5682476"/>
              <a:ext cx="1458726" cy="1609707"/>
              <a:chOff x="0" y="0"/>
              <a:chExt cx="1370009" cy="1511808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370009" cy="1511808"/>
              </a:xfrm>
              <a:custGeom>
                <a:avLst/>
                <a:gdLst/>
                <a:ahLst/>
                <a:cxnLst/>
                <a:rect r="r" b="b" t="t" l="l"/>
                <a:pathLst>
                  <a:path h="1511808" w="1370009">
                    <a:moveTo>
                      <a:pt x="0" y="0"/>
                    </a:moveTo>
                    <a:lnTo>
                      <a:pt x="1370009" y="0"/>
                    </a:lnTo>
                    <a:lnTo>
                      <a:pt x="1370009" y="1511808"/>
                    </a:lnTo>
                    <a:lnTo>
                      <a:pt x="0" y="151180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86408" t="0" r="-96758" b="0"/>
                </a:stretch>
              </a:blip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66675"/>
                <a:ext cx="1370009" cy="157848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079"/>
                  </a:lnSpc>
                </a:pPr>
                <a:r>
                  <a:rPr lang="en-US" sz="3399">
                    <a:solidFill>
                      <a:srgbClr val="1C2B3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🤖</a:t>
                </a:r>
              </a:p>
            </p:txBody>
          </p:sp>
        </p:grpSp>
      </p:grpSp>
      <p:grpSp>
        <p:nvGrpSpPr>
          <p:cNvPr name="Group 39" id="39"/>
          <p:cNvGrpSpPr/>
          <p:nvPr/>
        </p:nvGrpSpPr>
        <p:grpSpPr>
          <a:xfrm rot="0">
            <a:off x="12280666" y="3002601"/>
            <a:ext cx="4978634" cy="5872002"/>
            <a:chOff x="0" y="0"/>
            <a:chExt cx="1311245" cy="154653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311245" cy="1546535"/>
            </a:xfrm>
            <a:custGeom>
              <a:avLst/>
              <a:gdLst/>
              <a:ahLst/>
              <a:cxnLst/>
              <a:rect r="r" b="b" t="t" l="l"/>
              <a:pathLst>
                <a:path h="1546535" w="1311245">
                  <a:moveTo>
                    <a:pt x="99522" y="0"/>
                  </a:moveTo>
                  <a:lnTo>
                    <a:pt x="1211723" y="0"/>
                  </a:lnTo>
                  <a:cubicBezTo>
                    <a:pt x="1238118" y="0"/>
                    <a:pt x="1263432" y="10485"/>
                    <a:pt x="1282096" y="29149"/>
                  </a:cubicBezTo>
                  <a:cubicBezTo>
                    <a:pt x="1300760" y="47813"/>
                    <a:pt x="1311245" y="73127"/>
                    <a:pt x="1311245" y="99522"/>
                  </a:cubicBezTo>
                  <a:lnTo>
                    <a:pt x="1311245" y="1447014"/>
                  </a:lnTo>
                  <a:cubicBezTo>
                    <a:pt x="1311245" y="1473408"/>
                    <a:pt x="1300760" y="1498722"/>
                    <a:pt x="1282096" y="1517386"/>
                  </a:cubicBezTo>
                  <a:cubicBezTo>
                    <a:pt x="1263432" y="1536050"/>
                    <a:pt x="1238118" y="1546535"/>
                    <a:pt x="1211723" y="1546535"/>
                  </a:cubicBezTo>
                  <a:lnTo>
                    <a:pt x="99522" y="1546535"/>
                  </a:lnTo>
                  <a:cubicBezTo>
                    <a:pt x="73127" y="1546535"/>
                    <a:pt x="47813" y="1536050"/>
                    <a:pt x="29149" y="1517386"/>
                  </a:cubicBezTo>
                  <a:cubicBezTo>
                    <a:pt x="10485" y="1498722"/>
                    <a:pt x="0" y="1473408"/>
                    <a:pt x="0" y="1447014"/>
                  </a:cubicBezTo>
                  <a:lnTo>
                    <a:pt x="0" y="99522"/>
                  </a:lnTo>
                  <a:cubicBezTo>
                    <a:pt x="0" y="73127"/>
                    <a:pt x="10485" y="47813"/>
                    <a:pt x="29149" y="29149"/>
                  </a:cubicBezTo>
                  <a:cubicBezTo>
                    <a:pt x="47813" y="10485"/>
                    <a:pt x="73127" y="0"/>
                    <a:pt x="99522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718096"/>
              </a:solidFill>
              <a:prstDash val="solid"/>
              <a:round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1311245" cy="15846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731520" y="173355"/>
            <a:ext cx="16824960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200" b="true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Stack Technique &amp; Architecture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31520" y="1278636"/>
            <a:ext cx="16824960" cy="733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i="true">
                <a:solidFill>
                  <a:srgbClr val="02809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Environnement de test automatisé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071372" y="9801854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E5D8E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519895" y="3985946"/>
            <a:ext cx="4500176" cy="398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4"/>
              </a:lnSpc>
            </a:pPr>
            <a:r>
              <a:rPr lang="en-US" sz="2788" b="true">
                <a:solidFill>
                  <a:srgbClr val="1C2B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Architecture:</a:t>
            </a:r>
          </a:p>
          <a:p>
            <a:pPr algn="l">
              <a:lnSpc>
                <a:spcPts val="3904"/>
              </a:lnSpc>
            </a:pPr>
          </a:p>
          <a:p>
            <a:pPr algn="l">
              <a:lnSpc>
                <a:spcPts val="3344"/>
              </a:lnSpc>
            </a:pPr>
            <a:r>
              <a:rPr lang="en-US" sz="2388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Le projet est structuré en scripts Python utilisant Selenium WebDriver. Chaque module de l'application (authentification, navigation, recherche, etc.) dispose de ses propres scripts de test, organisés de manière indépendante.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1C2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48640" y="721995"/>
            <a:ext cx="7315200" cy="7690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0"/>
              </a:lnSpc>
            </a:pPr>
            <a:r>
              <a:rPr lang="en-US" sz="24000" b="true">
                <a:solidFill>
                  <a:srgbClr val="28384A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03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12697" y="-12697"/>
            <a:ext cx="354587" cy="10312403"/>
            <a:chOff x="0" y="0"/>
            <a:chExt cx="472783" cy="1374987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6891" y="16891"/>
              <a:ext cx="43891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2C39A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7269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3732890"/>
                  </a:lnTo>
                  <a:cubicBezTo>
                    <a:pt x="472694" y="13742290"/>
                    <a:pt x="465074" y="13749782"/>
                    <a:pt x="45580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455803" y="13716000"/>
                  </a:lnTo>
                  <a:lnTo>
                    <a:pt x="455803" y="13732890"/>
                  </a:lnTo>
                  <a:lnTo>
                    <a:pt x="438912" y="13732890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C39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05840" y="2550795"/>
            <a:ext cx="16459200" cy="2021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 b="true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Exécution des Tests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5840" y="4688205"/>
            <a:ext cx="1463040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i="true">
                <a:solidFill>
                  <a:srgbClr val="02C39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Cas de test automatisés · résultats 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-12697" y="9588503"/>
            <a:ext cx="18313403" cy="711203"/>
            <a:chOff x="0" y="0"/>
            <a:chExt cx="24417871" cy="9482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4383999" cy="914400"/>
            </a:xfrm>
            <a:custGeom>
              <a:avLst/>
              <a:gdLst/>
              <a:ahLst/>
              <a:cxnLst/>
              <a:rect r="r" b="b" t="t" l="l"/>
              <a:pathLst>
                <a:path h="9144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131E29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417782" cy="948184"/>
            </a:xfrm>
            <a:custGeom>
              <a:avLst/>
              <a:gdLst/>
              <a:ahLst/>
              <a:cxnLst/>
              <a:rect r="r" b="b" t="t" l="l"/>
              <a:pathLst>
                <a:path h="94818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931291"/>
                  </a:lnTo>
                  <a:cubicBezTo>
                    <a:pt x="24417782" y="940689"/>
                    <a:pt x="24410163" y="948182"/>
                    <a:pt x="24400890" y="948182"/>
                  </a:cubicBezTo>
                  <a:lnTo>
                    <a:pt x="16891" y="948182"/>
                  </a:lnTo>
                  <a:cubicBezTo>
                    <a:pt x="7620" y="948309"/>
                    <a:pt x="0" y="940689"/>
                    <a:pt x="0" y="931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31291"/>
                  </a:lnTo>
                  <a:lnTo>
                    <a:pt x="16891" y="931291"/>
                  </a:lnTo>
                  <a:lnTo>
                    <a:pt x="16891" y="914400"/>
                  </a:lnTo>
                  <a:lnTo>
                    <a:pt x="24400890" y="914400"/>
                  </a:lnTo>
                  <a:lnTo>
                    <a:pt x="24400890" y="931291"/>
                  </a:lnTo>
                  <a:lnTo>
                    <a:pt x="24384000" y="931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31E29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05840" y="9599676"/>
            <a:ext cx="16459200" cy="623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Orientini.com  ·  Tests Selenium  ·  2025-2026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071372" y="9801854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E5D8E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183387"/>
            <a:chOff x="0" y="0"/>
            <a:chExt cx="24417871" cy="29111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877312"/>
            </a:xfrm>
            <a:custGeom>
              <a:avLst/>
              <a:gdLst/>
              <a:ahLst/>
              <a:cxnLst/>
              <a:rect r="r" b="b" t="t" l="l"/>
              <a:pathLst>
                <a:path h="287731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877312"/>
                  </a:lnTo>
                  <a:lnTo>
                    <a:pt x="0" y="2877312"/>
                  </a:lnTo>
                  <a:close/>
                </a:path>
              </a:pathLst>
            </a:custGeom>
            <a:solidFill>
              <a:srgbClr val="1C2B3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911094"/>
            </a:xfrm>
            <a:custGeom>
              <a:avLst/>
              <a:gdLst/>
              <a:ahLst/>
              <a:cxnLst/>
              <a:rect r="r" b="b" t="t" l="l"/>
              <a:pathLst>
                <a:path h="291109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894203"/>
                  </a:lnTo>
                  <a:cubicBezTo>
                    <a:pt x="24417782" y="2903601"/>
                    <a:pt x="24410163" y="2911094"/>
                    <a:pt x="24400890" y="2911094"/>
                  </a:cubicBezTo>
                  <a:lnTo>
                    <a:pt x="16891" y="2911094"/>
                  </a:lnTo>
                  <a:cubicBezTo>
                    <a:pt x="7493" y="2911094"/>
                    <a:pt x="0" y="2903474"/>
                    <a:pt x="0" y="28942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94203"/>
                  </a:lnTo>
                  <a:lnTo>
                    <a:pt x="16891" y="2894203"/>
                  </a:lnTo>
                  <a:lnTo>
                    <a:pt x="16891" y="2877312"/>
                  </a:lnTo>
                  <a:lnTo>
                    <a:pt x="24400890" y="2877312"/>
                  </a:lnTo>
                  <a:lnTo>
                    <a:pt x="24400890" y="2894203"/>
                  </a:lnTo>
                  <a:lnTo>
                    <a:pt x="24384000" y="289420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B3A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731520" y="173355"/>
            <a:ext cx="16824960" cy="1143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200" b="true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Résultats d'Exécution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31520" y="1278636"/>
            <a:ext cx="16824960" cy="733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i="true">
                <a:solidFill>
                  <a:srgbClr val="02809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Synthèse des cas de test automatisés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505711" y="2334511"/>
            <a:ext cx="3267961" cy="2024377"/>
            <a:chOff x="0" y="0"/>
            <a:chExt cx="4357281" cy="269916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8382" y="8509"/>
              <a:ext cx="4340479" cy="2682240"/>
            </a:xfrm>
            <a:custGeom>
              <a:avLst/>
              <a:gdLst/>
              <a:ahLst/>
              <a:cxnLst/>
              <a:rect r="r" b="b" t="t" l="l"/>
              <a:pathLst>
                <a:path h="2682240" w="4340479">
                  <a:moveTo>
                    <a:pt x="127" y="243840"/>
                  </a:moveTo>
                  <a:cubicBezTo>
                    <a:pt x="127" y="109093"/>
                    <a:pt x="109474" y="0"/>
                    <a:pt x="244475" y="0"/>
                  </a:cubicBezTo>
                  <a:lnTo>
                    <a:pt x="4096004" y="0"/>
                  </a:lnTo>
                  <a:cubicBezTo>
                    <a:pt x="4231005" y="0"/>
                    <a:pt x="4340479" y="109220"/>
                    <a:pt x="4340479" y="243840"/>
                  </a:cubicBezTo>
                  <a:lnTo>
                    <a:pt x="4340479" y="2438400"/>
                  </a:lnTo>
                  <a:cubicBezTo>
                    <a:pt x="4340479" y="2573020"/>
                    <a:pt x="4231005" y="2682240"/>
                    <a:pt x="4096004" y="2682240"/>
                  </a:cubicBezTo>
                  <a:lnTo>
                    <a:pt x="244475" y="2682240"/>
                  </a:lnTo>
                  <a:cubicBezTo>
                    <a:pt x="109474" y="2682240"/>
                    <a:pt x="0" y="2573020"/>
                    <a:pt x="0" y="2438400"/>
                  </a:cubicBezTo>
                  <a:close/>
                </a:path>
              </a:pathLst>
            </a:custGeom>
            <a:solidFill>
              <a:srgbClr val="1C2B3A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357243" cy="2699258"/>
            </a:xfrm>
            <a:custGeom>
              <a:avLst/>
              <a:gdLst/>
              <a:ahLst/>
              <a:cxnLst/>
              <a:rect r="r" b="b" t="t" l="l"/>
              <a:pathLst>
                <a:path h="2699258" w="4357243">
                  <a:moveTo>
                    <a:pt x="0" y="252349"/>
                  </a:moveTo>
                  <a:cubicBezTo>
                    <a:pt x="0" y="112903"/>
                    <a:pt x="113284" y="0"/>
                    <a:pt x="252857" y="0"/>
                  </a:cubicBezTo>
                  <a:lnTo>
                    <a:pt x="4104386" y="0"/>
                  </a:lnTo>
                  <a:lnTo>
                    <a:pt x="4104386" y="8509"/>
                  </a:lnTo>
                  <a:lnTo>
                    <a:pt x="4104386" y="0"/>
                  </a:lnTo>
                  <a:cubicBezTo>
                    <a:pt x="4244086" y="0"/>
                    <a:pt x="4357243" y="112903"/>
                    <a:pt x="4357243" y="252349"/>
                  </a:cubicBezTo>
                  <a:lnTo>
                    <a:pt x="4348734" y="252349"/>
                  </a:lnTo>
                  <a:lnTo>
                    <a:pt x="4357243" y="252349"/>
                  </a:lnTo>
                  <a:lnTo>
                    <a:pt x="4357243" y="2446909"/>
                  </a:lnTo>
                  <a:lnTo>
                    <a:pt x="4348734" y="2446909"/>
                  </a:lnTo>
                  <a:lnTo>
                    <a:pt x="4357243" y="2446909"/>
                  </a:lnTo>
                  <a:cubicBezTo>
                    <a:pt x="4357243" y="2586228"/>
                    <a:pt x="4243959" y="2699258"/>
                    <a:pt x="4104386" y="2699258"/>
                  </a:cubicBezTo>
                  <a:lnTo>
                    <a:pt x="4104386" y="2690749"/>
                  </a:lnTo>
                  <a:lnTo>
                    <a:pt x="4104386" y="2699258"/>
                  </a:lnTo>
                  <a:lnTo>
                    <a:pt x="252857" y="2699258"/>
                  </a:lnTo>
                  <a:lnTo>
                    <a:pt x="252857" y="2690749"/>
                  </a:lnTo>
                  <a:lnTo>
                    <a:pt x="252857" y="2699258"/>
                  </a:lnTo>
                  <a:cubicBezTo>
                    <a:pt x="113157" y="2699258"/>
                    <a:pt x="0" y="2586355"/>
                    <a:pt x="0" y="2446909"/>
                  </a:cubicBezTo>
                  <a:lnTo>
                    <a:pt x="0" y="252349"/>
                  </a:lnTo>
                  <a:lnTo>
                    <a:pt x="8509" y="252349"/>
                  </a:lnTo>
                  <a:lnTo>
                    <a:pt x="0" y="252349"/>
                  </a:lnTo>
                  <a:moveTo>
                    <a:pt x="16891" y="252349"/>
                  </a:moveTo>
                  <a:lnTo>
                    <a:pt x="16891" y="2446909"/>
                  </a:lnTo>
                  <a:lnTo>
                    <a:pt x="8509" y="2446909"/>
                  </a:lnTo>
                  <a:lnTo>
                    <a:pt x="17018" y="2446909"/>
                  </a:lnTo>
                  <a:cubicBezTo>
                    <a:pt x="17018" y="2576830"/>
                    <a:pt x="122682" y="2682240"/>
                    <a:pt x="252984" y="2682240"/>
                  </a:cubicBezTo>
                  <a:lnTo>
                    <a:pt x="4104386" y="2682240"/>
                  </a:lnTo>
                  <a:cubicBezTo>
                    <a:pt x="4234688" y="2682240"/>
                    <a:pt x="4340352" y="2576830"/>
                    <a:pt x="4340352" y="2446909"/>
                  </a:cubicBezTo>
                  <a:lnTo>
                    <a:pt x="4340352" y="252349"/>
                  </a:lnTo>
                  <a:cubicBezTo>
                    <a:pt x="4340352" y="122428"/>
                    <a:pt x="4234688" y="17018"/>
                    <a:pt x="4104386" y="17018"/>
                  </a:cubicBezTo>
                  <a:lnTo>
                    <a:pt x="252857" y="17018"/>
                  </a:lnTo>
                  <a:lnTo>
                    <a:pt x="252857" y="8509"/>
                  </a:lnTo>
                  <a:lnTo>
                    <a:pt x="252857" y="17018"/>
                  </a:lnTo>
                  <a:cubicBezTo>
                    <a:pt x="122555" y="16891"/>
                    <a:pt x="16891" y="122301"/>
                    <a:pt x="16891" y="252349"/>
                  </a:cubicBezTo>
                  <a:close/>
                </a:path>
              </a:pathLst>
            </a:custGeom>
            <a:solidFill>
              <a:srgbClr val="CBD5E0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512064" y="2459355"/>
            <a:ext cx="3255264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5599" b="true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38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12064" y="3400044"/>
            <a:ext cx="3255264" cy="733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Cas exécutés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3980431" y="2334511"/>
            <a:ext cx="3267961" cy="2024377"/>
            <a:chOff x="0" y="0"/>
            <a:chExt cx="4357281" cy="269916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8382" y="8509"/>
              <a:ext cx="4340479" cy="2682240"/>
            </a:xfrm>
            <a:custGeom>
              <a:avLst/>
              <a:gdLst/>
              <a:ahLst/>
              <a:cxnLst/>
              <a:rect r="r" b="b" t="t" l="l"/>
              <a:pathLst>
                <a:path h="2682240" w="4340479">
                  <a:moveTo>
                    <a:pt x="127" y="243840"/>
                  </a:moveTo>
                  <a:cubicBezTo>
                    <a:pt x="127" y="109093"/>
                    <a:pt x="109474" y="0"/>
                    <a:pt x="244475" y="0"/>
                  </a:cubicBezTo>
                  <a:lnTo>
                    <a:pt x="4096004" y="0"/>
                  </a:lnTo>
                  <a:cubicBezTo>
                    <a:pt x="4231005" y="0"/>
                    <a:pt x="4340479" y="109220"/>
                    <a:pt x="4340479" y="243840"/>
                  </a:cubicBezTo>
                  <a:lnTo>
                    <a:pt x="4340479" y="2438400"/>
                  </a:lnTo>
                  <a:cubicBezTo>
                    <a:pt x="4340479" y="2573020"/>
                    <a:pt x="4231005" y="2682240"/>
                    <a:pt x="4096004" y="2682240"/>
                  </a:cubicBezTo>
                  <a:lnTo>
                    <a:pt x="244475" y="2682240"/>
                  </a:lnTo>
                  <a:cubicBezTo>
                    <a:pt x="109474" y="2682240"/>
                    <a:pt x="0" y="2573020"/>
                    <a:pt x="0" y="2438400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357243" cy="2699258"/>
            </a:xfrm>
            <a:custGeom>
              <a:avLst/>
              <a:gdLst/>
              <a:ahLst/>
              <a:cxnLst/>
              <a:rect r="r" b="b" t="t" l="l"/>
              <a:pathLst>
                <a:path h="2699258" w="4357243">
                  <a:moveTo>
                    <a:pt x="0" y="252349"/>
                  </a:moveTo>
                  <a:cubicBezTo>
                    <a:pt x="0" y="112903"/>
                    <a:pt x="113284" y="0"/>
                    <a:pt x="252857" y="0"/>
                  </a:cubicBezTo>
                  <a:lnTo>
                    <a:pt x="4104386" y="0"/>
                  </a:lnTo>
                  <a:lnTo>
                    <a:pt x="4104386" y="8509"/>
                  </a:lnTo>
                  <a:lnTo>
                    <a:pt x="4104386" y="0"/>
                  </a:lnTo>
                  <a:cubicBezTo>
                    <a:pt x="4244086" y="0"/>
                    <a:pt x="4357243" y="112903"/>
                    <a:pt x="4357243" y="252349"/>
                  </a:cubicBezTo>
                  <a:lnTo>
                    <a:pt x="4348734" y="252349"/>
                  </a:lnTo>
                  <a:lnTo>
                    <a:pt x="4357243" y="252349"/>
                  </a:lnTo>
                  <a:lnTo>
                    <a:pt x="4357243" y="2446909"/>
                  </a:lnTo>
                  <a:lnTo>
                    <a:pt x="4348734" y="2446909"/>
                  </a:lnTo>
                  <a:lnTo>
                    <a:pt x="4357243" y="2446909"/>
                  </a:lnTo>
                  <a:cubicBezTo>
                    <a:pt x="4357243" y="2586228"/>
                    <a:pt x="4243959" y="2699258"/>
                    <a:pt x="4104386" y="2699258"/>
                  </a:cubicBezTo>
                  <a:lnTo>
                    <a:pt x="4104386" y="2690749"/>
                  </a:lnTo>
                  <a:lnTo>
                    <a:pt x="4104386" y="2699258"/>
                  </a:lnTo>
                  <a:lnTo>
                    <a:pt x="252857" y="2699258"/>
                  </a:lnTo>
                  <a:lnTo>
                    <a:pt x="252857" y="2690749"/>
                  </a:lnTo>
                  <a:lnTo>
                    <a:pt x="252857" y="2699258"/>
                  </a:lnTo>
                  <a:cubicBezTo>
                    <a:pt x="113157" y="2699258"/>
                    <a:pt x="0" y="2586355"/>
                    <a:pt x="0" y="2446909"/>
                  </a:cubicBezTo>
                  <a:lnTo>
                    <a:pt x="0" y="252349"/>
                  </a:lnTo>
                  <a:lnTo>
                    <a:pt x="8509" y="252349"/>
                  </a:lnTo>
                  <a:lnTo>
                    <a:pt x="0" y="252349"/>
                  </a:lnTo>
                  <a:moveTo>
                    <a:pt x="16891" y="252349"/>
                  </a:moveTo>
                  <a:lnTo>
                    <a:pt x="16891" y="2446909"/>
                  </a:lnTo>
                  <a:lnTo>
                    <a:pt x="8509" y="2446909"/>
                  </a:lnTo>
                  <a:lnTo>
                    <a:pt x="17018" y="2446909"/>
                  </a:lnTo>
                  <a:cubicBezTo>
                    <a:pt x="17018" y="2576830"/>
                    <a:pt x="122682" y="2682240"/>
                    <a:pt x="252984" y="2682240"/>
                  </a:cubicBezTo>
                  <a:lnTo>
                    <a:pt x="4104386" y="2682240"/>
                  </a:lnTo>
                  <a:cubicBezTo>
                    <a:pt x="4234688" y="2682240"/>
                    <a:pt x="4340352" y="2576830"/>
                    <a:pt x="4340352" y="2446909"/>
                  </a:cubicBezTo>
                  <a:lnTo>
                    <a:pt x="4340352" y="252349"/>
                  </a:lnTo>
                  <a:cubicBezTo>
                    <a:pt x="4340352" y="122428"/>
                    <a:pt x="4234688" y="17018"/>
                    <a:pt x="4104386" y="17018"/>
                  </a:cubicBezTo>
                  <a:lnTo>
                    <a:pt x="252857" y="17018"/>
                  </a:lnTo>
                  <a:lnTo>
                    <a:pt x="252857" y="8509"/>
                  </a:lnTo>
                  <a:lnTo>
                    <a:pt x="252857" y="17018"/>
                  </a:lnTo>
                  <a:cubicBezTo>
                    <a:pt x="122555" y="16891"/>
                    <a:pt x="16891" y="122301"/>
                    <a:pt x="16891" y="252349"/>
                  </a:cubicBezTo>
                  <a:close/>
                </a:path>
              </a:pathLst>
            </a:custGeom>
            <a:solidFill>
              <a:srgbClr val="CBD5E0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3986784" y="2459355"/>
            <a:ext cx="3255264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5599" b="true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28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986784" y="3400044"/>
            <a:ext cx="3255264" cy="733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✔ Passés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7455151" y="2334511"/>
            <a:ext cx="3267961" cy="2024377"/>
            <a:chOff x="0" y="0"/>
            <a:chExt cx="4357281" cy="269916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8382" y="8509"/>
              <a:ext cx="4340479" cy="2682240"/>
            </a:xfrm>
            <a:custGeom>
              <a:avLst/>
              <a:gdLst/>
              <a:ahLst/>
              <a:cxnLst/>
              <a:rect r="r" b="b" t="t" l="l"/>
              <a:pathLst>
                <a:path h="2682240" w="4340479">
                  <a:moveTo>
                    <a:pt x="127" y="243840"/>
                  </a:moveTo>
                  <a:cubicBezTo>
                    <a:pt x="127" y="109093"/>
                    <a:pt x="109474" y="0"/>
                    <a:pt x="244475" y="0"/>
                  </a:cubicBezTo>
                  <a:lnTo>
                    <a:pt x="4096004" y="0"/>
                  </a:lnTo>
                  <a:cubicBezTo>
                    <a:pt x="4231005" y="0"/>
                    <a:pt x="4340479" y="109220"/>
                    <a:pt x="4340479" y="243840"/>
                  </a:cubicBezTo>
                  <a:lnTo>
                    <a:pt x="4340479" y="2438400"/>
                  </a:lnTo>
                  <a:cubicBezTo>
                    <a:pt x="4340479" y="2573020"/>
                    <a:pt x="4231005" y="2682240"/>
                    <a:pt x="4096004" y="2682240"/>
                  </a:cubicBezTo>
                  <a:lnTo>
                    <a:pt x="244475" y="2682240"/>
                  </a:lnTo>
                  <a:cubicBezTo>
                    <a:pt x="109474" y="2682240"/>
                    <a:pt x="0" y="2573020"/>
                    <a:pt x="0" y="2438400"/>
                  </a:cubicBezTo>
                  <a:close/>
                </a:path>
              </a:pathLst>
            </a:custGeom>
            <a:solidFill>
              <a:srgbClr val="E05C5C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357243" cy="2699258"/>
            </a:xfrm>
            <a:custGeom>
              <a:avLst/>
              <a:gdLst/>
              <a:ahLst/>
              <a:cxnLst/>
              <a:rect r="r" b="b" t="t" l="l"/>
              <a:pathLst>
                <a:path h="2699258" w="4357243">
                  <a:moveTo>
                    <a:pt x="0" y="252349"/>
                  </a:moveTo>
                  <a:cubicBezTo>
                    <a:pt x="0" y="112903"/>
                    <a:pt x="113284" y="0"/>
                    <a:pt x="252857" y="0"/>
                  </a:cubicBezTo>
                  <a:lnTo>
                    <a:pt x="4104386" y="0"/>
                  </a:lnTo>
                  <a:lnTo>
                    <a:pt x="4104386" y="8509"/>
                  </a:lnTo>
                  <a:lnTo>
                    <a:pt x="4104386" y="0"/>
                  </a:lnTo>
                  <a:cubicBezTo>
                    <a:pt x="4244086" y="0"/>
                    <a:pt x="4357243" y="112903"/>
                    <a:pt x="4357243" y="252349"/>
                  </a:cubicBezTo>
                  <a:lnTo>
                    <a:pt x="4348734" y="252349"/>
                  </a:lnTo>
                  <a:lnTo>
                    <a:pt x="4357243" y="252349"/>
                  </a:lnTo>
                  <a:lnTo>
                    <a:pt x="4357243" y="2446909"/>
                  </a:lnTo>
                  <a:lnTo>
                    <a:pt x="4348734" y="2446909"/>
                  </a:lnTo>
                  <a:lnTo>
                    <a:pt x="4357243" y="2446909"/>
                  </a:lnTo>
                  <a:cubicBezTo>
                    <a:pt x="4357243" y="2586228"/>
                    <a:pt x="4243959" y="2699258"/>
                    <a:pt x="4104386" y="2699258"/>
                  </a:cubicBezTo>
                  <a:lnTo>
                    <a:pt x="4104386" y="2690749"/>
                  </a:lnTo>
                  <a:lnTo>
                    <a:pt x="4104386" y="2699258"/>
                  </a:lnTo>
                  <a:lnTo>
                    <a:pt x="252857" y="2699258"/>
                  </a:lnTo>
                  <a:lnTo>
                    <a:pt x="252857" y="2690749"/>
                  </a:lnTo>
                  <a:lnTo>
                    <a:pt x="252857" y="2699258"/>
                  </a:lnTo>
                  <a:cubicBezTo>
                    <a:pt x="113157" y="2699258"/>
                    <a:pt x="0" y="2586355"/>
                    <a:pt x="0" y="2446909"/>
                  </a:cubicBezTo>
                  <a:lnTo>
                    <a:pt x="0" y="252349"/>
                  </a:lnTo>
                  <a:lnTo>
                    <a:pt x="8509" y="252349"/>
                  </a:lnTo>
                  <a:lnTo>
                    <a:pt x="0" y="252349"/>
                  </a:lnTo>
                  <a:moveTo>
                    <a:pt x="16891" y="252349"/>
                  </a:moveTo>
                  <a:lnTo>
                    <a:pt x="16891" y="2446909"/>
                  </a:lnTo>
                  <a:lnTo>
                    <a:pt x="8509" y="2446909"/>
                  </a:lnTo>
                  <a:lnTo>
                    <a:pt x="17018" y="2446909"/>
                  </a:lnTo>
                  <a:cubicBezTo>
                    <a:pt x="17018" y="2576830"/>
                    <a:pt x="122682" y="2682240"/>
                    <a:pt x="252984" y="2682240"/>
                  </a:cubicBezTo>
                  <a:lnTo>
                    <a:pt x="4104386" y="2682240"/>
                  </a:lnTo>
                  <a:cubicBezTo>
                    <a:pt x="4234688" y="2682240"/>
                    <a:pt x="4340352" y="2576830"/>
                    <a:pt x="4340352" y="2446909"/>
                  </a:cubicBezTo>
                  <a:lnTo>
                    <a:pt x="4340352" y="252349"/>
                  </a:lnTo>
                  <a:cubicBezTo>
                    <a:pt x="4340352" y="122428"/>
                    <a:pt x="4234688" y="17018"/>
                    <a:pt x="4104386" y="17018"/>
                  </a:cubicBezTo>
                  <a:lnTo>
                    <a:pt x="252857" y="17018"/>
                  </a:lnTo>
                  <a:lnTo>
                    <a:pt x="252857" y="8509"/>
                  </a:lnTo>
                  <a:lnTo>
                    <a:pt x="252857" y="17018"/>
                  </a:lnTo>
                  <a:cubicBezTo>
                    <a:pt x="122555" y="16891"/>
                    <a:pt x="16891" y="122301"/>
                    <a:pt x="16891" y="252349"/>
                  </a:cubicBezTo>
                  <a:close/>
                </a:path>
              </a:pathLst>
            </a:custGeom>
            <a:solidFill>
              <a:srgbClr val="CBD5E0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7461504" y="2459355"/>
            <a:ext cx="3255264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5599" b="true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 10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461504" y="3400044"/>
            <a:ext cx="3255264" cy="733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✘ Échoués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0929871" y="2334511"/>
            <a:ext cx="3267961" cy="2024377"/>
            <a:chOff x="0" y="0"/>
            <a:chExt cx="4357281" cy="269916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8382" y="8509"/>
              <a:ext cx="4340479" cy="2682240"/>
            </a:xfrm>
            <a:custGeom>
              <a:avLst/>
              <a:gdLst/>
              <a:ahLst/>
              <a:cxnLst/>
              <a:rect r="r" b="b" t="t" l="l"/>
              <a:pathLst>
                <a:path h="2682240" w="4340479">
                  <a:moveTo>
                    <a:pt x="127" y="243840"/>
                  </a:moveTo>
                  <a:cubicBezTo>
                    <a:pt x="127" y="109093"/>
                    <a:pt x="109474" y="0"/>
                    <a:pt x="244475" y="0"/>
                  </a:cubicBezTo>
                  <a:lnTo>
                    <a:pt x="4096004" y="0"/>
                  </a:lnTo>
                  <a:cubicBezTo>
                    <a:pt x="4231005" y="0"/>
                    <a:pt x="4340479" y="109220"/>
                    <a:pt x="4340479" y="243840"/>
                  </a:cubicBezTo>
                  <a:lnTo>
                    <a:pt x="4340479" y="2438400"/>
                  </a:lnTo>
                  <a:cubicBezTo>
                    <a:pt x="4340479" y="2573020"/>
                    <a:pt x="4231005" y="2682240"/>
                    <a:pt x="4096004" y="2682240"/>
                  </a:cubicBezTo>
                  <a:lnTo>
                    <a:pt x="244475" y="2682240"/>
                  </a:lnTo>
                  <a:cubicBezTo>
                    <a:pt x="109474" y="2682240"/>
                    <a:pt x="0" y="2573020"/>
                    <a:pt x="0" y="2438400"/>
                  </a:cubicBezTo>
                  <a:close/>
                </a:path>
              </a:pathLst>
            </a:custGeom>
            <a:solidFill>
              <a:srgbClr val="F4A623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357243" cy="2699258"/>
            </a:xfrm>
            <a:custGeom>
              <a:avLst/>
              <a:gdLst/>
              <a:ahLst/>
              <a:cxnLst/>
              <a:rect r="r" b="b" t="t" l="l"/>
              <a:pathLst>
                <a:path h="2699258" w="4357243">
                  <a:moveTo>
                    <a:pt x="0" y="252349"/>
                  </a:moveTo>
                  <a:cubicBezTo>
                    <a:pt x="0" y="112903"/>
                    <a:pt x="113284" y="0"/>
                    <a:pt x="252857" y="0"/>
                  </a:cubicBezTo>
                  <a:lnTo>
                    <a:pt x="4104386" y="0"/>
                  </a:lnTo>
                  <a:lnTo>
                    <a:pt x="4104386" y="8509"/>
                  </a:lnTo>
                  <a:lnTo>
                    <a:pt x="4104386" y="0"/>
                  </a:lnTo>
                  <a:cubicBezTo>
                    <a:pt x="4244086" y="0"/>
                    <a:pt x="4357243" y="112903"/>
                    <a:pt x="4357243" y="252349"/>
                  </a:cubicBezTo>
                  <a:lnTo>
                    <a:pt x="4348734" y="252349"/>
                  </a:lnTo>
                  <a:lnTo>
                    <a:pt x="4357243" y="252349"/>
                  </a:lnTo>
                  <a:lnTo>
                    <a:pt x="4357243" y="2446909"/>
                  </a:lnTo>
                  <a:lnTo>
                    <a:pt x="4348734" y="2446909"/>
                  </a:lnTo>
                  <a:lnTo>
                    <a:pt x="4357243" y="2446909"/>
                  </a:lnTo>
                  <a:cubicBezTo>
                    <a:pt x="4357243" y="2586228"/>
                    <a:pt x="4243959" y="2699258"/>
                    <a:pt x="4104386" y="2699258"/>
                  </a:cubicBezTo>
                  <a:lnTo>
                    <a:pt x="4104386" y="2690749"/>
                  </a:lnTo>
                  <a:lnTo>
                    <a:pt x="4104386" y="2699258"/>
                  </a:lnTo>
                  <a:lnTo>
                    <a:pt x="252857" y="2699258"/>
                  </a:lnTo>
                  <a:lnTo>
                    <a:pt x="252857" y="2690749"/>
                  </a:lnTo>
                  <a:lnTo>
                    <a:pt x="252857" y="2699258"/>
                  </a:lnTo>
                  <a:cubicBezTo>
                    <a:pt x="113157" y="2699258"/>
                    <a:pt x="0" y="2586355"/>
                    <a:pt x="0" y="2446909"/>
                  </a:cubicBezTo>
                  <a:lnTo>
                    <a:pt x="0" y="252349"/>
                  </a:lnTo>
                  <a:lnTo>
                    <a:pt x="8509" y="252349"/>
                  </a:lnTo>
                  <a:lnTo>
                    <a:pt x="0" y="252349"/>
                  </a:lnTo>
                  <a:moveTo>
                    <a:pt x="16891" y="252349"/>
                  </a:moveTo>
                  <a:lnTo>
                    <a:pt x="16891" y="2446909"/>
                  </a:lnTo>
                  <a:lnTo>
                    <a:pt x="8509" y="2446909"/>
                  </a:lnTo>
                  <a:lnTo>
                    <a:pt x="17018" y="2446909"/>
                  </a:lnTo>
                  <a:cubicBezTo>
                    <a:pt x="17018" y="2576830"/>
                    <a:pt x="122682" y="2682240"/>
                    <a:pt x="252984" y="2682240"/>
                  </a:cubicBezTo>
                  <a:lnTo>
                    <a:pt x="4104386" y="2682240"/>
                  </a:lnTo>
                  <a:cubicBezTo>
                    <a:pt x="4234688" y="2682240"/>
                    <a:pt x="4340352" y="2576830"/>
                    <a:pt x="4340352" y="2446909"/>
                  </a:cubicBezTo>
                  <a:lnTo>
                    <a:pt x="4340352" y="252349"/>
                  </a:lnTo>
                  <a:cubicBezTo>
                    <a:pt x="4340352" y="122428"/>
                    <a:pt x="4234688" y="17018"/>
                    <a:pt x="4104386" y="17018"/>
                  </a:cubicBezTo>
                  <a:lnTo>
                    <a:pt x="252857" y="17018"/>
                  </a:lnTo>
                  <a:lnTo>
                    <a:pt x="252857" y="8509"/>
                  </a:lnTo>
                  <a:lnTo>
                    <a:pt x="252857" y="17018"/>
                  </a:lnTo>
                  <a:cubicBezTo>
                    <a:pt x="122555" y="16891"/>
                    <a:pt x="16891" y="122301"/>
                    <a:pt x="16891" y="252349"/>
                  </a:cubicBezTo>
                  <a:close/>
                </a:path>
              </a:pathLst>
            </a:custGeom>
            <a:solidFill>
              <a:srgbClr val="CBD5E0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0936224" y="2459355"/>
            <a:ext cx="3255264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5599" b="true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 0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936224" y="3400044"/>
            <a:ext cx="3255264" cy="733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⚠ Ignorés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4404591" y="2334511"/>
            <a:ext cx="3267961" cy="2024377"/>
            <a:chOff x="0" y="0"/>
            <a:chExt cx="4357281" cy="269916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8382" y="8509"/>
              <a:ext cx="4340479" cy="2682240"/>
            </a:xfrm>
            <a:custGeom>
              <a:avLst/>
              <a:gdLst/>
              <a:ahLst/>
              <a:cxnLst/>
              <a:rect r="r" b="b" t="t" l="l"/>
              <a:pathLst>
                <a:path h="2682240" w="4340479">
                  <a:moveTo>
                    <a:pt x="127" y="243840"/>
                  </a:moveTo>
                  <a:cubicBezTo>
                    <a:pt x="127" y="109093"/>
                    <a:pt x="109474" y="0"/>
                    <a:pt x="244475" y="0"/>
                  </a:cubicBezTo>
                  <a:lnTo>
                    <a:pt x="4096004" y="0"/>
                  </a:lnTo>
                  <a:cubicBezTo>
                    <a:pt x="4231005" y="0"/>
                    <a:pt x="4340479" y="109220"/>
                    <a:pt x="4340479" y="243840"/>
                  </a:cubicBezTo>
                  <a:lnTo>
                    <a:pt x="4340479" y="2438400"/>
                  </a:lnTo>
                  <a:cubicBezTo>
                    <a:pt x="4340479" y="2573020"/>
                    <a:pt x="4231005" y="2682240"/>
                    <a:pt x="4096004" y="2682240"/>
                  </a:cubicBezTo>
                  <a:lnTo>
                    <a:pt x="244475" y="2682240"/>
                  </a:lnTo>
                  <a:cubicBezTo>
                    <a:pt x="109474" y="2682240"/>
                    <a:pt x="0" y="2573020"/>
                    <a:pt x="0" y="2438400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357243" cy="2699258"/>
            </a:xfrm>
            <a:custGeom>
              <a:avLst/>
              <a:gdLst/>
              <a:ahLst/>
              <a:cxnLst/>
              <a:rect r="r" b="b" t="t" l="l"/>
              <a:pathLst>
                <a:path h="2699258" w="4357243">
                  <a:moveTo>
                    <a:pt x="0" y="252349"/>
                  </a:moveTo>
                  <a:cubicBezTo>
                    <a:pt x="0" y="112903"/>
                    <a:pt x="113284" y="0"/>
                    <a:pt x="252857" y="0"/>
                  </a:cubicBezTo>
                  <a:lnTo>
                    <a:pt x="4104386" y="0"/>
                  </a:lnTo>
                  <a:lnTo>
                    <a:pt x="4104386" y="8509"/>
                  </a:lnTo>
                  <a:lnTo>
                    <a:pt x="4104386" y="0"/>
                  </a:lnTo>
                  <a:cubicBezTo>
                    <a:pt x="4244086" y="0"/>
                    <a:pt x="4357243" y="112903"/>
                    <a:pt x="4357243" y="252349"/>
                  </a:cubicBezTo>
                  <a:lnTo>
                    <a:pt x="4348734" y="252349"/>
                  </a:lnTo>
                  <a:lnTo>
                    <a:pt x="4357243" y="252349"/>
                  </a:lnTo>
                  <a:lnTo>
                    <a:pt x="4357243" y="2446909"/>
                  </a:lnTo>
                  <a:lnTo>
                    <a:pt x="4348734" y="2446909"/>
                  </a:lnTo>
                  <a:lnTo>
                    <a:pt x="4357243" y="2446909"/>
                  </a:lnTo>
                  <a:cubicBezTo>
                    <a:pt x="4357243" y="2586228"/>
                    <a:pt x="4243959" y="2699258"/>
                    <a:pt x="4104386" y="2699258"/>
                  </a:cubicBezTo>
                  <a:lnTo>
                    <a:pt x="4104386" y="2690749"/>
                  </a:lnTo>
                  <a:lnTo>
                    <a:pt x="4104386" y="2699258"/>
                  </a:lnTo>
                  <a:lnTo>
                    <a:pt x="252857" y="2699258"/>
                  </a:lnTo>
                  <a:lnTo>
                    <a:pt x="252857" y="2690749"/>
                  </a:lnTo>
                  <a:lnTo>
                    <a:pt x="252857" y="2699258"/>
                  </a:lnTo>
                  <a:cubicBezTo>
                    <a:pt x="113157" y="2699258"/>
                    <a:pt x="0" y="2586355"/>
                    <a:pt x="0" y="2446909"/>
                  </a:cubicBezTo>
                  <a:lnTo>
                    <a:pt x="0" y="252349"/>
                  </a:lnTo>
                  <a:lnTo>
                    <a:pt x="8509" y="252349"/>
                  </a:lnTo>
                  <a:lnTo>
                    <a:pt x="0" y="252349"/>
                  </a:lnTo>
                  <a:moveTo>
                    <a:pt x="16891" y="252349"/>
                  </a:moveTo>
                  <a:lnTo>
                    <a:pt x="16891" y="2446909"/>
                  </a:lnTo>
                  <a:lnTo>
                    <a:pt x="8509" y="2446909"/>
                  </a:lnTo>
                  <a:lnTo>
                    <a:pt x="17018" y="2446909"/>
                  </a:lnTo>
                  <a:cubicBezTo>
                    <a:pt x="17018" y="2576830"/>
                    <a:pt x="122682" y="2682240"/>
                    <a:pt x="252984" y="2682240"/>
                  </a:cubicBezTo>
                  <a:lnTo>
                    <a:pt x="4104386" y="2682240"/>
                  </a:lnTo>
                  <a:cubicBezTo>
                    <a:pt x="4234688" y="2682240"/>
                    <a:pt x="4340352" y="2576830"/>
                    <a:pt x="4340352" y="2446909"/>
                  </a:cubicBezTo>
                  <a:lnTo>
                    <a:pt x="4340352" y="252349"/>
                  </a:lnTo>
                  <a:cubicBezTo>
                    <a:pt x="4340352" y="122428"/>
                    <a:pt x="4234688" y="17018"/>
                    <a:pt x="4104386" y="17018"/>
                  </a:cubicBezTo>
                  <a:lnTo>
                    <a:pt x="252857" y="17018"/>
                  </a:lnTo>
                  <a:lnTo>
                    <a:pt x="252857" y="8509"/>
                  </a:lnTo>
                  <a:lnTo>
                    <a:pt x="252857" y="17018"/>
                  </a:lnTo>
                  <a:cubicBezTo>
                    <a:pt x="122555" y="16891"/>
                    <a:pt x="16891" y="122301"/>
                    <a:pt x="16891" y="252349"/>
                  </a:cubicBezTo>
                  <a:close/>
                </a:path>
              </a:pathLst>
            </a:custGeom>
            <a:solidFill>
              <a:srgbClr val="CBD5E0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4410944" y="2459355"/>
            <a:ext cx="3255264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5599" b="true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73.68</a:t>
            </a:r>
            <a:r>
              <a:rPr lang="en-US" sz="5599" b="true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%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410944" y="3400044"/>
            <a:ext cx="3255264" cy="733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Taux succès</a:t>
            </a:r>
          </a:p>
        </p:txBody>
      </p:sp>
      <p:pic>
        <p:nvPicPr>
          <p:cNvPr name="Picture 32" id="3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713783" y="3425397"/>
            <a:ext cx="11828254" cy="7462942"/>
          </a:xfrm>
          <a:prstGeom prst="rect">
            <a:avLst/>
          </a:prstGeom>
        </p:spPr>
      </p:pic>
      <p:sp>
        <p:nvSpPr>
          <p:cNvPr name="TextBox 33" id="33"/>
          <p:cNvSpPr txBox="true"/>
          <p:nvPr/>
        </p:nvSpPr>
        <p:spPr>
          <a:xfrm rot="0">
            <a:off x="9071372" y="9801854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E5D8E"/>
                </a:solidFill>
                <a:latin typeface="Open Sans"/>
                <a:ea typeface="Open Sans"/>
                <a:cs typeface="Open Sans"/>
                <a:sym typeface="Open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183387"/>
            <a:chOff x="0" y="0"/>
            <a:chExt cx="24417871" cy="29111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877312"/>
            </a:xfrm>
            <a:custGeom>
              <a:avLst/>
              <a:gdLst/>
              <a:ahLst/>
              <a:cxnLst/>
              <a:rect r="r" b="b" t="t" l="l"/>
              <a:pathLst>
                <a:path h="287731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877312"/>
                  </a:lnTo>
                  <a:lnTo>
                    <a:pt x="0" y="2877312"/>
                  </a:lnTo>
                  <a:close/>
                </a:path>
              </a:pathLst>
            </a:custGeom>
            <a:solidFill>
              <a:srgbClr val="1C2B3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911094"/>
            </a:xfrm>
            <a:custGeom>
              <a:avLst/>
              <a:gdLst/>
              <a:ahLst/>
              <a:cxnLst/>
              <a:rect r="r" b="b" t="t" l="l"/>
              <a:pathLst>
                <a:path h="291109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894203"/>
                  </a:lnTo>
                  <a:cubicBezTo>
                    <a:pt x="24417782" y="2903601"/>
                    <a:pt x="24410163" y="2911094"/>
                    <a:pt x="24400890" y="2911094"/>
                  </a:cubicBezTo>
                  <a:lnTo>
                    <a:pt x="16891" y="2911094"/>
                  </a:lnTo>
                  <a:cubicBezTo>
                    <a:pt x="7493" y="2911094"/>
                    <a:pt x="0" y="2903474"/>
                    <a:pt x="0" y="28942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94203"/>
                  </a:lnTo>
                  <a:lnTo>
                    <a:pt x="16891" y="2894203"/>
                  </a:lnTo>
                  <a:lnTo>
                    <a:pt x="16891" y="2877312"/>
                  </a:lnTo>
                  <a:lnTo>
                    <a:pt x="24400890" y="2877312"/>
                  </a:lnTo>
                  <a:lnTo>
                    <a:pt x="24400890" y="2894203"/>
                  </a:lnTo>
                  <a:lnTo>
                    <a:pt x="24384000" y="289420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B3A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731520" y="173355"/>
            <a:ext cx="16824960" cy="1143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200" b="true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Cas de Test — TC-01 à TC-12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99367" y="2218439"/>
            <a:ext cx="17289275" cy="756923"/>
            <a:chOff x="0" y="0"/>
            <a:chExt cx="23052367" cy="100923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6891" y="16891"/>
              <a:ext cx="23018497" cy="975360"/>
            </a:xfrm>
            <a:custGeom>
              <a:avLst/>
              <a:gdLst/>
              <a:ahLst/>
              <a:cxnLst/>
              <a:rect r="r" b="b" t="t" l="l"/>
              <a:pathLst>
                <a:path h="975360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1C2B3A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052278" cy="1009144"/>
            </a:xfrm>
            <a:custGeom>
              <a:avLst/>
              <a:gdLst/>
              <a:ahLst/>
              <a:cxnLst/>
              <a:rect r="r" b="b" t="t" l="l"/>
              <a:pathLst>
                <a:path h="1009144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992251"/>
                  </a:lnTo>
                  <a:cubicBezTo>
                    <a:pt x="23052278" y="1001649"/>
                    <a:pt x="23044658" y="1009142"/>
                    <a:pt x="23035388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23035388" y="975360"/>
                  </a:lnTo>
                  <a:lnTo>
                    <a:pt x="23035388" y="992251"/>
                  </a:lnTo>
                  <a:lnTo>
                    <a:pt x="23018497" y="992251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B3A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720347" y="2245490"/>
            <a:ext cx="1265939" cy="655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37083" y="2245490"/>
            <a:ext cx="8087363" cy="655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Titre du cas de test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175243" y="2245490"/>
            <a:ext cx="2472947" cy="655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Module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698987" y="2245490"/>
            <a:ext cx="2107187" cy="655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Type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856971" y="2245490"/>
            <a:ext cx="2637539" cy="655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Statut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08254" y="3013710"/>
            <a:ext cx="17271492" cy="574548"/>
            <a:chOff x="0" y="0"/>
            <a:chExt cx="23028656" cy="76606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5080" y="5080"/>
              <a:ext cx="23018496" cy="755904"/>
            </a:xfrm>
            <a:custGeom>
              <a:avLst/>
              <a:gdLst/>
              <a:ahLst/>
              <a:cxnLst/>
              <a:rect r="r" b="b" t="t" l="l"/>
              <a:pathLst>
                <a:path h="755904" w="23018496">
                  <a:moveTo>
                    <a:pt x="0" y="0"/>
                  </a:moveTo>
                  <a:lnTo>
                    <a:pt x="23018496" y="0"/>
                  </a:lnTo>
                  <a:lnTo>
                    <a:pt x="23018496" y="755904"/>
                  </a:lnTo>
                  <a:lnTo>
                    <a:pt x="0" y="75590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3028656" cy="766064"/>
            </a:xfrm>
            <a:custGeom>
              <a:avLst/>
              <a:gdLst/>
              <a:ahLst/>
              <a:cxnLst/>
              <a:rect r="r" b="b" t="t" l="l"/>
              <a:pathLst>
                <a:path h="766064" w="23028656">
                  <a:moveTo>
                    <a:pt x="5080" y="0"/>
                  </a:moveTo>
                  <a:lnTo>
                    <a:pt x="23023576" y="0"/>
                  </a:lnTo>
                  <a:cubicBezTo>
                    <a:pt x="23026370" y="0"/>
                    <a:pt x="23028656" y="2286"/>
                    <a:pt x="23028656" y="5080"/>
                  </a:cubicBezTo>
                  <a:lnTo>
                    <a:pt x="23028656" y="760984"/>
                  </a:lnTo>
                  <a:cubicBezTo>
                    <a:pt x="23028656" y="763778"/>
                    <a:pt x="23026370" y="766064"/>
                    <a:pt x="23023576" y="766064"/>
                  </a:cubicBezTo>
                  <a:lnTo>
                    <a:pt x="5080" y="766064"/>
                  </a:lnTo>
                  <a:cubicBezTo>
                    <a:pt x="2286" y="766064"/>
                    <a:pt x="0" y="763778"/>
                    <a:pt x="0" y="760984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760984"/>
                  </a:lnTo>
                  <a:lnTo>
                    <a:pt x="5080" y="760984"/>
                  </a:lnTo>
                  <a:lnTo>
                    <a:pt x="5080" y="755904"/>
                  </a:lnTo>
                  <a:lnTo>
                    <a:pt x="23023576" y="755904"/>
                  </a:lnTo>
                  <a:lnTo>
                    <a:pt x="23023576" y="760984"/>
                  </a:lnTo>
                  <a:lnTo>
                    <a:pt x="23018496" y="760984"/>
                  </a:lnTo>
                  <a:lnTo>
                    <a:pt x="23018496" y="5080"/>
                  </a:lnTo>
                  <a:lnTo>
                    <a:pt x="23023576" y="5080"/>
                  </a:lnTo>
                  <a:lnTo>
                    <a:pt x="23023576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BD5E0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720347" y="3023111"/>
            <a:ext cx="1265939" cy="49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2E5D8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TC-01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037083" y="3023111"/>
            <a:ext cx="8087363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Chargement de la page d'accueil</a:t>
            </a:r>
          </a:p>
          <a:p>
            <a:pPr algn="l">
              <a:lnSpc>
                <a:spcPts val="2400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0175243" y="3023111"/>
            <a:ext cx="2472947" cy="49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Navigation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698987" y="3023111"/>
            <a:ext cx="2107187" cy="49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Smoke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4827758" y="3013710"/>
            <a:ext cx="2695956" cy="574548"/>
            <a:chOff x="0" y="0"/>
            <a:chExt cx="3594608" cy="76606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5080" y="5080"/>
              <a:ext cx="3584448" cy="755904"/>
            </a:xfrm>
            <a:custGeom>
              <a:avLst/>
              <a:gdLst/>
              <a:ahLst/>
              <a:cxnLst/>
              <a:rect r="r" b="b" t="t" l="l"/>
              <a:pathLst>
                <a:path h="755904" w="3584448">
                  <a:moveTo>
                    <a:pt x="0" y="0"/>
                  </a:moveTo>
                  <a:lnTo>
                    <a:pt x="3584448" y="0"/>
                  </a:lnTo>
                  <a:lnTo>
                    <a:pt x="3584448" y="755904"/>
                  </a:lnTo>
                  <a:lnTo>
                    <a:pt x="0" y="755904"/>
                  </a:lnTo>
                  <a:close/>
                </a:path>
              </a:pathLst>
            </a:custGeom>
            <a:solidFill>
              <a:srgbClr val="E6FAF5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594608" cy="766064"/>
            </a:xfrm>
            <a:custGeom>
              <a:avLst/>
              <a:gdLst/>
              <a:ahLst/>
              <a:cxnLst/>
              <a:rect r="r" b="b" t="t" l="l"/>
              <a:pathLst>
                <a:path h="766064" w="3594608">
                  <a:moveTo>
                    <a:pt x="5080" y="0"/>
                  </a:moveTo>
                  <a:lnTo>
                    <a:pt x="3589528" y="0"/>
                  </a:lnTo>
                  <a:cubicBezTo>
                    <a:pt x="3592322" y="0"/>
                    <a:pt x="3594608" y="2286"/>
                    <a:pt x="3594608" y="5080"/>
                  </a:cubicBezTo>
                  <a:lnTo>
                    <a:pt x="3594608" y="760984"/>
                  </a:lnTo>
                  <a:cubicBezTo>
                    <a:pt x="3594608" y="763778"/>
                    <a:pt x="3592322" y="766064"/>
                    <a:pt x="3589528" y="766064"/>
                  </a:cubicBezTo>
                  <a:lnTo>
                    <a:pt x="5080" y="766064"/>
                  </a:lnTo>
                  <a:cubicBezTo>
                    <a:pt x="2286" y="766064"/>
                    <a:pt x="0" y="763778"/>
                    <a:pt x="0" y="760984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760984"/>
                  </a:lnTo>
                  <a:lnTo>
                    <a:pt x="5080" y="760984"/>
                  </a:lnTo>
                  <a:lnTo>
                    <a:pt x="5080" y="755904"/>
                  </a:lnTo>
                  <a:lnTo>
                    <a:pt x="3589528" y="755904"/>
                  </a:lnTo>
                  <a:lnTo>
                    <a:pt x="3589528" y="760984"/>
                  </a:lnTo>
                  <a:lnTo>
                    <a:pt x="3584448" y="760984"/>
                  </a:lnTo>
                  <a:lnTo>
                    <a:pt x="3584448" y="5080"/>
                  </a:lnTo>
                  <a:lnTo>
                    <a:pt x="3589528" y="5080"/>
                  </a:lnTo>
                  <a:lnTo>
                    <a:pt x="3589528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BD5E0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4856971" y="3023111"/>
            <a:ext cx="2637539" cy="49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02C39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PASS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508254" y="3598926"/>
            <a:ext cx="17271492" cy="574548"/>
            <a:chOff x="0" y="0"/>
            <a:chExt cx="23028656" cy="76606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5080" y="5080"/>
              <a:ext cx="23018496" cy="755904"/>
            </a:xfrm>
            <a:custGeom>
              <a:avLst/>
              <a:gdLst/>
              <a:ahLst/>
              <a:cxnLst/>
              <a:rect r="r" b="b" t="t" l="l"/>
              <a:pathLst>
                <a:path h="755904" w="23018496">
                  <a:moveTo>
                    <a:pt x="0" y="0"/>
                  </a:moveTo>
                  <a:lnTo>
                    <a:pt x="23018496" y="0"/>
                  </a:lnTo>
                  <a:lnTo>
                    <a:pt x="23018496" y="755904"/>
                  </a:lnTo>
                  <a:lnTo>
                    <a:pt x="0" y="755904"/>
                  </a:lnTo>
                  <a:close/>
                </a:path>
              </a:pathLst>
            </a:custGeom>
            <a:solidFill>
              <a:srgbClr val="EDF2F7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3028656" cy="766064"/>
            </a:xfrm>
            <a:custGeom>
              <a:avLst/>
              <a:gdLst/>
              <a:ahLst/>
              <a:cxnLst/>
              <a:rect r="r" b="b" t="t" l="l"/>
              <a:pathLst>
                <a:path h="766064" w="23028656">
                  <a:moveTo>
                    <a:pt x="5080" y="0"/>
                  </a:moveTo>
                  <a:lnTo>
                    <a:pt x="23023576" y="0"/>
                  </a:lnTo>
                  <a:cubicBezTo>
                    <a:pt x="23026370" y="0"/>
                    <a:pt x="23028656" y="2286"/>
                    <a:pt x="23028656" y="5080"/>
                  </a:cubicBezTo>
                  <a:lnTo>
                    <a:pt x="23028656" y="760984"/>
                  </a:lnTo>
                  <a:cubicBezTo>
                    <a:pt x="23028656" y="763778"/>
                    <a:pt x="23026370" y="766064"/>
                    <a:pt x="23023576" y="766064"/>
                  </a:cubicBezTo>
                  <a:lnTo>
                    <a:pt x="5080" y="766064"/>
                  </a:lnTo>
                  <a:cubicBezTo>
                    <a:pt x="2286" y="766064"/>
                    <a:pt x="0" y="763778"/>
                    <a:pt x="0" y="760984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760984"/>
                  </a:lnTo>
                  <a:lnTo>
                    <a:pt x="5080" y="760984"/>
                  </a:lnTo>
                  <a:lnTo>
                    <a:pt x="5080" y="755904"/>
                  </a:lnTo>
                  <a:lnTo>
                    <a:pt x="23023576" y="755904"/>
                  </a:lnTo>
                  <a:lnTo>
                    <a:pt x="23023576" y="760984"/>
                  </a:lnTo>
                  <a:lnTo>
                    <a:pt x="23018496" y="760984"/>
                  </a:lnTo>
                  <a:lnTo>
                    <a:pt x="23018496" y="5080"/>
                  </a:lnTo>
                  <a:lnTo>
                    <a:pt x="23023576" y="5080"/>
                  </a:lnTo>
                  <a:lnTo>
                    <a:pt x="23023576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BD5E0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720347" y="3608327"/>
            <a:ext cx="1265939" cy="49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2E5D8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TC-02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037083" y="3608327"/>
            <a:ext cx="8087363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Vérification de la b</a:t>
            </a:r>
            <a:r>
              <a:rPr lang="en-US" sz="20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arre de navigation</a:t>
            </a:r>
          </a:p>
          <a:p>
            <a:pPr algn="l">
              <a:lnSpc>
                <a:spcPts val="2400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10175243" y="3608327"/>
            <a:ext cx="2472947" cy="49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Navigation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698987" y="3608327"/>
            <a:ext cx="2107187" cy="49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Functional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4827758" y="3598926"/>
            <a:ext cx="2695956" cy="574548"/>
            <a:chOff x="0" y="0"/>
            <a:chExt cx="3594608" cy="76606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5080" y="5080"/>
              <a:ext cx="3584448" cy="755904"/>
            </a:xfrm>
            <a:custGeom>
              <a:avLst/>
              <a:gdLst/>
              <a:ahLst/>
              <a:cxnLst/>
              <a:rect r="r" b="b" t="t" l="l"/>
              <a:pathLst>
                <a:path h="755904" w="3584448">
                  <a:moveTo>
                    <a:pt x="0" y="0"/>
                  </a:moveTo>
                  <a:lnTo>
                    <a:pt x="3584448" y="0"/>
                  </a:lnTo>
                  <a:lnTo>
                    <a:pt x="3584448" y="755904"/>
                  </a:lnTo>
                  <a:lnTo>
                    <a:pt x="0" y="755904"/>
                  </a:lnTo>
                  <a:close/>
                </a:path>
              </a:pathLst>
            </a:custGeom>
            <a:solidFill>
              <a:srgbClr val="E6FAF5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94608" cy="766064"/>
            </a:xfrm>
            <a:custGeom>
              <a:avLst/>
              <a:gdLst/>
              <a:ahLst/>
              <a:cxnLst/>
              <a:rect r="r" b="b" t="t" l="l"/>
              <a:pathLst>
                <a:path h="766064" w="3594608">
                  <a:moveTo>
                    <a:pt x="5080" y="0"/>
                  </a:moveTo>
                  <a:lnTo>
                    <a:pt x="3589528" y="0"/>
                  </a:lnTo>
                  <a:cubicBezTo>
                    <a:pt x="3592322" y="0"/>
                    <a:pt x="3594608" y="2286"/>
                    <a:pt x="3594608" y="5080"/>
                  </a:cubicBezTo>
                  <a:lnTo>
                    <a:pt x="3594608" y="760984"/>
                  </a:lnTo>
                  <a:cubicBezTo>
                    <a:pt x="3594608" y="763778"/>
                    <a:pt x="3592322" y="766064"/>
                    <a:pt x="3589528" y="766064"/>
                  </a:cubicBezTo>
                  <a:lnTo>
                    <a:pt x="5080" y="766064"/>
                  </a:lnTo>
                  <a:cubicBezTo>
                    <a:pt x="2286" y="766064"/>
                    <a:pt x="0" y="763778"/>
                    <a:pt x="0" y="760984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760984"/>
                  </a:lnTo>
                  <a:lnTo>
                    <a:pt x="5080" y="760984"/>
                  </a:lnTo>
                  <a:lnTo>
                    <a:pt x="5080" y="755904"/>
                  </a:lnTo>
                  <a:lnTo>
                    <a:pt x="3589528" y="755904"/>
                  </a:lnTo>
                  <a:lnTo>
                    <a:pt x="3589528" y="760984"/>
                  </a:lnTo>
                  <a:lnTo>
                    <a:pt x="3584448" y="760984"/>
                  </a:lnTo>
                  <a:lnTo>
                    <a:pt x="3584448" y="5080"/>
                  </a:lnTo>
                  <a:lnTo>
                    <a:pt x="3589528" y="5080"/>
                  </a:lnTo>
                  <a:lnTo>
                    <a:pt x="3589528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BD5E0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4856971" y="3608327"/>
            <a:ext cx="2637539" cy="49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02C39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PASS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508254" y="4184142"/>
            <a:ext cx="17271492" cy="574548"/>
            <a:chOff x="0" y="0"/>
            <a:chExt cx="23028656" cy="76606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5080" y="5080"/>
              <a:ext cx="23018496" cy="755904"/>
            </a:xfrm>
            <a:custGeom>
              <a:avLst/>
              <a:gdLst/>
              <a:ahLst/>
              <a:cxnLst/>
              <a:rect r="r" b="b" t="t" l="l"/>
              <a:pathLst>
                <a:path h="755904" w="23018496">
                  <a:moveTo>
                    <a:pt x="0" y="0"/>
                  </a:moveTo>
                  <a:lnTo>
                    <a:pt x="23018496" y="0"/>
                  </a:lnTo>
                  <a:lnTo>
                    <a:pt x="23018496" y="755904"/>
                  </a:lnTo>
                  <a:lnTo>
                    <a:pt x="0" y="75590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3028656" cy="766064"/>
            </a:xfrm>
            <a:custGeom>
              <a:avLst/>
              <a:gdLst/>
              <a:ahLst/>
              <a:cxnLst/>
              <a:rect r="r" b="b" t="t" l="l"/>
              <a:pathLst>
                <a:path h="766064" w="23028656">
                  <a:moveTo>
                    <a:pt x="5080" y="0"/>
                  </a:moveTo>
                  <a:lnTo>
                    <a:pt x="23023576" y="0"/>
                  </a:lnTo>
                  <a:cubicBezTo>
                    <a:pt x="23026370" y="0"/>
                    <a:pt x="23028656" y="2286"/>
                    <a:pt x="23028656" y="5080"/>
                  </a:cubicBezTo>
                  <a:lnTo>
                    <a:pt x="23028656" y="760984"/>
                  </a:lnTo>
                  <a:cubicBezTo>
                    <a:pt x="23028656" y="763778"/>
                    <a:pt x="23026370" y="766064"/>
                    <a:pt x="23023576" y="766064"/>
                  </a:cubicBezTo>
                  <a:lnTo>
                    <a:pt x="5080" y="766064"/>
                  </a:lnTo>
                  <a:cubicBezTo>
                    <a:pt x="2286" y="766064"/>
                    <a:pt x="0" y="763778"/>
                    <a:pt x="0" y="760984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760984"/>
                  </a:lnTo>
                  <a:lnTo>
                    <a:pt x="5080" y="760984"/>
                  </a:lnTo>
                  <a:lnTo>
                    <a:pt x="5080" y="755904"/>
                  </a:lnTo>
                  <a:lnTo>
                    <a:pt x="23023576" y="755904"/>
                  </a:lnTo>
                  <a:lnTo>
                    <a:pt x="23023576" y="760984"/>
                  </a:lnTo>
                  <a:lnTo>
                    <a:pt x="23018496" y="760984"/>
                  </a:lnTo>
                  <a:lnTo>
                    <a:pt x="23018496" y="5080"/>
                  </a:lnTo>
                  <a:lnTo>
                    <a:pt x="23023576" y="5080"/>
                  </a:lnTo>
                  <a:lnTo>
                    <a:pt x="23023576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BD5E0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720347" y="4193543"/>
            <a:ext cx="1265939" cy="49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2E5D8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TC-03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037083" y="4193543"/>
            <a:ext cx="8087363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Tr</a:t>
            </a:r>
            <a:r>
              <a:rPr lang="en-US" sz="20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aduction de la page (FR/AR)</a:t>
            </a:r>
          </a:p>
          <a:p>
            <a:pPr algn="l">
              <a:lnSpc>
                <a:spcPts val="2400"/>
              </a:lnSpc>
            </a:pPr>
          </a:p>
        </p:txBody>
      </p:sp>
      <p:sp>
        <p:nvSpPr>
          <p:cNvPr name="TextBox 41" id="41"/>
          <p:cNvSpPr txBox="true"/>
          <p:nvPr/>
        </p:nvSpPr>
        <p:spPr>
          <a:xfrm rot="0">
            <a:off x="10175243" y="4193543"/>
            <a:ext cx="2472947" cy="49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Navigation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698987" y="4193543"/>
            <a:ext cx="2107187" cy="49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Functional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4827758" y="4184142"/>
            <a:ext cx="2695956" cy="574548"/>
            <a:chOff x="0" y="0"/>
            <a:chExt cx="3594608" cy="76606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5080" y="5080"/>
              <a:ext cx="3584448" cy="755904"/>
            </a:xfrm>
            <a:custGeom>
              <a:avLst/>
              <a:gdLst/>
              <a:ahLst/>
              <a:cxnLst/>
              <a:rect r="r" b="b" t="t" l="l"/>
              <a:pathLst>
                <a:path h="755904" w="3584448">
                  <a:moveTo>
                    <a:pt x="0" y="0"/>
                  </a:moveTo>
                  <a:lnTo>
                    <a:pt x="3584448" y="0"/>
                  </a:lnTo>
                  <a:lnTo>
                    <a:pt x="3584448" y="755904"/>
                  </a:lnTo>
                  <a:lnTo>
                    <a:pt x="0" y="755904"/>
                  </a:lnTo>
                  <a:close/>
                </a:path>
              </a:pathLst>
            </a:custGeom>
            <a:solidFill>
              <a:srgbClr val="FFF7ED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594608" cy="766064"/>
            </a:xfrm>
            <a:custGeom>
              <a:avLst/>
              <a:gdLst/>
              <a:ahLst/>
              <a:cxnLst/>
              <a:rect r="r" b="b" t="t" l="l"/>
              <a:pathLst>
                <a:path h="766064" w="3594608">
                  <a:moveTo>
                    <a:pt x="5080" y="0"/>
                  </a:moveTo>
                  <a:lnTo>
                    <a:pt x="3589528" y="0"/>
                  </a:lnTo>
                  <a:cubicBezTo>
                    <a:pt x="3592322" y="0"/>
                    <a:pt x="3594608" y="2286"/>
                    <a:pt x="3594608" y="5080"/>
                  </a:cubicBezTo>
                  <a:lnTo>
                    <a:pt x="3594608" y="760984"/>
                  </a:lnTo>
                  <a:cubicBezTo>
                    <a:pt x="3594608" y="763778"/>
                    <a:pt x="3592322" y="766064"/>
                    <a:pt x="3589528" y="766064"/>
                  </a:cubicBezTo>
                  <a:lnTo>
                    <a:pt x="5080" y="766064"/>
                  </a:lnTo>
                  <a:cubicBezTo>
                    <a:pt x="2286" y="766064"/>
                    <a:pt x="0" y="763778"/>
                    <a:pt x="0" y="760984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760984"/>
                  </a:lnTo>
                  <a:lnTo>
                    <a:pt x="5080" y="760984"/>
                  </a:lnTo>
                  <a:lnTo>
                    <a:pt x="5080" y="755904"/>
                  </a:lnTo>
                  <a:lnTo>
                    <a:pt x="3589528" y="755904"/>
                  </a:lnTo>
                  <a:lnTo>
                    <a:pt x="3589528" y="760984"/>
                  </a:lnTo>
                  <a:lnTo>
                    <a:pt x="3584448" y="760984"/>
                  </a:lnTo>
                  <a:lnTo>
                    <a:pt x="3584448" y="5080"/>
                  </a:lnTo>
                  <a:lnTo>
                    <a:pt x="3589528" y="5080"/>
                  </a:lnTo>
                  <a:lnTo>
                    <a:pt x="3589528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BD5E0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508254" y="4769358"/>
            <a:ext cx="17271492" cy="574548"/>
            <a:chOff x="0" y="0"/>
            <a:chExt cx="23028656" cy="76606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5080" y="5080"/>
              <a:ext cx="23018496" cy="755904"/>
            </a:xfrm>
            <a:custGeom>
              <a:avLst/>
              <a:gdLst/>
              <a:ahLst/>
              <a:cxnLst/>
              <a:rect r="r" b="b" t="t" l="l"/>
              <a:pathLst>
                <a:path h="755904" w="23018496">
                  <a:moveTo>
                    <a:pt x="0" y="0"/>
                  </a:moveTo>
                  <a:lnTo>
                    <a:pt x="23018496" y="0"/>
                  </a:lnTo>
                  <a:lnTo>
                    <a:pt x="23018496" y="755904"/>
                  </a:lnTo>
                  <a:lnTo>
                    <a:pt x="0" y="755904"/>
                  </a:lnTo>
                  <a:close/>
                </a:path>
              </a:pathLst>
            </a:custGeom>
            <a:solidFill>
              <a:srgbClr val="EDF2F7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3028656" cy="766064"/>
            </a:xfrm>
            <a:custGeom>
              <a:avLst/>
              <a:gdLst/>
              <a:ahLst/>
              <a:cxnLst/>
              <a:rect r="r" b="b" t="t" l="l"/>
              <a:pathLst>
                <a:path h="766064" w="23028656">
                  <a:moveTo>
                    <a:pt x="5080" y="0"/>
                  </a:moveTo>
                  <a:lnTo>
                    <a:pt x="23023576" y="0"/>
                  </a:lnTo>
                  <a:cubicBezTo>
                    <a:pt x="23026370" y="0"/>
                    <a:pt x="23028656" y="2286"/>
                    <a:pt x="23028656" y="5080"/>
                  </a:cubicBezTo>
                  <a:lnTo>
                    <a:pt x="23028656" y="760984"/>
                  </a:lnTo>
                  <a:cubicBezTo>
                    <a:pt x="23028656" y="763778"/>
                    <a:pt x="23026370" y="766064"/>
                    <a:pt x="23023576" y="766064"/>
                  </a:cubicBezTo>
                  <a:lnTo>
                    <a:pt x="5080" y="766064"/>
                  </a:lnTo>
                  <a:cubicBezTo>
                    <a:pt x="2286" y="766064"/>
                    <a:pt x="0" y="763778"/>
                    <a:pt x="0" y="760984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760984"/>
                  </a:lnTo>
                  <a:lnTo>
                    <a:pt x="5080" y="760984"/>
                  </a:lnTo>
                  <a:lnTo>
                    <a:pt x="5080" y="755904"/>
                  </a:lnTo>
                  <a:lnTo>
                    <a:pt x="23023576" y="755904"/>
                  </a:lnTo>
                  <a:lnTo>
                    <a:pt x="23023576" y="760984"/>
                  </a:lnTo>
                  <a:lnTo>
                    <a:pt x="23018496" y="760984"/>
                  </a:lnTo>
                  <a:lnTo>
                    <a:pt x="23018496" y="5080"/>
                  </a:lnTo>
                  <a:lnTo>
                    <a:pt x="23023576" y="5080"/>
                  </a:lnTo>
                  <a:lnTo>
                    <a:pt x="23023576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BD5E0"/>
            </a:solid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720347" y="4778759"/>
            <a:ext cx="1265939" cy="49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2E5D8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TC-04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037083" y="4778759"/>
            <a:ext cx="8087363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Naviga</a:t>
            </a:r>
            <a:r>
              <a:rPr lang="en-US" sz="20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tion vers les notifications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175243" y="4778759"/>
            <a:ext cx="2472947" cy="49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Navigation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698987" y="4778759"/>
            <a:ext cx="2107187" cy="49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Functional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14827758" y="4769358"/>
            <a:ext cx="2695956" cy="574548"/>
            <a:chOff x="0" y="0"/>
            <a:chExt cx="3594608" cy="76606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5080" y="5080"/>
              <a:ext cx="3584448" cy="755904"/>
            </a:xfrm>
            <a:custGeom>
              <a:avLst/>
              <a:gdLst/>
              <a:ahLst/>
              <a:cxnLst/>
              <a:rect r="r" b="b" t="t" l="l"/>
              <a:pathLst>
                <a:path h="755904" w="3584448">
                  <a:moveTo>
                    <a:pt x="0" y="0"/>
                  </a:moveTo>
                  <a:lnTo>
                    <a:pt x="3584448" y="0"/>
                  </a:lnTo>
                  <a:lnTo>
                    <a:pt x="3584448" y="755904"/>
                  </a:lnTo>
                  <a:lnTo>
                    <a:pt x="0" y="755904"/>
                  </a:lnTo>
                  <a:close/>
                </a:path>
              </a:pathLst>
            </a:custGeom>
            <a:solidFill>
              <a:srgbClr val="E6FAF5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594608" cy="766064"/>
            </a:xfrm>
            <a:custGeom>
              <a:avLst/>
              <a:gdLst/>
              <a:ahLst/>
              <a:cxnLst/>
              <a:rect r="r" b="b" t="t" l="l"/>
              <a:pathLst>
                <a:path h="766064" w="3594608">
                  <a:moveTo>
                    <a:pt x="5080" y="0"/>
                  </a:moveTo>
                  <a:lnTo>
                    <a:pt x="3589528" y="0"/>
                  </a:lnTo>
                  <a:cubicBezTo>
                    <a:pt x="3592322" y="0"/>
                    <a:pt x="3594608" y="2286"/>
                    <a:pt x="3594608" y="5080"/>
                  </a:cubicBezTo>
                  <a:lnTo>
                    <a:pt x="3594608" y="760984"/>
                  </a:lnTo>
                  <a:cubicBezTo>
                    <a:pt x="3594608" y="763778"/>
                    <a:pt x="3592322" y="766064"/>
                    <a:pt x="3589528" y="766064"/>
                  </a:cubicBezTo>
                  <a:lnTo>
                    <a:pt x="5080" y="766064"/>
                  </a:lnTo>
                  <a:cubicBezTo>
                    <a:pt x="2286" y="766064"/>
                    <a:pt x="0" y="763778"/>
                    <a:pt x="0" y="760984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760984"/>
                  </a:lnTo>
                  <a:lnTo>
                    <a:pt x="5080" y="760984"/>
                  </a:lnTo>
                  <a:lnTo>
                    <a:pt x="5080" y="755904"/>
                  </a:lnTo>
                  <a:lnTo>
                    <a:pt x="3589528" y="755904"/>
                  </a:lnTo>
                  <a:lnTo>
                    <a:pt x="3589528" y="760984"/>
                  </a:lnTo>
                  <a:lnTo>
                    <a:pt x="3584448" y="760984"/>
                  </a:lnTo>
                  <a:lnTo>
                    <a:pt x="3584448" y="5080"/>
                  </a:lnTo>
                  <a:lnTo>
                    <a:pt x="3589528" y="5080"/>
                  </a:lnTo>
                  <a:lnTo>
                    <a:pt x="3589528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BD5E0"/>
            </a:solidFill>
          </p:spPr>
        </p:sp>
      </p:grpSp>
      <p:sp>
        <p:nvSpPr>
          <p:cNvPr name="TextBox 56" id="56"/>
          <p:cNvSpPr txBox="true"/>
          <p:nvPr/>
        </p:nvSpPr>
        <p:spPr>
          <a:xfrm rot="0">
            <a:off x="14856971" y="4778759"/>
            <a:ext cx="2637539" cy="49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02C39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PASS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508254" y="5354574"/>
            <a:ext cx="17271492" cy="574548"/>
            <a:chOff x="0" y="0"/>
            <a:chExt cx="23028656" cy="76606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5080" y="5080"/>
              <a:ext cx="23018496" cy="755904"/>
            </a:xfrm>
            <a:custGeom>
              <a:avLst/>
              <a:gdLst/>
              <a:ahLst/>
              <a:cxnLst/>
              <a:rect r="r" b="b" t="t" l="l"/>
              <a:pathLst>
                <a:path h="755904" w="23018496">
                  <a:moveTo>
                    <a:pt x="0" y="0"/>
                  </a:moveTo>
                  <a:lnTo>
                    <a:pt x="23018496" y="0"/>
                  </a:lnTo>
                  <a:lnTo>
                    <a:pt x="23018496" y="755904"/>
                  </a:lnTo>
                  <a:lnTo>
                    <a:pt x="0" y="75590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3028656" cy="766064"/>
            </a:xfrm>
            <a:custGeom>
              <a:avLst/>
              <a:gdLst/>
              <a:ahLst/>
              <a:cxnLst/>
              <a:rect r="r" b="b" t="t" l="l"/>
              <a:pathLst>
                <a:path h="766064" w="23028656">
                  <a:moveTo>
                    <a:pt x="5080" y="0"/>
                  </a:moveTo>
                  <a:lnTo>
                    <a:pt x="23023576" y="0"/>
                  </a:lnTo>
                  <a:cubicBezTo>
                    <a:pt x="23026370" y="0"/>
                    <a:pt x="23028656" y="2286"/>
                    <a:pt x="23028656" y="5080"/>
                  </a:cubicBezTo>
                  <a:lnTo>
                    <a:pt x="23028656" y="760984"/>
                  </a:lnTo>
                  <a:cubicBezTo>
                    <a:pt x="23028656" y="763778"/>
                    <a:pt x="23026370" y="766064"/>
                    <a:pt x="23023576" y="766064"/>
                  </a:cubicBezTo>
                  <a:lnTo>
                    <a:pt x="5080" y="766064"/>
                  </a:lnTo>
                  <a:cubicBezTo>
                    <a:pt x="2286" y="766064"/>
                    <a:pt x="0" y="763778"/>
                    <a:pt x="0" y="760984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760984"/>
                  </a:lnTo>
                  <a:lnTo>
                    <a:pt x="5080" y="760984"/>
                  </a:lnTo>
                  <a:lnTo>
                    <a:pt x="5080" y="755904"/>
                  </a:lnTo>
                  <a:lnTo>
                    <a:pt x="23023576" y="755904"/>
                  </a:lnTo>
                  <a:lnTo>
                    <a:pt x="23023576" y="760984"/>
                  </a:lnTo>
                  <a:lnTo>
                    <a:pt x="23018496" y="760984"/>
                  </a:lnTo>
                  <a:lnTo>
                    <a:pt x="23018496" y="5080"/>
                  </a:lnTo>
                  <a:lnTo>
                    <a:pt x="23023576" y="5080"/>
                  </a:lnTo>
                  <a:lnTo>
                    <a:pt x="23023576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BD5E0"/>
            </a:solidFill>
          </p:spPr>
        </p:sp>
      </p:grpSp>
      <p:sp>
        <p:nvSpPr>
          <p:cNvPr name="TextBox 60" id="60"/>
          <p:cNvSpPr txBox="true"/>
          <p:nvPr/>
        </p:nvSpPr>
        <p:spPr>
          <a:xfrm rot="0">
            <a:off x="720347" y="5363975"/>
            <a:ext cx="1265939" cy="49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2E5D8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TC-05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2037083" y="5363975"/>
            <a:ext cx="8087363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Nav</a:t>
            </a:r>
            <a:r>
              <a:rPr lang="en-US" sz="20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igation vers les messages</a:t>
            </a:r>
          </a:p>
          <a:p>
            <a:pPr algn="l">
              <a:lnSpc>
                <a:spcPts val="2400"/>
              </a:lnSpc>
            </a:pPr>
          </a:p>
        </p:txBody>
      </p:sp>
      <p:sp>
        <p:nvSpPr>
          <p:cNvPr name="TextBox 62" id="62"/>
          <p:cNvSpPr txBox="true"/>
          <p:nvPr/>
        </p:nvSpPr>
        <p:spPr>
          <a:xfrm rot="0">
            <a:off x="12698987" y="5363975"/>
            <a:ext cx="2107187" cy="49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Functional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14827758" y="5354574"/>
            <a:ext cx="2695956" cy="574548"/>
            <a:chOff x="0" y="0"/>
            <a:chExt cx="3594608" cy="76606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5080" y="5080"/>
              <a:ext cx="3584448" cy="755904"/>
            </a:xfrm>
            <a:custGeom>
              <a:avLst/>
              <a:gdLst/>
              <a:ahLst/>
              <a:cxnLst/>
              <a:rect r="r" b="b" t="t" l="l"/>
              <a:pathLst>
                <a:path h="755904" w="3584448">
                  <a:moveTo>
                    <a:pt x="0" y="0"/>
                  </a:moveTo>
                  <a:lnTo>
                    <a:pt x="3584448" y="0"/>
                  </a:lnTo>
                  <a:lnTo>
                    <a:pt x="3584448" y="755904"/>
                  </a:lnTo>
                  <a:lnTo>
                    <a:pt x="0" y="755904"/>
                  </a:lnTo>
                  <a:close/>
                </a:path>
              </a:pathLst>
            </a:custGeom>
            <a:solidFill>
              <a:srgbClr val="E6FAF5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594608" cy="766064"/>
            </a:xfrm>
            <a:custGeom>
              <a:avLst/>
              <a:gdLst/>
              <a:ahLst/>
              <a:cxnLst/>
              <a:rect r="r" b="b" t="t" l="l"/>
              <a:pathLst>
                <a:path h="766064" w="3594608">
                  <a:moveTo>
                    <a:pt x="5080" y="0"/>
                  </a:moveTo>
                  <a:lnTo>
                    <a:pt x="3589528" y="0"/>
                  </a:lnTo>
                  <a:cubicBezTo>
                    <a:pt x="3592322" y="0"/>
                    <a:pt x="3594608" y="2286"/>
                    <a:pt x="3594608" y="5080"/>
                  </a:cubicBezTo>
                  <a:lnTo>
                    <a:pt x="3594608" y="760984"/>
                  </a:lnTo>
                  <a:cubicBezTo>
                    <a:pt x="3594608" y="763778"/>
                    <a:pt x="3592322" y="766064"/>
                    <a:pt x="3589528" y="766064"/>
                  </a:cubicBezTo>
                  <a:lnTo>
                    <a:pt x="5080" y="766064"/>
                  </a:lnTo>
                  <a:cubicBezTo>
                    <a:pt x="2286" y="766064"/>
                    <a:pt x="0" y="763778"/>
                    <a:pt x="0" y="760984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760984"/>
                  </a:lnTo>
                  <a:lnTo>
                    <a:pt x="5080" y="760984"/>
                  </a:lnTo>
                  <a:lnTo>
                    <a:pt x="5080" y="755904"/>
                  </a:lnTo>
                  <a:lnTo>
                    <a:pt x="3589528" y="755904"/>
                  </a:lnTo>
                  <a:lnTo>
                    <a:pt x="3589528" y="760984"/>
                  </a:lnTo>
                  <a:lnTo>
                    <a:pt x="3584448" y="760984"/>
                  </a:lnTo>
                  <a:lnTo>
                    <a:pt x="3584448" y="5080"/>
                  </a:lnTo>
                  <a:lnTo>
                    <a:pt x="3589528" y="5080"/>
                  </a:lnTo>
                  <a:lnTo>
                    <a:pt x="3589528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BD5E0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508254" y="5939790"/>
            <a:ext cx="17271492" cy="574548"/>
            <a:chOff x="0" y="0"/>
            <a:chExt cx="23028656" cy="766064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5080" y="5080"/>
              <a:ext cx="23018496" cy="755904"/>
            </a:xfrm>
            <a:custGeom>
              <a:avLst/>
              <a:gdLst/>
              <a:ahLst/>
              <a:cxnLst/>
              <a:rect r="r" b="b" t="t" l="l"/>
              <a:pathLst>
                <a:path h="755904" w="23018496">
                  <a:moveTo>
                    <a:pt x="0" y="0"/>
                  </a:moveTo>
                  <a:lnTo>
                    <a:pt x="23018496" y="0"/>
                  </a:lnTo>
                  <a:lnTo>
                    <a:pt x="23018496" y="755904"/>
                  </a:lnTo>
                  <a:lnTo>
                    <a:pt x="0" y="755904"/>
                  </a:lnTo>
                  <a:close/>
                </a:path>
              </a:pathLst>
            </a:custGeom>
            <a:solidFill>
              <a:srgbClr val="EDF2F7"/>
            </a:solidFill>
          </p:spPr>
        </p:sp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3028656" cy="766064"/>
            </a:xfrm>
            <a:custGeom>
              <a:avLst/>
              <a:gdLst/>
              <a:ahLst/>
              <a:cxnLst/>
              <a:rect r="r" b="b" t="t" l="l"/>
              <a:pathLst>
                <a:path h="766064" w="23028656">
                  <a:moveTo>
                    <a:pt x="5080" y="0"/>
                  </a:moveTo>
                  <a:lnTo>
                    <a:pt x="23023576" y="0"/>
                  </a:lnTo>
                  <a:cubicBezTo>
                    <a:pt x="23026370" y="0"/>
                    <a:pt x="23028656" y="2286"/>
                    <a:pt x="23028656" y="5080"/>
                  </a:cubicBezTo>
                  <a:lnTo>
                    <a:pt x="23028656" y="760984"/>
                  </a:lnTo>
                  <a:cubicBezTo>
                    <a:pt x="23028656" y="763778"/>
                    <a:pt x="23026370" y="766064"/>
                    <a:pt x="23023576" y="766064"/>
                  </a:cubicBezTo>
                  <a:lnTo>
                    <a:pt x="5080" y="766064"/>
                  </a:lnTo>
                  <a:cubicBezTo>
                    <a:pt x="2286" y="766064"/>
                    <a:pt x="0" y="763778"/>
                    <a:pt x="0" y="760984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760984"/>
                  </a:lnTo>
                  <a:lnTo>
                    <a:pt x="5080" y="760984"/>
                  </a:lnTo>
                  <a:lnTo>
                    <a:pt x="5080" y="755904"/>
                  </a:lnTo>
                  <a:lnTo>
                    <a:pt x="23023576" y="755904"/>
                  </a:lnTo>
                  <a:lnTo>
                    <a:pt x="23023576" y="760984"/>
                  </a:lnTo>
                  <a:lnTo>
                    <a:pt x="23018496" y="760984"/>
                  </a:lnTo>
                  <a:lnTo>
                    <a:pt x="23018496" y="5080"/>
                  </a:lnTo>
                  <a:lnTo>
                    <a:pt x="23023576" y="5080"/>
                  </a:lnTo>
                  <a:lnTo>
                    <a:pt x="23023576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BD5E0"/>
            </a:solidFill>
          </p:spPr>
        </p:sp>
      </p:grpSp>
      <p:sp>
        <p:nvSpPr>
          <p:cNvPr name="TextBox 69" id="69"/>
          <p:cNvSpPr txBox="true"/>
          <p:nvPr/>
        </p:nvSpPr>
        <p:spPr>
          <a:xfrm rot="0">
            <a:off x="720347" y="5949191"/>
            <a:ext cx="1265939" cy="49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2E5D8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TC-06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2037083" y="5949191"/>
            <a:ext cx="8087363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Navigatio</a:t>
            </a:r>
            <a:r>
              <a:rPr lang="en-US" sz="20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n via la barre latérale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2698987" y="5949191"/>
            <a:ext cx="210718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Functional</a:t>
            </a:r>
          </a:p>
        </p:txBody>
      </p:sp>
      <p:grpSp>
        <p:nvGrpSpPr>
          <p:cNvPr name="Group 72" id="72"/>
          <p:cNvGrpSpPr/>
          <p:nvPr/>
        </p:nvGrpSpPr>
        <p:grpSpPr>
          <a:xfrm rot="0">
            <a:off x="14827758" y="5939790"/>
            <a:ext cx="2695956" cy="574548"/>
            <a:chOff x="0" y="0"/>
            <a:chExt cx="3594608" cy="766064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5080" y="5080"/>
              <a:ext cx="3584448" cy="755904"/>
            </a:xfrm>
            <a:custGeom>
              <a:avLst/>
              <a:gdLst/>
              <a:ahLst/>
              <a:cxnLst/>
              <a:rect r="r" b="b" t="t" l="l"/>
              <a:pathLst>
                <a:path h="755904" w="3584448">
                  <a:moveTo>
                    <a:pt x="0" y="0"/>
                  </a:moveTo>
                  <a:lnTo>
                    <a:pt x="3584448" y="0"/>
                  </a:lnTo>
                  <a:lnTo>
                    <a:pt x="3584448" y="755904"/>
                  </a:lnTo>
                  <a:lnTo>
                    <a:pt x="0" y="755904"/>
                  </a:lnTo>
                  <a:close/>
                </a:path>
              </a:pathLst>
            </a:custGeom>
            <a:solidFill>
              <a:srgbClr val="E6FAF5"/>
            </a:solidFill>
          </p:spPr>
        </p:sp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594608" cy="766064"/>
            </a:xfrm>
            <a:custGeom>
              <a:avLst/>
              <a:gdLst/>
              <a:ahLst/>
              <a:cxnLst/>
              <a:rect r="r" b="b" t="t" l="l"/>
              <a:pathLst>
                <a:path h="766064" w="3594608">
                  <a:moveTo>
                    <a:pt x="5080" y="0"/>
                  </a:moveTo>
                  <a:lnTo>
                    <a:pt x="3589528" y="0"/>
                  </a:lnTo>
                  <a:cubicBezTo>
                    <a:pt x="3592322" y="0"/>
                    <a:pt x="3594608" y="2286"/>
                    <a:pt x="3594608" y="5080"/>
                  </a:cubicBezTo>
                  <a:lnTo>
                    <a:pt x="3594608" y="760984"/>
                  </a:lnTo>
                  <a:cubicBezTo>
                    <a:pt x="3594608" y="763778"/>
                    <a:pt x="3592322" y="766064"/>
                    <a:pt x="3589528" y="766064"/>
                  </a:cubicBezTo>
                  <a:lnTo>
                    <a:pt x="5080" y="766064"/>
                  </a:lnTo>
                  <a:cubicBezTo>
                    <a:pt x="2286" y="766064"/>
                    <a:pt x="0" y="763778"/>
                    <a:pt x="0" y="760984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760984"/>
                  </a:lnTo>
                  <a:lnTo>
                    <a:pt x="5080" y="760984"/>
                  </a:lnTo>
                  <a:lnTo>
                    <a:pt x="5080" y="755904"/>
                  </a:lnTo>
                  <a:lnTo>
                    <a:pt x="3589528" y="755904"/>
                  </a:lnTo>
                  <a:lnTo>
                    <a:pt x="3589528" y="760984"/>
                  </a:lnTo>
                  <a:lnTo>
                    <a:pt x="3584448" y="760984"/>
                  </a:lnTo>
                  <a:lnTo>
                    <a:pt x="3584448" y="5080"/>
                  </a:lnTo>
                  <a:lnTo>
                    <a:pt x="3589528" y="5080"/>
                  </a:lnTo>
                  <a:lnTo>
                    <a:pt x="3589528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BD5E0"/>
            </a:solidFill>
          </p:spPr>
        </p:sp>
      </p:grpSp>
      <p:sp>
        <p:nvSpPr>
          <p:cNvPr name="TextBox 75" id="75"/>
          <p:cNvSpPr txBox="true"/>
          <p:nvPr/>
        </p:nvSpPr>
        <p:spPr>
          <a:xfrm rot="0">
            <a:off x="14856971" y="5949191"/>
            <a:ext cx="2637539" cy="49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02C39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PASS</a:t>
            </a:r>
          </a:p>
        </p:txBody>
      </p:sp>
      <p:grpSp>
        <p:nvGrpSpPr>
          <p:cNvPr name="Group 76" id="76"/>
          <p:cNvGrpSpPr/>
          <p:nvPr/>
        </p:nvGrpSpPr>
        <p:grpSpPr>
          <a:xfrm rot="0">
            <a:off x="508254" y="6525006"/>
            <a:ext cx="17271492" cy="574548"/>
            <a:chOff x="0" y="0"/>
            <a:chExt cx="23028656" cy="766064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5080" y="5080"/>
              <a:ext cx="23018496" cy="755904"/>
            </a:xfrm>
            <a:custGeom>
              <a:avLst/>
              <a:gdLst/>
              <a:ahLst/>
              <a:cxnLst/>
              <a:rect r="r" b="b" t="t" l="l"/>
              <a:pathLst>
                <a:path h="755904" w="23018496">
                  <a:moveTo>
                    <a:pt x="0" y="0"/>
                  </a:moveTo>
                  <a:lnTo>
                    <a:pt x="23018496" y="0"/>
                  </a:lnTo>
                  <a:lnTo>
                    <a:pt x="23018496" y="755904"/>
                  </a:lnTo>
                  <a:lnTo>
                    <a:pt x="0" y="75590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3028656" cy="766064"/>
            </a:xfrm>
            <a:custGeom>
              <a:avLst/>
              <a:gdLst/>
              <a:ahLst/>
              <a:cxnLst/>
              <a:rect r="r" b="b" t="t" l="l"/>
              <a:pathLst>
                <a:path h="766064" w="23028656">
                  <a:moveTo>
                    <a:pt x="5080" y="0"/>
                  </a:moveTo>
                  <a:lnTo>
                    <a:pt x="23023576" y="0"/>
                  </a:lnTo>
                  <a:cubicBezTo>
                    <a:pt x="23026370" y="0"/>
                    <a:pt x="23028656" y="2286"/>
                    <a:pt x="23028656" y="5080"/>
                  </a:cubicBezTo>
                  <a:lnTo>
                    <a:pt x="23028656" y="760984"/>
                  </a:lnTo>
                  <a:cubicBezTo>
                    <a:pt x="23028656" y="763778"/>
                    <a:pt x="23026370" y="766064"/>
                    <a:pt x="23023576" y="766064"/>
                  </a:cubicBezTo>
                  <a:lnTo>
                    <a:pt x="5080" y="766064"/>
                  </a:lnTo>
                  <a:cubicBezTo>
                    <a:pt x="2286" y="766064"/>
                    <a:pt x="0" y="763778"/>
                    <a:pt x="0" y="760984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760984"/>
                  </a:lnTo>
                  <a:lnTo>
                    <a:pt x="5080" y="760984"/>
                  </a:lnTo>
                  <a:lnTo>
                    <a:pt x="5080" y="755904"/>
                  </a:lnTo>
                  <a:lnTo>
                    <a:pt x="23023576" y="755904"/>
                  </a:lnTo>
                  <a:lnTo>
                    <a:pt x="23023576" y="760984"/>
                  </a:lnTo>
                  <a:lnTo>
                    <a:pt x="23018496" y="760984"/>
                  </a:lnTo>
                  <a:lnTo>
                    <a:pt x="23018496" y="5080"/>
                  </a:lnTo>
                  <a:lnTo>
                    <a:pt x="23023576" y="5080"/>
                  </a:lnTo>
                  <a:lnTo>
                    <a:pt x="23023576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BD5E0"/>
            </a:solidFill>
          </p:spPr>
        </p:sp>
      </p:grpSp>
      <p:sp>
        <p:nvSpPr>
          <p:cNvPr name="TextBox 79" id="79"/>
          <p:cNvSpPr txBox="true"/>
          <p:nvPr/>
        </p:nvSpPr>
        <p:spPr>
          <a:xfrm rot="0">
            <a:off x="720347" y="6534407"/>
            <a:ext cx="1265939" cy="49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2E5D8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TC-07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2037083" y="6534407"/>
            <a:ext cx="8087363" cy="49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Affichage mobile 375px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0175243" y="6534407"/>
            <a:ext cx="247294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8592A6"/>
                </a:solidFill>
                <a:latin typeface="Calibri (MS)"/>
                <a:ea typeface="Calibri (MS)"/>
                <a:cs typeface="Calibri (MS)"/>
                <a:sym typeface="Calibri (MS)"/>
              </a:rPr>
              <a:t>Perfermance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2698987" y="6534407"/>
            <a:ext cx="210718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UI</a:t>
            </a:r>
          </a:p>
        </p:txBody>
      </p:sp>
      <p:grpSp>
        <p:nvGrpSpPr>
          <p:cNvPr name="Group 83" id="83"/>
          <p:cNvGrpSpPr/>
          <p:nvPr/>
        </p:nvGrpSpPr>
        <p:grpSpPr>
          <a:xfrm rot="0">
            <a:off x="14827758" y="6525006"/>
            <a:ext cx="2695956" cy="574548"/>
            <a:chOff x="0" y="0"/>
            <a:chExt cx="3594608" cy="766064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5080" y="5080"/>
              <a:ext cx="3584448" cy="755904"/>
            </a:xfrm>
            <a:custGeom>
              <a:avLst/>
              <a:gdLst/>
              <a:ahLst/>
              <a:cxnLst/>
              <a:rect r="r" b="b" t="t" l="l"/>
              <a:pathLst>
                <a:path h="755904" w="3584448">
                  <a:moveTo>
                    <a:pt x="0" y="0"/>
                  </a:moveTo>
                  <a:lnTo>
                    <a:pt x="3584448" y="0"/>
                  </a:lnTo>
                  <a:lnTo>
                    <a:pt x="3584448" y="755904"/>
                  </a:lnTo>
                  <a:lnTo>
                    <a:pt x="0" y="755904"/>
                  </a:lnTo>
                  <a:close/>
                </a:path>
              </a:pathLst>
            </a:custGeom>
            <a:solidFill>
              <a:srgbClr val="FFF7ED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3594608" cy="766064"/>
            </a:xfrm>
            <a:custGeom>
              <a:avLst/>
              <a:gdLst/>
              <a:ahLst/>
              <a:cxnLst/>
              <a:rect r="r" b="b" t="t" l="l"/>
              <a:pathLst>
                <a:path h="766064" w="3594608">
                  <a:moveTo>
                    <a:pt x="5080" y="0"/>
                  </a:moveTo>
                  <a:lnTo>
                    <a:pt x="3589528" y="0"/>
                  </a:lnTo>
                  <a:cubicBezTo>
                    <a:pt x="3592322" y="0"/>
                    <a:pt x="3594608" y="2286"/>
                    <a:pt x="3594608" y="5080"/>
                  </a:cubicBezTo>
                  <a:lnTo>
                    <a:pt x="3594608" y="760984"/>
                  </a:lnTo>
                  <a:cubicBezTo>
                    <a:pt x="3594608" y="763778"/>
                    <a:pt x="3592322" y="766064"/>
                    <a:pt x="3589528" y="766064"/>
                  </a:cubicBezTo>
                  <a:lnTo>
                    <a:pt x="5080" y="766064"/>
                  </a:lnTo>
                  <a:cubicBezTo>
                    <a:pt x="2286" y="766064"/>
                    <a:pt x="0" y="763778"/>
                    <a:pt x="0" y="760984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760984"/>
                  </a:lnTo>
                  <a:lnTo>
                    <a:pt x="5080" y="760984"/>
                  </a:lnTo>
                  <a:lnTo>
                    <a:pt x="5080" y="755904"/>
                  </a:lnTo>
                  <a:lnTo>
                    <a:pt x="3589528" y="755904"/>
                  </a:lnTo>
                  <a:lnTo>
                    <a:pt x="3589528" y="760984"/>
                  </a:lnTo>
                  <a:lnTo>
                    <a:pt x="3584448" y="760984"/>
                  </a:lnTo>
                  <a:lnTo>
                    <a:pt x="3584448" y="5080"/>
                  </a:lnTo>
                  <a:lnTo>
                    <a:pt x="3589528" y="5080"/>
                  </a:lnTo>
                  <a:lnTo>
                    <a:pt x="3589528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BD5E0"/>
            </a:solidFill>
          </p:spPr>
        </p:sp>
      </p:grpSp>
      <p:sp>
        <p:nvSpPr>
          <p:cNvPr name="TextBox 86" id="86"/>
          <p:cNvSpPr txBox="true"/>
          <p:nvPr/>
        </p:nvSpPr>
        <p:spPr>
          <a:xfrm rot="0">
            <a:off x="14856971" y="6534407"/>
            <a:ext cx="2637539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F4A6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FAIL </a:t>
            </a:r>
          </a:p>
        </p:txBody>
      </p:sp>
      <p:grpSp>
        <p:nvGrpSpPr>
          <p:cNvPr name="Group 87" id="87"/>
          <p:cNvGrpSpPr/>
          <p:nvPr/>
        </p:nvGrpSpPr>
        <p:grpSpPr>
          <a:xfrm rot="0">
            <a:off x="508254" y="7110222"/>
            <a:ext cx="17271492" cy="574548"/>
            <a:chOff x="0" y="0"/>
            <a:chExt cx="23028656" cy="766064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5080" y="5080"/>
              <a:ext cx="23018496" cy="755904"/>
            </a:xfrm>
            <a:custGeom>
              <a:avLst/>
              <a:gdLst/>
              <a:ahLst/>
              <a:cxnLst/>
              <a:rect r="r" b="b" t="t" l="l"/>
              <a:pathLst>
                <a:path h="755904" w="23018496">
                  <a:moveTo>
                    <a:pt x="0" y="0"/>
                  </a:moveTo>
                  <a:lnTo>
                    <a:pt x="23018496" y="0"/>
                  </a:lnTo>
                  <a:lnTo>
                    <a:pt x="23018496" y="755904"/>
                  </a:lnTo>
                  <a:lnTo>
                    <a:pt x="0" y="755904"/>
                  </a:lnTo>
                  <a:close/>
                </a:path>
              </a:pathLst>
            </a:custGeom>
            <a:solidFill>
              <a:srgbClr val="EDF2F7"/>
            </a:solidFill>
          </p:spPr>
        </p:sp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3028656" cy="766064"/>
            </a:xfrm>
            <a:custGeom>
              <a:avLst/>
              <a:gdLst/>
              <a:ahLst/>
              <a:cxnLst/>
              <a:rect r="r" b="b" t="t" l="l"/>
              <a:pathLst>
                <a:path h="766064" w="23028656">
                  <a:moveTo>
                    <a:pt x="5080" y="0"/>
                  </a:moveTo>
                  <a:lnTo>
                    <a:pt x="23023576" y="0"/>
                  </a:lnTo>
                  <a:cubicBezTo>
                    <a:pt x="23026370" y="0"/>
                    <a:pt x="23028656" y="2286"/>
                    <a:pt x="23028656" y="5080"/>
                  </a:cubicBezTo>
                  <a:lnTo>
                    <a:pt x="23028656" y="760984"/>
                  </a:lnTo>
                  <a:cubicBezTo>
                    <a:pt x="23028656" y="763778"/>
                    <a:pt x="23026370" y="766064"/>
                    <a:pt x="23023576" y="766064"/>
                  </a:cubicBezTo>
                  <a:lnTo>
                    <a:pt x="5080" y="766064"/>
                  </a:lnTo>
                  <a:cubicBezTo>
                    <a:pt x="2286" y="766064"/>
                    <a:pt x="0" y="763778"/>
                    <a:pt x="0" y="760984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760984"/>
                  </a:lnTo>
                  <a:lnTo>
                    <a:pt x="5080" y="760984"/>
                  </a:lnTo>
                  <a:lnTo>
                    <a:pt x="5080" y="755904"/>
                  </a:lnTo>
                  <a:lnTo>
                    <a:pt x="23023576" y="755904"/>
                  </a:lnTo>
                  <a:lnTo>
                    <a:pt x="23023576" y="760984"/>
                  </a:lnTo>
                  <a:lnTo>
                    <a:pt x="23018496" y="760984"/>
                  </a:lnTo>
                  <a:lnTo>
                    <a:pt x="23018496" y="5080"/>
                  </a:lnTo>
                  <a:lnTo>
                    <a:pt x="23023576" y="5080"/>
                  </a:lnTo>
                  <a:lnTo>
                    <a:pt x="23023576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BD5E0"/>
            </a:solidFill>
          </p:spPr>
        </p:sp>
      </p:grpSp>
      <p:sp>
        <p:nvSpPr>
          <p:cNvPr name="TextBox 90" id="90"/>
          <p:cNvSpPr txBox="true"/>
          <p:nvPr/>
        </p:nvSpPr>
        <p:spPr>
          <a:xfrm rot="0">
            <a:off x="720347" y="7119623"/>
            <a:ext cx="1265939" cy="49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2E5D8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TC-08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2037083" y="7119623"/>
            <a:ext cx="8087363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T</a:t>
            </a:r>
            <a:r>
              <a:rPr lang="en-US" sz="20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emps de chargement des pages</a:t>
            </a:r>
          </a:p>
          <a:p>
            <a:pPr algn="l">
              <a:lnSpc>
                <a:spcPts val="2400"/>
              </a:lnSpc>
            </a:pPr>
          </a:p>
        </p:txBody>
      </p:sp>
      <p:sp>
        <p:nvSpPr>
          <p:cNvPr name="TextBox 92" id="92"/>
          <p:cNvSpPr txBox="true"/>
          <p:nvPr/>
        </p:nvSpPr>
        <p:spPr>
          <a:xfrm rot="0">
            <a:off x="10175243" y="7119623"/>
            <a:ext cx="2472947" cy="49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Performance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12698987" y="7119623"/>
            <a:ext cx="210718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Perfermance</a:t>
            </a:r>
          </a:p>
        </p:txBody>
      </p:sp>
      <p:grpSp>
        <p:nvGrpSpPr>
          <p:cNvPr name="Group 94" id="94"/>
          <p:cNvGrpSpPr/>
          <p:nvPr/>
        </p:nvGrpSpPr>
        <p:grpSpPr>
          <a:xfrm rot="0">
            <a:off x="14827758" y="7110222"/>
            <a:ext cx="2695956" cy="574548"/>
            <a:chOff x="0" y="0"/>
            <a:chExt cx="3594608" cy="766064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5080" y="5080"/>
              <a:ext cx="3584448" cy="755904"/>
            </a:xfrm>
            <a:custGeom>
              <a:avLst/>
              <a:gdLst/>
              <a:ahLst/>
              <a:cxnLst/>
              <a:rect r="r" b="b" t="t" l="l"/>
              <a:pathLst>
                <a:path h="755904" w="3584448">
                  <a:moveTo>
                    <a:pt x="0" y="0"/>
                  </a:moveTo>
                  <a:lnTo>
                    <a:pt x="3584448" y="0"/>
                  </a:lnTo>
                  <a:lnTo>
                    <a:pt x="3584448" y="755904"/>
                  </a:lnTo>
                  <a:lnTo>
                    <a:pt x="0" y="755904"/>
                  </a:lnTo>
                  <a:close/>
                </a:path>
              </a:pathLst>
            </a:custGeom>
            <a:solidFill>
              <a:srgbClr val="FFF7ED"/>
            </a:solidFill>
          </p:spPr>
        </p:sp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3594608" cy="766064"/>
            </a:xfrm>
            <a:custGeom>
              <a:avLst/>
              <a:gdLst/>
              <a:ahLst/>
              <a:cxnLst/>
              <a:rect r="r" b="b" t="t" l="l"/>
              <a:pathLst>
                <a:path h="766064" w="3594608">
                  <a:moveTo>
                    <a:pt x="5080" y="0"/>
                  </a:moveTo>
                  <a:lnTo>
                    <a:pt x="3589528" y="0"/>
                  </a:lnTo>
                  <a:cubicBezTo>
                    <a:pt x="3592322" y="0"/>
                    <a:pt x="3594608" y="2286"/>
                    <a:pt x="3594608" y="5080"/>
                  </a:cubicBezTo>
                  <a:lnTo>
                    <a:pt x="3594608" y="760984"/>
                  </a:lnTo>
                  <a:cubicBezTo>
                    <a:pt x="3594608" y="763778"/>
                    <a:pt x="3592322" y="766064"/>
                    <a:pt x="3589528" y="766064"/>
                  </a:cubicBezTo>
                  <a:lnTo>
                    <a:pt x="5080" y="766064"/>
                  </a:lnTo>
                  <a:cubicBezTo>
                    <a:pt x="2286" y="766064"/>
                    <a:pt x="0" y="763778"/>
                    <a:pt x="0" y="760984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760984"/>
                  </a:lnTo>
                  <a:lnTo>
                    <a:pt x="5080" y="760984"/>
                  </a:lnTo>
                  <a:lnTo>
                    <a:pt x="5080" y="755904"/>
                  </a:lnTo>
                  <a:lnTo>
                    <a:pt x="3589528" y="755904"/>
                  </a:lnTo>
                  <a:lnTo>
                    <a:pt x="3589528" y="760984"/>
                  </a:lnTo>
                  <a:lnTo>
                    <a:pt x="3584448" y="760984"/>
                  </a:lnTo>
                  <a:lnTo>
                    <a:pt x="3584448" y="5080"/>
                  </a:lnTo>
                  <a:lnTo>
                    <a:pt x="3589528" y="5080"/>
                  </a:lnTo>
                  <a:lnTo>
                    <a:pt x="3589528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BD5E0"/>
            </a:solidFill>
          </p:spPr>
        </p:sp>
      </p:grpSp>
      <p:sp>
        <p:nvSpPr>
          <p:cNvPr name="TextBox 97" id="97"/>
          <p:cNvSpPr txBox="true"/>
          <p:nvPr/>
        </p:nvSpPr>
        <p:spPr>
          <a:xfrm rot="0">
            <a:off x="14856971" y="7119623"/>
            <a:ext cx="2637539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F4A6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FAIL</a:t>
            </a:r>
          </a:p>
        </p:txBody>
      </p:sp>
      <p:grpSp>
        <p:nvGrpSpPr>
          <p:cNvPr name="Group 98" id="98"/>
          <p:cNvGrpSpPr/>
          <p:nvPr/>
        </p:nvGrpSpPr>
        <p:grpSpPr>
          <a:xfrm rot="0">
            <a:off x="508254" y="7695438"/>
            <a:ext cx="17271492" cy="574548"/>
            <a:chOff x="0" y="0"/>
            <a:chExt cx="23028656" cy="766064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5080" y="5080"/>
              <a:ext cx="23018496" cy="755904"/>
            </a:xfrm>
            <a:custGeom>
              <a:avLst/>
              <a:gdLst/>
              <a:ahLst/>
              <a:cxnLst/>
              <a:rect r="r" b="b" t="t" l="l"/>
              <a:pathLst>
                <a:path h="755904" w="23018496">
                  <a:moveTo>
                    <a:pt x="0" y="0"/>
                  </a:moveTo>
                  <a:lnTo>
                    <a:pt x="23018496" y="0"/>
                  </a:lnTo>
                  <a:lnTo>
                    <a:pt x="23018496" y="755904"/>
                  </a:lnTo>
                  <a:lnTo>
                    <a:pt x="0" y="75590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3028656" cy="766064"/>
            </a:xfrm>
            <a:custGeom>
              <a:avLst/>
              <a:gdLst/>
              <a:ahLst/>
              <a:cxnLst/>
              <a:rect r="r" b="b" t="t" l="l"/>
              <a:pathLst>
                <a:path h="766064" w="23028656">
                  <a:moveTo>
                    <a:pt x="5080" y="0"/>
                  </a:moveTo>
                  <a:lnTo>
                    <a:pt x="23023576" y="0"/>
                  </a:lnTo>
                  <a:cubicBezTo>
                    <a:pt x="23026370" y="0"/>
                    <a:pt x="23028656" y="2286"/>
                    <a:pt x="23028656" y="5080"/>
                  </a:cubicBezTo>
                  <a:lnTo>
                    <a:pt x="23028656" y="760984"/>
                  </a:lnTo>
                  <a:cubicBezTo>
                    <a:pt x="23028656" y="763778"/>
                    <a:pt x="23026370" y="766064"/>
                    <a:pt x="23023576" y="766064"/>
                  </a:cubicBezTo>
                  <a:lnTo>
                    <a:pt x="5080" y="766064"/>
                  </a:lnTo>
                  <a:cubicBezTo>
                    <a:pt x="2286" y="766064"/>
                    <a:pt x="0" y="763778"/>
                    <a:pt x="0" y="760984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760984"/>
                  </a:lnTo>
                  <a:lnTo>
                    <a:pt x="5080" y="760984"/>
                  </a:lnTo>
                  <a:lnTo>
                    <a:pt x="5080" y="755904"/>
                  </a:lnTo>
                  <a:lnTo>
                    <a:pt x="23023576" y="755904"/>
                  </a:lnTo>
                  <a:lnTo>
                    <a:pt x="23023576" y="760984"/>
                  </a:lnTo>
                  <a:lnTo>
                    <a:pt x="23018496" y="760984"/>
                  </a:lnTo>
                  <a:lnTo>
                    <a:pt x="23018496" y="5080"/>
                  </a:lnTo>
                  <a:lnTo>
                    <a:pt x="23023576" y="5080"/>
                  </a:lnTo>
                  <a:lnTo>
                    <a:pt x="23023576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BD5E0"/>
            </a:solidFill>
          </p:spPr>
        </p:sp>
      </p:grpSp>
      <p:sp>
        <p:nvSpPr>
          <p:cNvPr name="TextBox 101" id="101"/>
          <p:cNvSpPr txBox="true"/>
          <p:nvPr/>
        </p:nvSpPr>
        <p:spPr>
          <a:xfrm rot="0">
            <a:off x="720347" y="7704839"/>
            <a:ext cx="1265939" cy="49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2E5D8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TC-09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2037083" y="7704839"/>
            <a:ext cx="8087363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S</a:t>
            </a:r>
            <a:r>
              <a:rPr lang="en-US" sz="20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ection catégories</a:t>
            </a:r>
          </a:p>
          <a:p>
            <a:pPr algn="l">
              <a:lnSpc>
                <a:spcPts val="2400"/>
              </a:lnSpc>
            </a:pPr>
          </a:p>
        </p:txBody>
      </p:sp>
      <p:sp>
        <p:nvSpPr>
          <p:cNvPr name="TextBox 103" id="103"/>
          <p:cNvSpPr txBox="true"/>
          <p:nvPr/>
        </p:nvSpPr>
        <p:spPr>
          <a:xfrm rot="0">
            <a:off x="10175243" y="7704839"/>
            <a:ext cx="247294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Filiéres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12698987" y="7704839"/>
            <a:ext cx="2107187" cy="49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Functional</a:t>
            </a:r>
          </a:p>
        </p:txBody>
      </p:sp>
      <p:grpSp>
        <p:nvGrpSpPr>
          <p:cNvPr name="Group 105" id="105"/>
          <p:cNvGrpSpPr/>
          <p:nvPr/>
        </p:nvGrpSpPr>
        <p:grpSpPr>
          <a:xfrm rot="0">
            <a:off x="14827758" y="7695438"/>
            <a:ext cx="2695956" cy="574548"/>
            <a:chOff x="0" y="0"/>
            <a:chExt cx="3594608" cy="766064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5080" y="5080"/>
              <a:ext cx="3584448" cy="755904"/>
            </a:xfrm>
            <a:custGeom>
              <a:avLst/>
              <a:gdLst/>
              <a:ahLst/>
              <a:cxnLst/>
              <a:rect r="r" b="b" t="t" l="l"/>
              <a:pathLst>
                <a:path h="755904" w="3584448">
                  <a:moveTo>
                    <a:pt x="0" y="0"/>
                  </a:moveTo>
                  <a:lnTo>
                    <a:pt x="3584448" y="0"/>
                  </a:lnTo>
                  <a:lnTo>
                    <a:pt x="3584448" y="755904"/>
                  </a:lnTo>
                  <a:lnTo>
                    <a:pt x="0" y="755904"/>
                  </a:lnTo>
                  <a:close/>
                </a:path>
              </a:pathLst>
            </a:custGeom>
            <a:solidFill>
              <a:srgbClr val="E6FAF5"/>
            </a:solidFill>
          </p:spPr>
        </p:sp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3594608" cy="766064"/>
            </a:xfrm>
            <a:custGeom>
              <a:avLst/>
              <a:gdLst/>
              <a:ahLst/>
              <a:cxnLst/>
              <a:rect r="r" b="b" t="t" l="l"/>
              <a:pathLst>
                <a:path h="766064" w="3594608">
                  <a:moveTo>
                    <a:pt x="5080" y="0"/>
                  </a:moveTo>
                  <a:lnTo>
                    <a:pt x="3589528" y="0"/>
                  </a:lnTo>
                  <a:cubicBezTo>
                    <a:pt x="3592322" y="0"/>
                    <a:pt x="3594608" y="2286"/>
                    <a:pt x="3594608" y="5080"/>
                  </a:cubicBezTo>
                  <a:lnTo>
                    <a:pt x="3594608" y="760984"/>
                  </a:lnTo>
                  <a:cubicBezTo>
                    <a:pt x="3594608" y="763778"/>
                    <a:pt x="3592322" y="766064"/>
                    <a:pt x="3589528" y="766064"/>
                  </a:cubicBezTo>
                  <a:lnTo>
                    <a:pt x="5080" y="766064"/>
                  </a:lnTo>
                  <a:cubicBezTo>
                    <a:pt x="2286" y="766064"/>
                    <a:pt x="0" y="763778"/>
                    <a:pt x="0" y="760984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760984"/>
                  </a:lnTo>
                  <a:lnTo>
                    <a:pt x="5080" y="760984"/>
                  </a:lnTo>
                  <a:lnTo>
                    <a:pt x="5080" y="755904"/>
                  </a:lnTo>
                  <a:lnTo>
                    <a:pt x="3589528" y="755904"/>
                  </a:lnTo>
                  <a:lnTo>
                    <a:pt x="3589528" y="760984"/>
                  </a:lnTo>
                  <a:lnTo>
                    <a:pt x="3584448" y="760984"/>
                  </a:lnTo>
                  <a:lnTo>
                    <a:pt x="3584448" y="5080"/>
                  </a:lnTo>
                  <a:lnTo>
                    <a:pt x="3589528" y="5080"/>
                  </a:lnTo>
                  <a:lnTo>
                    <a:pt x="3589528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BD5E0"/>
            </a:solidFill>
          </p:spPr>
        </p:sp>
      </p:grpSp>
      <p:sp>
        <p:nvSpPr>
          <p:cNvPr name="TextBox 108" id="108"/>
          <p:cNvSpPr txBox="true"/>
          <p:nvPr/>
        </p:nvSpPr>
        <p:spPr>
          <a:xfrm rot="0">
            <a:off x="14856971" y="7704839"/>
            <a:ext cx="2637539" cy="49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02C39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PASS</a:t>
            </a:r>
          </a:p>
        </p:txBody>
      </p:sp>
      <p:grpSp>
        <p:nvGrpSpPr>
          <p:cNvPr name="Group 109" id="109"/>
          <p:cNvGrpSpPr/>
          <p:nvPr/>
        </p:nvGrpSpPr>
        <p:grpSpPr>
          <a:xfrm rot="0">
            <a:off x="508254" y="8280654"/>
            <a:ext cx="17271492" cy="574548"/>
            <a:chOff x="0" y="0"/>
            <a:chExt cx="23028656" cy="766064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5080" y="5080"/>
              <a:ext cx="23018496" cy="755904"/>
            </a:xfrm>
            <a:custGeom>
              <a:avLst/>
              <a:gdLst/>
              <a:ahLst/>
              <a:cxnLst/>
              <a:rect r="r" b="b" t="t" l="l"/>
              <a:pathLst>
                <a:path h="755904" w="23018496">
                  <a:moveTo>
                    <a:pt x="0" y="0"/>
                  </a:moveTo>
                  <a:lnTo>
                    <a:pt x="23018496" y="0"/>
                  </a:lnTo>
                  <a:lnTo>
                    <a:pt x="23018496" y="755904"/>
                  </a:lnTo>
                  <a:lnTo>
                    <a:pt x="0" y="755904"/>
                  </a:lnTo>
                  <a:close/>
                </a:path>
              </a:pathLst>
            </a:custGeom>
            <a:solidFill>
              <a:srgbClr val="EDF2F7"/>
            </a:solidFill>
          </p:spPr>
        </p:sp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23028656" cy="766064"/>
            </a:xfrm>
            <a:custGeom>
              <a:avLst/>
              <a:gdLst/>
              <a:ahLst/>
              <a:cxnLst/>
              <a:rect r="r" b="b" t="t" l="l"/>
              <a:pathLst>
                <a:path h="766064" w="23028656">
                  <a:moveTo>
                    <a:pt x="5080" y="0"/>
                  </a:moveTo>
                  <a:lnTo>
                    <a:pt x="23023576" y="0"/>
                  </a:lnTo>
                  <a:cubicBezTo>
                    <a:pt x="23026370" y="0"/>
                    <a:pt x="23028656" y="2286"/>
                    <a:pt x="23028656" y="5080"/>
                  </a:cubicBezTo>
                  <a:lnTo>
                    <a:pt x="23028656" y="760984"/>
                  </a:lnTo>
                  <a:cubicBezTo>
                    <a:pt x="23028656" y="763778"/>
                    <a:pt x="23026370" y="766064"/>
                    <a:pt x="23023576" y="766064"/>
                  </a:cubicBezTo>
                  <a:lnTo>
                    <a:pt x="5080" y="766064"/>
                  </a:lnTo>
                  <a:cubicBezTo>
                    <a:pt x="2286" y="766064"/>
                    <a:pt x="0" y="763778"/>
                    <a:pt x="0" y="760984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760984"/>
                  </a:lnTo>
                  <a:lnTo>
                    <a:pt x="5080" y="760984"/>
                  </a:lnTo>
                  <a:lnTo>
                    <a:pt x="5080" y="755904"/>
                  </a:lnTo>
                  <a:lnTo>
                    <a:pt x="23023576" y="755904"/>
                  </a:lnTo>
                  <a:lnTo>
                    <a:pt x="23023576" y="760984"/>
                  </a:lnTo>
                  <a:lnTo>
                    <a:pt x="23018496" y="760984"/>
                  </a:lnTo>
                  <a:lnTo>
                    <a:pt x="23018496" y="5080"/>
                  </a:lnTo>
                  <a:lnTo>
                    <a:pt x="23023576" y="5080"/>
                  </a:lnTo>
                  <a:lnTo>
                    <a:pt x="23023576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BD5E0"/>
            </a:solidFill>
          </p:spPr>
        </p:sp>
      </p:grpSp>
      <p:sp>
        <p:nvSpPr>
          <p:cNvPr name="TextBox 112" id="112"/>
          <p:cNvSpPr txBox="true"/>
          <p:nvPr/>
        </p:nvSpPr>
        <p:spPr>
          <a:xfrm rot="0">
            <a:off x="720347" y="8290055"/>
            <a:ext cx="1265939" cy="49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2E5D8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TC-10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2037083" y="8290055"/>
            <a:ext cx="8087363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Ouv</a:t>
            </a:r>
            <a:r>
              <a:rPr lang="en-US" sz="20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erture et fermeture d'une publicité</a:t>
            </a:r>
          </a:p>
          <a:p>
            <a:pPr algn="l">
              <a:lnSpc>
                <a:spcPts val="2400"/>
              </a:lnSpc>
            </a:pPr>
          </a:p>
        </p:txBody>
      </p:sp>
      <p:sp>
        <p:nvSpPr>
          <p:cNvPr name="TextBox 114" id="114"/>
          <p:cNvSpPr txBox="true"/>
          <p:nvPr/>
        </p:nvSpPr>
        <p:spPr>
          <a:xfrm rot="0">
            <a:off x="10175243" y="8290055"/>
            <a:ext cx="247294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UI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12698987" y="8290055"/>
            <a:ext cx="2107187" cy="49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Functional</a:t>
            </a:r>
          </a:p>
        </p:txBody>
      </p:sp>
      <p:grpSp>
        <p:nvGrpSpPr>
          <p:cNvPr name="Group 116" id="116"/>
          <p:cNvGrpSpPr/>
          <p:nvPr/>
        </p:nvGrpSpPr>
        <p:grpSpPr>
          <a:xfrm rot="0">
            <a:off x="14827758" y="8280654"/>
            <a:ext cx="2695956" cy="574548"/>
            <a:chOff x="0" y="0"/>
            <a:chExt cx="3594608" cy="766064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5080" y="5080"/>
              <a:ext cx="3584448" cy="755904"/>
            </a:xfrm>
            <a:custGeom>
              <a:avLst/>
              <a:gdLst/>
              <a:ahLst/>
              <a:cxnLst/>
              <a:rect r="r" b="b" t="t" l="l"/>
              <a:pathLst>
                <a:path h="755904" w="3584448">
                  <a:moveTo>
                    <a:pt x="0" y="0"/>
                  </a:moveTo>
                  <a:lnTo>
                    <a:pt x="3584448" y="0"/>
                  </a:lnTo>
                  <a:lnTo>
                    <a:pt x="3584448" y="755904"/>
                  </a:lnTo>
                  <a:lnTo>
                    <a:pt x="0" y="755904"/>
                  </a:lnTo>
                  <a:close/>
                </a:path>
              </a:pathLst>
            </a:custGeom>
            <a:solidFill>
              <a:srgbClr val="FFF7ED"/>
            </a:solidFill>
          </p:spPr>
        </p:sp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3594608" cy="766064"/>
            </a:xfrm>
            <a:custGeom>
              <a:avLst/>
              <a:gdLst/>
              <a:ahLst/>
              <a:cxnLst/>
              <a:rect r="r" b="b" t="t" l="l"/>
              <a:pathLst>
                <a:path h="766064" w="3594608">
                  <a:moveTo>
                    <a:pt x="5080" y="0"/>
                  </a:moveTo>
                  <a:lnTo>
                    <a:pt x="3589528" y="0"/>
                  </a:lnTo>
                  <a:cubicBezTo>
                    <a:pt x="3592322" y="0"/>
                    <a:pt x="3594608" y="2286"/>
                    <a:pt x="3594608" y="5080"/>
                  </a:cubicBezTo>
                  <a:lnTo>
                    <a:pt x="3594608" y="760984"/>
                  </a:lnTo>
                  <a:cubicBezTo>
                    <a:pt x="3594608" y="763778"/>
                    <a:pt x="3592322" y="766064"/>
                    <a:pt x="3589528" y="766064"/>
                  </a:cubicBezTo>
                  <a:lnTo>
                    <a:pt x="5080" y="766064"/>
                  </a:lnTo>
                  <a:cubicBezTo>
                    <a:pt x="2286" y="766064"/>
                    <a:pt x="0" y="763778"/>
                    <a:pt x="0" y="760984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760984"/>
                  </a:lnTo>
                  <a:lnTo>
                    <a:pt x="5080" y="760984"/>
                  </a:lnTo>
                  <a:lnTo>
                    <a:pt x="5080" y="755904"/>
                  </a:lnTo>
                  <a:lnTo>
                    <a:pt x="3589528" y="755904"/>
                  </a:lnTo>
                  <a:lnTo>
                    <a:pt x="3589528" y="760984"/>
                  </a:lnTo>
                  <a:lnTo>
                    <a:pt x="3584448" y="760984"/>
                  </a:lnTo>
                  <a:lnTo>
                    <a:pt x="3584448" y="5080"/>
                  </a:lnTo>
                  <a:lnTo>
                    <a:pt x="3589528" y="5080"/>
                  </a:lnTo>
                  <a:lnTo>
                    <a:pt x="3589528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BD5E0"/>
            </a:solidFill>
          </p:spPr>
        </p:sp>
      </p:grpSp>
      <p:sp>
        <p:nvSpPr>
          <p:cNvPr name="TextBox 119" id="119"/>
          <p:cNvSpPr txBox="true"/>
          <p:nvPr/>
        </p:nvSpPr>
        <p:spPr>
          <a:xfrm rot="0">
            <a:off x="14856971" y="8290055"/>
            <a:ext cx="2637539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F4A6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FAIL </a:t>
            </a:r>
          </a:p>
        </p:txBody>
      </p:sp>
      <p:grpSp>
        <p:nvGrpSpPr>
          <p:cNvPr name="Group 120" id="120"/>
          <p:cNvGrpSpPr/>
          <p:nvPr/>
        </p:nvGrpSpPr>
        <p:grpSpPr>
          <a:xfrm rot="0">
            <a:off x="508254" y="8865870"/>
            <a:ext cx="17271492" cy="574548"/>
            <a:chOff x="0" y="0"/>
            <a:chExt cx="23028656" cy="766064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5080" y="5080"/>
              <a:ext cx="23018496" cy="755904"/>
            </a:xfrm>
            <a:custGeom>
              <a:avLst/>
              <a:gdLst/>
              <a:ahLst/>
              <a:cxnLst/>
              <a:rect r="r" b="b" t="t" l="l"/>
              <a:pathLst>
                <a:path h="755904" w="23018496">
                  <a:moveTo>
                    <a:pt x="0" y="0"/>
                  </a:moveTo>
                  <a:lnTo>
                    <a:pt x="23018496" y="0"/>
                  </a:lnTo>
                  <a:lnTo>
                    <a:pt x="23018496" y="755904"/>
                  </a:lnTo>
                  <a:lnTo>
                    <a:pt x="0" y="75590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23028656" cy="766064"/>
            </a:xfrm>
            <a:custGeom>
              <a:avLst/>
              <a:gdLst/>
              <a:ahLst/>
              <a:cxnLst/>
              <a:rect r="r" b="b" t="t" l="l"/>
              <a:pathLst>
                <a:path h="766064" w="23028656">
                  <a:moveTo>
                    <a:pt x="5080" y="0"/>
                  </a:moveTo>
                  <a:lnTo>
                    <a:pt x="23023576" y="0"/>
                  </a:lnTo>
                  <a:cubicBezTo>
                    <a:pt x="23026370" y="0"/>
                    <a:pt x="23028656" y="2286"/>
                    <a:pt x="23028656" y="5080"/>
                  </a:cubicBezTo>
                  <a:lnTo>
                    <a:pt x="23028656" y="760984"/>
                  </a:lnTo>
                  <a:cubicBezTo>
                    <a:pt x="23028656" y="763778"/>
                    <a:pt x="23026370" y="766064"/>
                    <a:pt x="23023576" y="766064"/>
                  </a:cubicBezTo>
                  <a:lnTo>
                    <a:pt x="5080" y="766064"/>
                  </a:lnTo>
                  <a:cubicBezTo>
                    <a:pt x="2286" y="766064"/>
                    <a:pt x="0" y="763778"/>
                    <a:pt x="0" y="760984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760984"/>
                  </a:lnTo>
                  <a:lnTo>
                    <a:pt x="5080" y="760984"/>
                  </a:lnTo>
                  <a:lnTo>
                    <a:pt x="5080" y="755904"/>
                  </a:lnTo>
                  <a:lnTo>
                    <a:pt x="23023576" y="755904"/>
                  </a:lnTo>
                  <a:lnTo>
                    <a:pt x="23023576" y="760984"/>
                  </a:lnTo>
                  <a:lnTo>
                    <a:pt x="23018496" y="760984"/>
                  </a:lnTo>
                  <a:lnTo>
                    <a:pt x="23018496" y="5080"/>
                  </a:lnTo>
                  <a:lnTo>
                    <a:pt x="23023576" y="5080"/>
                  </a:lnTo>
                  <a:lnTo>
                    <a:pt x="23023576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BD5E0"/>
            </a:solidFill>
          </p:spPr>
        </p:sp>
      </p:grpSp>
      <p:sp>
        <p:nvSpPr>
          <p:cNvPr name="TextBox 123" id="123"/>
          <p:cNvSpPr txBox="true"/>
          <p:nvPr/>
        </p:nvSpPr>
        <p:spPr>
          <a:xfrm rot="0">
            <a:off x="720347" y="8875271"/>
            <a:ext cx="1265939" cy="49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2E5D8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TC-11</a:t>
            </a:r>
          </a:p>
        </p:txBody>
      </p:sp>
      <p:sp>
        <p:nvSpPr>
          <p:cNvPr name="TextBox 124" id="124"/>
          <p:cNvSpPr txBox="true"/>
          <p:nvPr/>
        </p:nvSpPr>
        <p:spPr>
          <a:xfrm rot="0">
            <a:off x="2037083" y="8875271"/>
            <a:ext cx="8087363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S</a:t>
            </a:r>
            <a:r>
              <a:rPr lang="en-US" sz="20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ection actualités</a:t>
            </a:r>
          </a:p>
        </p:txBody>
      </p:sp>
      <p:sp>
        <p:nvSpPr>
          <p:cNvPr name="TextBox 125" id="125"/>
          <p:cNvSpPr txBox="true"/>
          <p:nvPr/>
        </p:nvSpPr>
        <p:spPr>
          <a:xfrm rot="0">
            <a:off x="10175243" y="8875271"/>
            <a:ext cx="247294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Articles</a:t>
            </a:r>
          </a:p>
        </p:txBody>
      </p:sp>
      <p:sp>
        <p:nvSpPr>
          <p:cNvPr name="TextBox 126" id="126"/>
          <p:cNvSpPr txBox="true"/>
          <p:nvPr/>
        </p:nvSpPr>
        <p:spPr>
          <a:xfrm rot="0">
            <a:off x="12698987" y="8875271"/>
            <a:ext cx="2107187" cy="49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Functional</a:t>
            </a:r>
          </a:p>
        </p:txBody>
      </p:sp>
      <p:grpSp>
        <p:nvGrpSpPr>
          <p:cNvPr name="Group 127" id="127"/>
          <p:cNvGrpSpPr/>
          <p:nvPr/>
        </p:nvGrpSpPr>
        <p:grpSpPr>
          <a:xfrm rot="0">
            <a:off x="14827758" y="8865870"/>
            <a:ext cx="2695956" cy="574548"/>
            <a:chOff x="0" y="0"/>
            <a:chExt cx="3594608" cy="766064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5080" y="5080"/>
              <a:ext cx="3584448" cy="755904"/>
            </a:xfrm>
            <a:custGeom>
              <a:avLst/>
              <a:gdLst/>
              <a:ahLst/>
              <a:cxnLst/>
              <a:rect r="r" b="b" t="t" l="l"/>
              <a:pathLst>
                <a:path h="755904" w="3584448">
                  <a:moveTo>
                    <a:pt x="0" y="0"/>
                  </a:moveTo>
                  <a:lnTo>
                    <a:pt x="3584448" y="0"/>
                  </a:lnTo>
                  <a:lnTo>
                    <a:pt x="3584448" y="755904"/>
                  </a:lnTo>
                  <a:lnTo>
                    <a:pt x="0" y="755904"/>
                  </a:lnTo>
                  <a:close/>
                </a:path>
              </a:pathLst>
            </a:custGeom>
            <a:solidFill>
              <a:srgbClr val="E6FAF5"/>
            </a:solidFill>
          </p:spPr>
        </p:sp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3594608" cy="766064"/>
            </a:xfrm>
            <a:custGeom>
              <a:avLst/>
              <a:gdLst/>
              <a:ahLst/>
              <a:cxnLst/>
              <a:rect r="r" b="b" t="t" l="l"/>
              <a:pathLst>
                <a:path h="766064" w="3594608">
                  <a:moveTo>
                    <a:pt x="5080" y="0"/>
                  </a:moveTo>
                  <a:lnTo>
                    <a:pt x="3589528" y="0"/>
                  </a:lnTo>
                  <a:cubicBezTo>
                    <a:pt x="3592322" y="0"/>
                    <a:pt x="3594608" y="2286"/>
                    <a:pt x="3594608" y="5080"/>
                  </a:cubicBezTo>
                  <a:lnTo>
                    <a:pt x="3594608" y="760984"/>
                  </a:lnTo>
                  <a:cubicBezTo>
                    <a:pt x="3594608" y="763778"/>
                    <a:pt x="3592322" y="766064"/>
                    <a:pt x="3589528" y="766064"/>
                  </a:cubicBezTo>
                  <a:lnTo>
                    <a:pt x="5080" y="766064"/>
                  </a:lnTo>
                  <a:cubicBezTo>
                    <a:pt x="2286" y="766064"/>
                    <a:pt x="0" y="763778"/>
                    <a:pt x="0" y="760984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760984"/>
                  </a:lnTo>
                  <a:lnTo>
                    <a:pt x="5080" y="760984"/>
                  </a:lnTo>
                  <a:lnTo>
                    <a:pt x="5080" y="755904"/>
                  </a:lnTo>
                  <a:lnTo>
                    <a:pt x="3589528" y="755904"/>
                  </a:lnTo>
                  <a:lnTo>
                    <a:pt x="3589528" y="760984"/>
                  </a:lnTo>
                  <a:lnTo>
                    <a:pt x="3584448" y="760984"/>
                  </a:lnTo>
                  <a:lnTo>
                    <a:pt x="3584448" y="5080"/>
                  </a:lnTo>
                  <a:lnTo>
                    <a:pt x="3589528" y="5080"/>
                  </a:lnTo>
                  <a:lnTo>
                    <a:pt x="3589528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BD5E0"/>
            </a:solidFill>
          </p:spPr>
        </p:sp>
      </p:grpSp>
      <p:sp>
        <p:nvSpPr>
          <p:cNvPr name="TextBox 130" id="130"/>
          <p:cNvSpPr txBox="true"/>
          <p:nvPr/>
        </p:nvSpPr>
        <p:spPr>
          <a:xfrm rot="0">
            <a:off x="14856971" y="8875271"/>
            <a:ext cx="2637539" cy="49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02C39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PASS</a:t>
            </a:r>
          </a:p>
        </p:txBody>
      </p:sp>
      <p:grpSp>
        <p:nvGrpSpPr>
          <p:cNvPr name="Group 131" id="131"/>
          <p:cNvGrpSpPr/>
          <p:nvPr/>
        </p:nvGrpSpPr>
        <p:grpSpPr>
          <a:xfrm rot="0">
            <a:off x="508254" y="9451086"/>
            <a:ext cx="17271492" cy="574548"/>
            <a:chOff x="0" y="0"/>
            <a:chExt cx="23028656" cy="766064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5080" y="5080"/>
              <a:ext cx="23018496" cy="755904"/>
            </a:xfrm>
            <a:custGeom>
              <a:avLst/>
              <a:gdLst/>
              <a:ahLst/>
              <a:cxnLst/>
              <a:rect r="r" b="b" t="t" l="l"/>
              <a:pathLst>
                <a:path h="755904" w="23018496">
                  <a:moveTo>
                    <a:pt x="0" y="0"/>
                  </a:moveTo>
                  <a:lnTo>
                    <a:pt x="23018496" y="0"/>
                  </a:lnTo>
                  <a:lnTo>
                    <a:pt x="23018496" y="755904"/>
                  </a:lnTo>
                  <a:lnTo>
                    <a:pt x="0" y="755904"/>
                  </a:lnTo>
                  <a:close/>
                </a:path>
              </a:pathLst>
            </a:custGeom>
            <a:solidFill>
              <a:srgbClr val="EDF2F7"/>
            </a:solidFill>
          </p:spPr>
        </p:sp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23028656" cy="766064"/>
            </a:xfrm>
            <a:custGeom>
              <a:avLst/>
              <a:gdLst/>
              <a:ahLst/>
              <a:cxnLst/>
              <a:rect r="r" b="b" t="t" l="l"/>
              <a:pathLst>
                <a:path h="766064" w="23028656">
                  <a:moveTo>
                    <a:pt x="5080" y="0"/>
                  </a:moveTo>
                  <a:lnTo>
                    <a:pt x="23023576" y="0"/>
                  </a:lnTo>
                  <a:cubicBezTo>
                    <a:pt x="23026370" y="0"/>
                    <a:pt x="23028656" y="2286"/>
                    <a:pt x="23028656" y="5080"/>
                  </a:cubicBezTo>
                  <a:lnTo>
                    <a:pt x="23028656" y="760984"/>
                  </a:lnTo>
                  <a:cubicBezTo>
                    <a:pt x="23028656" y="763778"/>
                    <a:pt x="23026370" y="766064"/>
                    <a:pt x="23023576" y="766064"/>
                  </a:cubicBezTo>
                  <a:lnTo>
                    <a:pt x="5080" y="766064"/>
                  </a:lnTo>
                  <a:cubicBezTo>
                    <a:pt x="2286" y="766064"/>
                    <a:pt x="0" y="763778"/>
                    <a:pt x="0" y="760984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760984"/>
                  </a:lnTo>
                  <a:lnTo>
                    <a:pt x="5080" y="760984"/>
                  </a:lnTo>
                  <a:lnTo>
                    <a:pt x="5080" y="755904"/>
                  </a:lnTo>
                  <a:lnTo>
                    <a:pt x="23023576" y="755904"/>
                  </a:lnTo>
                  <a:lnTo>
                    <a:pt x="23023576" y="760984"/>
                  </a:lnTo>
                  <a:lnTo>
                    <a:pt x="23018496" y="760984"/>
                  </a:lnTo>
                  <a:lnTo>
                    <a:pt x="23018496" y="5080"/>
                  </a:lnTo>
                  <a:lnTo>
                    <a:pt x="23023576" y="5080"/>
                  </a:lnTo>
                  <a:lnTo>
                    <a:pt x="23023576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BD5E0"/>
            </a:solidFill>
          </p:spPr>
        </p:sp>
      </p:grpSp>
      <p:sp>
        <p:nvSpPr>
          <p:cNvPr name="TextBox 134" id="134"/>
          <p:cNvSpPr txBox="true"/>
          <p:nvPr/>
        </p:nvSpPr>
        <p:spPr>
          <a:xfrm rot="0">
            <a:off x="720347" y="9460487"/>
            <a:ext cx="1265939" cy="49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2E5D8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TC-12</a:t>
            </a:r>
          </a:p>
        </p:txBody>
      </p:sp>
      <p:sp>
        <p:nvSpPr>
          <p:cNvPr name="TextBox 135" id="135"/>
          <p:cNvSpPr txBox="true"/>
          <p:nvPr/>
        </p:nvSpPr>
        <p:spPr>
          <a:xfrm rot="0">
            <a:off x="2037083" y="9460487"/>
            <a:ext cx="8087363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E</a:t>
            </a:r>
            <a:r>
              <a:rPr lang="en-US" sz="20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space partenaires</a:t>
            </a:r>
          </a:p>
          <a:p>
            <a:pPr algn="l">
              <a:lnSpc>
                <a:spcPts val="2400"/>
              </a:lnSpc>
            </a:pPr>
          </a:p>
        </p:txBody>
      </p:sp>
      <p:sp>
        <p:nvSpPr>
          <p:cNvPr name="TextBox 136" id="136"/>
          <p:cNvSpPr txBox="true"/>
          <p:nvPr/>
        </p:nvSpPr>
        <p:spPr>
          <a:xfrm rot="0">
            <a:off x="10175243" y="9460487"/>
            <a:ext cx="247294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Navigation</a:t>
            </a:r>
          </a:p>
        </p:txBody>
      </p:sp>
      <p:sp>
        <p:nvSpPr>
          <p:cNvPr name="TextBox 137" id="137"/>
          <p:cNvSpPr txBox="true"/>
          <p:nvPr/>
        </p:nvSpPr>
        <p:spPr>
          <a:xfrm rot="0">
            <a:off x="12698987" y="9460487"/>
            <a:ext cx="2107187" cy="49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Functional</a:t>
            </a:r>
          </a:p>
        </p:txBody>
      </p:sp>
      <p:grpSp>
        <p:nvGrpSpPr>
          <p:cNvPr name="Group 138" id="138"/>
          <p:cNvGrpSpPr/>
          <p:nvPr/>
        </p:nvGrpSpPr>
        <p:grpSpPr>
          <a:xfrm rot="0">
            <a:off x="14827758" y="9451086"/>
            <a:ext cx="2695956" cy="574548"/>
            <a:chOff x="0" y="0"/>
            <a:chExt cx="3594608" cy="766064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5080" y="5080"/>
              <a:ext cx="3584448" cy="755904"/>
            </a:xfrm>
            <a:custGeom>
              <a:avLst/>
              <a:gdLst/>
              <a:ahLst/>
              <a:cxnLst/>
              <a:rect r="r" b="b" t="t" l="l"/>
              <a:pathLst>
                <a:path h="755904" w="3584448">
                  <a:moveTo>
                    <a:pt x="0" y="0"/>
                  </a:moveTo>
                  <a:lnTo>
                    <a:pt x="3584448" y="0"/>
                  </a:lnTo>
                  <a:lnTo>
                    <a:pt x="3584448" y="755904"/>
                  </a:lnTo>
                  <a:lnTo>
                    <a:pt x="0" y="755904"/>
                  </a:lnTo>
                  <a:close/>
                </a:path>
              </a:pathLst>
            </a:custGeom>
            <a:solidFill>
              <a:srgbClr val="E6FAF5"/>
            </a:solidFill>
          </p:spPr>
        </p:sp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3594608" cy="766064"/>
            </a:xfrm>
            <a:custGeom>
              <a:avLst/>
              <a:gdLst/>
              <a:ahLst/>
              <a:cxnLst/>
              <a:rect r="r" b="b" t="t" l="l"/>
              <a:pathLst>
                <a:path h="766064" w="3594608">
                  <a:moveTo>
                    <a:pt x="5080" y="0"/>
                  </a:moveTo>
                  <a:lnTo>
                    <a:pt x="3589528" y="0"/>
                  </a:lnTo>
                  <a:cubicBezTo>
                    <a:pt x="3592322" y="0"/>
                    <a:pt x="3594608" y="2286"/>
                    <a:pt x="3594608" y="5080"/>
                  </a:cubicBezTo>
                  <a:lnTo>
                    <a:pt x="3594608" y="760984"/>
                  </a:lnTo>
                  <a:cubicBezTo>
                    <a:pt x="3594608" y="763778"/>
                    <a:pt x="3592322" y="766064"/>
                    <a:pt x="3589528" y="766064"/>
                  </a:cubicBezTo>
                  <a:lnTo>
                    <a:pt x="5080" y="766064"/>
                  </a:lnTo>
                  <a:cubicBezTo>
                    <a:pt x="2286" y="766064"/>
                    <a:pt x="0" y="763778"/>
                    <a:pt x="0" y="760984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760984"/>
                  </a:lnTo>
                  <a:lnTo>
                    <a:pt x="5080" y="760984"/>
                  </a:lnTo>
                  <a:lnTo>
                    <a:pt x="5080" y="755904"/>
                  </a:lnTo>
                  <a:lnTo>
                    <a:pt x="3589528" y="755904"/>
                  </a:lnTo>
                  <a:lnTo>
                    <a:pt x="3589528" y="760984"/>
                  </a:lnTo>
                  <a:lnTo>
                    <a:pt x="3584448" y="760984"/>
                  </a:lnTo>
                  <a:lnTo>
                    <a:pt x="3584448" y="5080"/>
                  </a:lnTo>
                  <a:lnTo>
                    <a:pt x="3589528" y="5080"/>
                  </a:lnTo>
                  <a:lnTo>
                    <a:pt x="3589528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BD5E0"/>
            </a:solidFill>
          </p:spPr>
        </p:sp>
      </p:grpSp>
      <p:sp>
        <p:nvSpPr>
          <p:cNvPr name="TextBox 141" id="141"/>
          <p:cNvSpPr txBox="true"/>
          <p:nvPr/>
        </p:nvSpPr>
        <p:spPr>
          <a:xfrm rot="0">
            <a:off x="14856971" y="9460487"/>
            <a:ext cx="2637539" cy="49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02C39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PASS</a:t>
            </a:r>
          </a:p>
        </p:txBody>
      </p:sp>
      <p:sp>
        <p:nvSpPr>
          <p:cNvPr name="TextBox 142" id="142"/>
          <p:cNvSpPr txBox="true"/>
          <p:nvPr/>
        </p:nvSpPr>
        <p:spPr>
          <a:xfrm rot="0">
            <a:off x="10172071" y="5391531"/>
            <a:ext cx="2472947" cy="49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Navigation</a:t>
            </a:r>
          </a:p>
        </p:txBody>
      </p:sp>
      <p:sp>
        <p:nvSpPr>
          <p:cNvPr name="TextBox 143" id="143"/>
          <p:cNvSpPr txBox="true"/>
          <p:nvPr/>
        </p:nvSpPr>
        <p:spPr>
          <a:xfrm rot="0">
            <a:off x="10172071" y="5976747"/>
            <a:ext cx="2472947" cy="49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Navigation</a:t>
            </a:r>
          </a:p>
        </p:txBody>
      </p:sp>
      <p:sp>
        <p:nvSpPr>
          <p:cNvPr name="TextBox 144" id="144"/>
          <p:cNvSpPr txBox="true"/>
          <p:nvPr/>
        </p:nvSpPr>
        <p:spPr>
          <a:xfrm rot="0">
            <a:off x="14918941" y="4249674"/>
            <a:ext cx="2637539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F4A6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FAIL</a:t>
            </a:r>
          </a:p>
        </p:txBody>
      </p:sp>
      <p:sp>
        <p:nvSpPr>
          <p:cNvPr name="TextBox 145" id="145"/>
          <p:cNvSpPr txBox="true"/>
          <p:nvPr/>
        </p:nvSpPr>
        <p:spPr>
          <a:xfrm rot="0">
            <a:off x="14918941" y="5467731"/>
            <a:ext cx="2637539" cy="49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02C39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PASS</a:t>
            </a:r>
          </a:p>
        </p:txBody>
      </p:sp>
      <p:sp>
        <p:nvSpPr>
          <p:cNvPr name="TextBox 146" id="146"/>
          <p:cNvSpPr txBox="true"/>
          <p:nvPr/>
        </p:nvSpPr>
        <p:spPr>
          <a:xfrm rot="0">
            <a:off x="9071372" y="9801854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E5D8E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183387"/>
            <a:chOff x="0" y="0"/>
            <a:chExt cx="24417871" cy="29111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877312"/>
            </a:xfrm>
            <a:custGeom>
              <a:avLst/>
              <a:gdLst/>
              <a:ahLst/>
              <a:cxnLst/>
              <a:rect r="r" b="b" t="t" l="l"/>
              <a:pathLst>
                <a:path h="287731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877312"/>
                  </a:lnTo>
                  <a:lnTo>
                    <a:pt x="0" y="2877312"/>
                  </a:lnTo>
                  <a:close/>
                </a:path>
              </a:pathLst>
            </a:custGeom>
            <a:solidFill>
              <a:srgbClr val="1C2B3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911094"/>
            </a:xfrm>
            <a:custGeom>
              <a:avLst/>
              <a:gdLst/>
              <a:ahLst/>
              <a:cxnLst/>
              <a:rect r="r" b="b" t="t" l="l"/>
              <a:pathLst>
                <a:path h="291109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894203"/>
                  </a:lnTo>
                  <a:cubicBezTo>
                    <a:pt x="24417782" y="2903601"/>
                    <a:pt x="24410163" y="2911094"/>
                    <a:pt x="24400890" y="2911094"/>
                  </a:cubicBezTo>
                  <a:lnTo>
                    <a:pt x="16891" y="2911094"/>
                  </a:lnTo>
                  <a:cubicBezTo>
                    <a:pt x="7493" y="2911094"/>
                    <a:pt x="0" y="2903474"/>
                    <a:pt x="0" y="28942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94203"/>
                  </a:lnTo>
                  <a:lnTo>
                    <a:pt x="16891" y="2894203"/>
                  </a:lnTo>
                  <a:lnTo>
                    <a:pt x="16891" y="2877312"/>
                  </a:lnTo>
                  <a:lnTo>
                    <a:pt x="24400890" y="2877312"/>
                  </a:lnTo>
                  <a:lnTo>
                    <a:pt x="24400890" y="2894203"/>
                  </a:lnTo>
                  <a:lnTo>
                    <a:pt x="24384000" y="289420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B3A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731520" y="173355"/>
            <a:ext cx="16824960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200" b="true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Cas de Test — TC-13 à TC-24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99367" y="2218439"/>
            <a:ext cx="17289275" cy="756923"/>
            <a:chOff x="0" y="0"/>
            <a:chExt cx="23052367" cy="100923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6891" y="16891"/>
              <a:ext cx="23018497" cy="975360"/>
            </a:xfrm>
            <a:custGeom>
              <a:avLst/>
              <a:gdLst/>
              <a:ahLst/>
              <a:cxnLst/>
              <a:rect r="r" b="b" t="t" l="l"/>
              <a:pathLst>
                <a:path h="975360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1C2B3A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052278" cy="1009144"/>
            </a:xfrm>
            <a:custGeom>
              <a:avLst/>
              <a:gdLst/>
              <a:ahLst/>
              <a:cxnLst/>
              <a:rect r="r" b="b" t="t" l="l"/>
              <a:pathLst>
                <a:path h="1009144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992251"/>
                  </a:lnTo>
                  <a:cubicBezTo>
                    <a:pt x="23052278" y="1001649"/>
                    <a:pt x="23044658" y="1009142"/>
                    <a:pt x="23035388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23035388" y="975360"/>
                  </a:lnTo>
                  <a:lnTo>
                    <a:pt x="23035388" y="992251"/>
                  </a:lnTo>
                  <a:lnTo>
                    <a:pt x="23018497" y="992251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B3A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720347" y="2245490"/>
            <a:ext cx="1265939" cy="655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37083" y="2245490"/>
            <a:ext cx="8087363" cy="655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Titre du cas de test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175243" y="2245490"/>
            <a:ext cx="2472947" cy="655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Module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698987" y="2245490"/>
            <a:ext cx="2107187" cy="655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Type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856971" y="2245490"/>
            <a:ext cx="2637539" cy="655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Statut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08254" y="3013710"/>
            <a:ext cx="17271492" cy="574548"/>
            <a:chOff x="0" y="0"/>
            <a:chExt cx="23028656" cy="76606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5080" y="5080"/>
              <a:ext cx="23018496" cy="755904"/>
            </a:xfrm>
            <a:custGeom>
              <a:avLst/>
              <a:gdLst/>
              <a:ahLst/>
              <a:cxnLst/>
              <a:rect r="r" b="b" t="t" l="l"/>
              <a:pathLst>
                <a:path h="755904" w="23018496">
                  <a:moveTo>
                    <a:pt x="0" y="0"/>
                  </a:moveTo>
                  <a:lnTo>
                    <a:pt x="23018496" y="0"/>
                  </a:lnTo>
                  <a:lnTo>
                    <a:pt x="23018496" y="755904"/>
                  </a:lnTo>
                  <a:lnTo>
                    <a:pt x="0" y="75590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3028656" cy="766064"/>
            </a:xfrm>
            <a:custGeom>
              <a:avLst/>
              <a:gdLst/>
              <a:ahLst/>
              <a:cxnLst/>
              <a:rect r="r" b="b" t="t" l="l"/>
              <a:pathLst>
                <a:path h="766064" w="23028656">
                  <a:moveTo>
                    <a:pt x="5080" y="0"/>
                  </a:moveTo>
                  <a:lnTo>
                    <a:pt x="23023576" y="0"/>
                  </a:lnTo>
                  <a:cubicBezTo>
                    <a:pt x="23026370" y="0"/>
                    <a:pt x="23028656" y="2286"/>
                    <a:pt x="23028656" y="5080"/>
                  </a:cubicBezTo>
                  <a:lnTo>
                    <a:pt x="23028656" y="760984"/>
                  </a:lnTo>
                  <a:cubicBezTo>
                    <a:pt x="23028656" y="763778"/>
                    <a:pt x="23026370" y="766064"/>
                    <a:pt x="23023576" y="766064"/>
                  </a:cubicBezTo>
                  <a:lnTo>
                    <a:pt x="5080" y="766064"/>
                  </a:lnTo>
                  <a:cubicBezTo>
                    <a:pt x="2286" y="766064"/>
                    <a:pt x="0" y="763778"/>
                    <a:pt x="0" y="760984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760984"/>
                  </a:lnTo>
                  <a:lnTo>
                    <a:pt x="5080" y="760984"/>
                  </a:lnTo>
                  <a:lnTo>
                    <a:pt x="5080" y="755904"/>
                  </a:lnTo>
                  <a:lnTo>
                    <a:pt x="23023576" y="755904"/>
                  </a:lnTo>
                  <a:lnTo>
                    <a:pt x="23023576" y="760984"/>
                  </a:lnTo>
                  <a:lnTo>
                    <a:pt x="23018496" y="760984"/>
                  </a:lnTo>
                  <a:lnTo>
                    <a:pt x="23018496" y="5080"/>
                  </a:lnTo>
                  <a:lnTo>
                    <a:pt x="23023576" y="5080"/>
                  </a:lnTo>
                  <a:lnTo>
                    <a:pt x="23023576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BD5E0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720347" y="3023111"/>
            <a:ext cx="1265939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2E5D8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TC-13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037083" y="3023111"/>
            <a:ext cx="8087363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Affichage des dates importantes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175243" y="3023111"/>
            <a:ext cx="247294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Or</a:t>
            </a: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ientation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698987" y="3023111"/>
            <a:ext cx="210718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Functi</a:t>
            </a: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onal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4827758" y="3013710"/>
            <a:ext cx="2695956" cy="574548"/>
            <a:chOff x="0" y="0"/>
            <a:chExt cx="3594608" cy="76606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5080" y="5080"/>
              <a:ext cx="3584448" cy="755904"/>
            </a:xfrm>
            <a:custGeom>
              <a:avLst/>
              <a:gdLst/>
              <a:ahLst/>
              <a:cxnLst/>
              <a:rect r="r" b="b" t="t" l="l"/>
              <a:pathLst>
                <a:path h="755904" w="3584448">
                  <a:moveTo>
                    <a:pt x="0" y="0"/>
                  </a:moveTo>
                  <a:lnTo>
                    <a:pt x="3584448" y="0"/>
                  </a:lnTo>
                  <a:lnTo>
                    <a:pt x="3584448" y="755904"/>
                  </a:lnTo>
                  <a:lnTo>
                    <a:pt x="0" y="755904"/>
                  </a:lnTo>
                  <a:close/>
                </a:path>
              </a:pathLst>
            </a:custGeom>
            <a:solidFill>
              <a:srgbClr val="E6FAF5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594608" cy="766064"/>
            </a:xfrm>
            <a:custGeom>
              <a:avLst/>
              <a:gdLst/>
              <a:ahLst/>
              <a:cxnLst/>
              <a:rect r="r" b="b" t="t" l="l"/>
              <a:pathLst>
                <a:path h="766064" w="3594608">
                  <a:moveTo>
                    <a:pt x="5080" y="0"/>
                  </a:moveTo>
                  <a:lnTo>
                    <a:pt x="3589528" y="0"/>
                  </a:lnTo>
                  <a:cubicBezTo>
                    <a:pt x="3592322" y="0"/>
                    <a:pt x="3594608" y="2286"/>
                    <a:pt x="3594608" y="5080"/>
                  </a:cubicBezTo>
                  <a:lnTo>
                    <a:pt x="3594608" y="760984"/>
                  </a:lnTo>
                  <a:cubicBezTo>
                    <a:pt x="3594608" y="763778"/>
                    <a:pt x="3592322" y="766064"/>
                    <a:pt x="3589528" y="766064"/>
                  </a:cubicBezTo>
                  <a:lnTo>
                    <a:pt x="5080" y="766064"/>
                  </a:lnTo>
                  <a:cubicBezTo>
                    <a:pt x="2286" y="766064"/>
                    <a:pt x="0" y="763778"/>
                    <a:pt x="0" y="760984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760984"/>
                  </a:lnTo>
                  <a:lnTo>
                    <a:pt x="5080" y="760984"/>
                  </a:lnTo>
                  <a:lnTo>
                    <a:pt x="5080" y="755904"/>
                  </a:lnTo>
                  <a:lnTo>
                    <a:pt x="3589528" y="755904"/>
                  </a:lnTo>
                  <a:lnTo>
                    <a:pt x="3589528" y="760984"/>
                  </a:lnTo>
                  <a:lnTo>
                    <a:pt x="3584448" y="760984"/>
                  </a:lnTo>
                  <a:lnTo>
                    <a:pt x="3584448" y="5080"/>
                  </a:lnTo>
                  <a:lnTo>
                    <a:pt x="3589528" y="5080"/>
                  </a:lnTo>
                  <a:lnTo>
                    <a:pt x="3589528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BD5E0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4856971" y="3023111"/>
            <a:ext cx="2637539" cy="49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02C39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PASS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508254" y="3598926"/>
            <a:ext cx="17271492" cy="574548"/>
            <a:chOff x="0" y="0"/>
            <a:chExt cx="23028656" cy="76606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5080" y="5080"/>
              <a:ext cx="23018496" cy="755904"/>
            </a:xfrm>
            <a:custGeom>
              <a:avLst/>
              <a:gdLst/>
              <a:ahLst/>
              <a:cxnLst/>
              <a:rect r="r" b="b" t="t" l="l"/>
              <a:pathLst>
                <a:path h="755904" w="23018496">
                  <a:moveTo>
                    <a:pt x="0" y="0"/>
                  </a:moveTo>
                  <a:lnTo>
                    <a:pt x="23018496" y="0"/>
                  </a:lnTo>
                  <a:lnTo>
                    <a:pt x="23018496" y="755904"/>
                  </a:lnTo>
                  <a:lnTo>
                    <a:pt x="0" y="755904"/>
                  </a:lnTo>
                  <a:close/>
                </a:path>
              </a:pathLst>
            </a:custGeom>
            <a:solidFill>
              <a:srgbClr val="EDF2F7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3028656" cy="766064"/>
            </a:xfrm>
            <a:custGeom>
              <a:avLst/>
              <a:gdLst/>
              <a:ahLst/>
              <a:cxnLst/>
              <a:rect r="r" b="b" t="t" l="l"/>
              <a:pathLst>
                <a:path h="766064" w="23028656">
                  <a:moveTo>
                    <a:pt x="5080" y="0"/>
                  </a:moveTo>
                  <a:lnTo>
                    <a:pt x="23023576" y="0"/>
                  </a:lnTo>
                  <a:cubicBezTo>
                    <a:pt x="23026370" y="0"/>
                    <a:pt x="23028656" y="2286"/>
                    <a:pt x="23028656" y="5080"/>
                  </a:cubicBezTo>
                  <a:lnTo>
                    <a:pt x="23028656" y="760984"/>
                  </a:lnTo>
                  <a:cubicBezTo>
                    <a:pt x="23028656" y="763778"/>
                    <a:pt x="23026370" y="766064"/>
                    <a:pt x="23023576" y="766064"/>
                  </a:cubicBezTo>
                  <a:lnTo>
                    <a:pt x="5080" y="766064"/>
                  </a:lnTo>
                  <a:cubicBezTo>
                    <a:pt x="2286" y="766064"/>
                    <a:pt x="0" y="763778"/>
                    <a:pt x="0" y="760984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760984"/>
                  </a:lnTo>
                  <a:lnTo>
                    <a:pt x="5080" y="760984"/>
                  </a:lnTo>
                  <a:lnTo>
                    <a:pt x="5080" y="755904"/>
                  </a:lnTo>
                  <a:lnTo>
                    <a:pt x="23023576" y="755904"/>
                  </a:lnTo>
                  <a:lnTo>
                    <a:pt x="23023576" y="760984"/>
                  </a:lnTo>
                  <a:lnTo>
                    <a:pt x="23018496" y="760984"/>
                  </a:lnTo>
                  <a:lnTo>
                    <a:pt x="23018496" y="5080"/>
                  </a:lnTo>
                  <a:lnTo>
                    <a:pt x="23023576" y="5080"/>
                  </a:lnTo>
                  <a:lnTo>
                    <a:pt x="23023576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BD5E0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720347" y="3608327"/>
            <a:ext cx="1265939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2E5D8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TC-14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037083" y="3608327"/>
            <a:ext cx="8087363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Réseaux</a:t>
            </a:r>
            <a:r>
              <a:rPr lang="en-US" sz="20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 sociaux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175243" y="3608327"/>
            <a:ext cx="2472947" cy="49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Navigation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698987" y="3608327"/>
            <a:ext cx="210718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Functional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4827758" y="3598926"/>
            <a:ext cx="2695956" cy="574548"/>
            <a:chOff x="0" y="0"/>
            <a:chExt cx="3594608" cy="76606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5080" y="5080"/>
              <a:ext cx="3584448" cy="755904"/>
            </a:xfrm>
            <a:custGeom>
              <a:avLst/>
              <a:gdLst/>
              <a:ahLst/>
              <a:cxnLst/>
              <a:rect r="r" b="b" t="t" l="l"/>
              <a:pathLst>
                <a:path h="755904" w="3584448">
                  <a:moveTo>
                    <a:pt x="0" y="0"/>
                  </a:moveTo>
                  <a:lnTo>
                    <a:pt x="3584448" y="0"/>
                  </a:lnTo>
                  <a:lnTo>
                    <a:pt x="3584448" y="755904"/>
                  </a:lnTo>
                  <a:lnTo>
                    <a:pt x="0" y="755904"/>
                  </a:lnTo>
                  <a:close/>
                </a:path>
              </a:pathLst>
            </a:custGeom>
            <a:solidFill>
              <a:srgbClr val="E6FAF5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94608" cy="766064"/>
            </a:xfrm>
            <a:custGeom>
              <a:avLst/>
              <a:gdLst/>
              <a:ahLst/>
              <a:cxnLst/>
              <a:rect r="r" b="b" t="t" l="l"/>
              <a:pathLst>
                <a:path h="766064" w="3594608">
                  <a:moveTo>
                    <a:pt x="5080" y="0"/>
                  </a:moveTo>
                  <a:lnTo>
                    <a:pt x="3589528" y="0"/>
                  </a:lnTo>
                  <a:cubicBezTo>
                    <a:pt x="3592322" y="0"/>
                    <a:pt x="3594608" y="2286"/>
                    <a:pt x="3594608" y="5080"/>
                  </a:cubicBezTo>
                  <a:lnTo>
                    <a:pt x="3594608" y="760984"/>
                  </a:lnTo>
                  <a:cubicBezTo>
                    <a:pt x="3594608" y="763778"/>
                    <a:pt x="3592322" y="766064"/>
                    <a:pt x="3589528" y="766064"/>
                  </a:cubicBezTo>
                  <a:lnTo>
                    <a:pt x="5080" y="766064"/>
                  </a:lnTo>
                  <a:cubicBezTo>
                    <a:pt x="2286" y="766064"/>
                    <a:pt x="0" y="763778"/>
                    <a:pt x="0" y="760984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760984"/>
                  </a:lnTo>
                  <a:lnTo>
                    <a:pt x="5080" y="760984"/>
                  </a:lnTo>
                  <a:lnTo>
                    <a:pt x="5080" y="755904"/>
                  </a:lnTo>
                  <a:lnTo>
                    <a:pt x="3589528" y="755904"/>
                  </a:lnTo>
                  <a:lnTo>
                    <a:pt x="3589528" y="760984"/>
                  </a:lnTo>
                  <a:lnTo>
                    <a:pt x="3584448" y="760984"/>
                  </a:lnTo>
                  <a:lnTo>
                    <a:pt x="3584448" y="5080"/>
                  </a:lnTo>
                  <a:lnTo>
                    <a:pt x="3589528" y="5080"/>
                  </a:lnTo>
                  <a:lnTo>
                    <a:pt x="3589528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BD5E0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4856971" y="3608327"/>
            <a:ext cx="2637539" cy="49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02C39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PASS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508254" y="4184142"/>
            <a:ext cx="17271492" cy="574548"/>
            <a:chOff x="0" y="0"/>
            <a:chExt cx="23028656" cy="76606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5080" y="5080"/>
              <a:ext cx="23018496" cy="755904"/>
            </a:xfrm>
            <a:custGeom>
              <a:avLst/>
              <a:gdLst/>
              <a:ahLst/>
              <a:cxnLst/>
              <a:rect r="r" b="b" t="t" l="l"/>
              <a:pathLst>
                <a:path h="755904" w="23018496">
                  <a:moveTo>
                    <a:pt x="0" y="0"/>
                  </a:moveTo>
                  <a:lnTo>
                    <a:pt x="23018496" y="0"/>
                  </a:lnTo>
                  <a:lnTo>
                    <a:pt x="23018496" y="755904"/>
                  </a:lnTo>
                  <a:lnTo>
                    <a:pt x="0" y="75590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3028656" cy="766064"/>
            </a:xfrm>
            <a:custGeom>
              <a:avLst/>
              <a:gdLst/>
              <a:ahLst/>
              <a:cxnLst/>
              <a:rect r="r" b="b" t="t" l="l"/>
              <a:pathLst>
                <a:path h="766064" w="23028656">
                  <a:moveTo>
                    <a:pt x="5080" y="0"/>
                  </a:moveTo>
                  <a:lnTo>
                    <a:pt x="23023576" y="0"/>
                  </a:lnTo>
                  <a:cubicBezTo>
                    <a:pt x="23026370" y="0"/>
                    <a:pt x="23028656" y="2286"/>
                    <a:pt x="23028656" y="5080"/>
                  </a:cubicBezTo>
                  <a:lnTo>
                    <a:pt x="23028656" y="760984"/>
                  </a:lnTo>
                  <a:cubicBezTo>
                    <a:pt x="23028656" y="763778"/>
                    <a:pt x="23026370" y="766064"/>
                    <a:pt x="23023576" y="766064"/>
                  </a:cubicBezTo>
                  <a:lnTo>
                    <a:pt x="5080" y="766064"/>
                  </a:lnTo>
                  <a:cubicBezTo>
                    <a:pt x="2286" y="766064"/>
                    <a:pt x="0" y="763778"/>
                    <a:pt x="0" y="760984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760984"/>
                  </a:lnTo>
                  <a:lnTo>
                    <a:pt x="5080" y="760984"/>
                  </a:lnTo>
                  <a:lnTo>
                    <a:pt x="5080" y="755904"/>
                  </a:lnTo>
                  <a:lnTo>
                    <a:pt x="23023576" y="755904"/>
                  </a:lnTo>
                  <a:lnTo>
                    <a:pt x="23023576" y="760984"/>
                  </a:lnTo>
                  <a:lnTo>
                    <a:pt x="23018496" y="760984"/>
                  </a:lnTo>
                  <a:lnTo>
                    <a:pt x="23018496" y="5080"/>
                  </a:lnTo>
                  <a:lnTo>
                    <a:pt x="23023576" y="5080"/>
                  </a:lnTo>
                  <a:lnTo>
                    <a:pt x="23023576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BD5E0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720347" y="4193543"/>
            <a:ext cx="1265939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2E5D8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TC-15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037083" y="4193543"/>
            <a:ext cx="8087363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Fon</a:t>
            </a:r>
            <a:r>
              <a:rPr lang="en-US" sz="20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ctionnalité de recherche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175243" y="4193543"/>
            <a:ext cx="247294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Recherche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698987" y="4193543"/>
            <a:ext cx="2107187" cy="49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Functional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4827758" y="4184142"/>
            <a:ext cx="2695956" cy="574548"/>
            <a:chOff x="0" y="0"/>
            <a:chExt cx="3594608" cy="76606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5080" y="5080"/>
              <a:ext cx="3584448" cy="755904"/>
            </a:xfrm>
            <a:custGeom>
              <a:avLst/>
              <a:gdLst/>
              <a:ahLst/>
              <a:cxnLst/>
              <a:rect r="r" b="b" t="t" l="l"/>
              <a:pathLst>
                <a:path h="755904" w="3584448">
                  <a:moveTo>
                    <a:pt x="0" y="0"/>
                  </a:moveTo>
                  <a:lnTo>
                    <a:pt x="3584448" y="0"/>
                  </a:lnTo>
                  <a:lnTo>
                    <a:pt x="3584448" y="755904"/>
                  </a:lnTo>
                  <a:lnTo>
                    <a:pt x="0" y="755904"/>
                  </a:lnTo>
                  <a:close/>
                </a:path>
              </a:pathLst>
            </a:custGeom>
            <a:solidFill>
              <a:srgbClr val="E6FAF5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594608" cy="766064"/>
            </a:xfrm>
            <a:custGeom>
              <a:avLst/>
              <a:gdLst/>
              <a:ahLst/>
              <a:cxnLst/>
              <a:rect r="r" b="b" t="t" l="l"/>
              <a:pathLst>
                <a:path h="766064" w="3594608">
                  <a:moveTo>
                    <a:pt x="5080" y="0"/>
                  </a:moveTo>
                  <a:lnTo>
                    <a:pt x="3589528" y="0"/>
                  </a:lnTo>
                  <a:cubicBezTo>
                    <a:pt x="3592322" y="0"/>
                    <a:pt x="3594608" y="2286"/>
                    <a:pt x="3594608" y="5080"/>
                  </a:cubicBezTo>
                  <a:lnTo>
                    <a:pt x="3594608" y="760984"/>
                  </a:lnTo>
                  <a:cubicBezTo>
                    <a:pt x="3594608" y="763778"/>
                    <a:pt x="3592322" y="766064"/>
                    <a:pt x="3589528" y="766064"/>
                  </a:cubicBezTo>
                  <a:lnTo>
                    <a:pt x="5080" y="766064"/>
                  </a:lnTo>
                  <a:cubicBezTo>
                    <a:pt x="2286" y="766064"/>
                    <a:pt x="0" y="763778"/>
                    <a:pt x="0" y="760984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760984"/>
                  </a:lnTo>
                  <a:lnTo>
                    <a:pt x="5080" y="760984"/>
                  </a:lnTo>
                  <a:lnTo>
                    <a:pt x="5080" y="755904"/>
                  </a:lnTo>
                  <a:lnTo>
                    <a:pt x="3589528" y="755904"/>
                  </a:lnTo>
                  <a:lnTo>
                    <a:pt x="3589528" y="760984"/>
                  </a:lnTo>
                  <a:lnTo>
                    <a:pt x="3584448" y="760984"/>
                  </a:lnTo>
                  <a:lnTo>
                    <a:pt x="3584448" y="5080"/>
                  </a:lnTo>
                  <a:lnTo>
                    <a:pt x="3589528" y="5080"/>
                  </a:lnTo>
                  <a:lnTo>
                    <a:pt x="3589528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BD5E0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508254" y="4769358"/>
            <a:ext cx="17271492" cy="574548"/>
            <a:chOff x="0" y="0"/>
            <a:chExt cx="23028656" cy="76606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5080" y="5080"/>
              <a:ext cx="23018496" cy="755904"/>
            </a:xfrm>
            <a:custGeom>
              <a:avLst/>
              <a:gdLst/>
              <a:ahLst/>
              <a:cxnLst/>
              <a:rect r="r" b="b" t="t" l="l"/>
              <a:pathLst>
                <a:path h="755904" w="23018496">
                  <a:moveTo>
                    <a:pt x="0" y="0"/>
                  </a:moveTo>
                  <a:lnTo>
                    <a:pt x="23018496" y="0"/>
                  </a:lnTo>
                  <a:lnTo>
                    <a:pt x="23018496" y="755904"/>
                  </a:lnTo>
                  <a:lnTo>
                    <a:pt x="0" y="755904"/>
                  </a:lnTo>
                  <a:close/>
                </a:path>
              </a:pathLst>
            </a:custGeom>
            <a:solidFill>
              <a:srgbClr val="EDF2F7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3028656" cy="766064"/>
            </a:xfrm>
            <a:custGeom>
              <a:avLst/>
              <a:gdLst/>
              <a:ahLst/>
              <a:cxnLst/>
              <a:rect r="r" b="b" t="t" l="l"/>
              <a:pathLst>
                <a:path h="766064" w="23028656">
                  <a:moveTo>
                    <a:pt x="5080" y="0"/>
                  </a:moveTo>
                  <a:lnTo>
                    <a:pt x="23023576" y="0"/>
                  </a:lnTo>
                  <a:cubicBezTo>
                    <a:pt x="23026370" y="0"/>
                    <a:pt x="23028656" y="2286"/>
                    <a:pt x="23028656" y="5080"/>
                  </a:cubicBezTo>
                  <a:lnTo>
                    <a:pt x="23028656" y="760984"/>
                  </a:lnTo>
                  <a:cubicBezTo>
                    <a:pt x="23028656" y="763778"/>
                    <a:pt x="23026370" y="766064"/>
                    <a:pt x="23023576" y="766064"/>
                  </a:cubicBezTo>
                  <a:lnTo>
                    <a:pt x="5080" y="766064"/>
                  </a:lnTo>
                  <a:cubicBezTo>
                    <a:pt x="2286" y="766064"/>
                    <a:pt x="0" y="763778"/>
                    <a:pt x="0" y="760984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760984"/>
                  </a:lnTo>
                  <a:lnTo>
                    <a:pt x="5080" y="760984"/>
                  </a:lnTo>
                  <a:lnTo>
                    <a:pt x="5080" y="755904"/>
                  </a:lnTo>
                  <a:lnTo>
                    <a:pt x="23023576" y="755904"/>
                  </a:lnTo>
                  <a:lnTo>
                    <a:pt x="23023576" y="760984"/>
                  </a:lnTo>
                  <a:lnTo>
                    <a:pt x="23018496" y="760984"/>
                  </a:lnTo>
                  <a:lnTo>
                    <a:pt x="23018496" y="5080"/>
                  </a:lnTo>
                  <a:lnTo>
                    <a:pt x="23023576" y="5080"/>
                  </a:lnTo>
                  <a:lnTo>
                    <a:pt x="23023576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BD5E0"/>
            </a:solid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720347" y="4778759"/>
            <a:ext cx="1265939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2E5D8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TC-16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037083" y="4778759"/>
            <a:ext cx="8087363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Créa</a:t>
            </a:r>
            <a:r>
              <a:rPr lang="en-US" sz="20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tion de compte (inscription)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175243" y="4778759"/>
            <a:ext cx="247294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Au</a:t>
            </a: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th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698987" y="4778759"/>
            <a:ext cx="2107187" cy="49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Functional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14827758" y="4769358"/>
            <a:ext cx="2695956" cy="574548"/>
            <a:chOff x="0" y="0"/>
            <a:chExt cx="3594608" cy="76606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5080" y="5080"/>
              <a:ext cx="3584448" cy="755904"/>
            </a:xfrm>
            <a:custGeom>
              <a:avLst/>
              <a:gdLst/>
              <a:ahLst/>
              <a:cxnLst/>
              <a:rect r="r" b="b" t="t" l="l"/>
              <a:pathLst>
                <a:path h="755904" w="3584448">
                  <a:moveTo>
                    <a:pt x="0" y="0"/>
                  </a:moveTo>
                  <a:lnTo>
                    <a:pt x="3584448" y="0"/>
                  </a:lnTo>
                  <a:lnTo>
                    <a:pt x="3584448" y="755904"/>
                  </a:lnTo>
                  <a:lnTo>
                    <a:pt x="0" y="755904"/>
                  </a:lnTo>
                  <a:close/>
                </a:path>
              </a:pathLst>
            </a:custGeom>
            <a:solidFill>
              <a:srgbClr val="FFF7ED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594608" cy="766064"/>
            </a:xfrm>
            <a:custGeom>
              <a:avLst/>
              <a:gdLst/>
              <a:ahLst/>
              <a:cxnLst/>
              <a:rect r="r" b="b" t="t" l="l"/>
              <a:pathLst>
                <a:path h="766064" w="3594608">
                  <a:moveTo>
                    <a:pt x="5080" y="0"/>
                  </a:moveTo>
                  <a:lnTo>
                    <a:pt x="3589528" y="0"/>
                  </a:lnTo>
                  <a:cubicBezTo>
                    <a:pt x="3592322" y="0"/>
                    <a:pt x="3594608" y="2286"/>
                    <a:pt x="3594608" y="5080"/>
                  </a:cubicBezTo>
                  <a:lnTo>
                    <a:pt x="3594608" y="760984"/>
                  </a:lnTo>
                  <a:cubicBezTo>
                    <a:pt x="3594608" y="763778"/>
                    <a:pt x="3592322" y="766064"/>
                    <a:pt x="3589528" y="766064"/>
                  </a:cubicBezTo>
                  <a:lnTo>
                    <a:pt x="5080" y="766064"/>
                  </a:lnTo>
                  <a:cubicBezTo>
                    <a:pt x="2286" y="766064"/>
                    <a:pt x="0" y="763778"/>
                    <a:pt x="0" y="760984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760984"/>
                  </a:lnTo>
                  <a:lnTo>
                    <a:pt x="5080" y="760984"/>
                  </a:lnTo>
                  <a:lnTo>
                    <a:pt x="5080" y="755904"/>
                  </a:lnTo>
                  <a:lnTo>
                    <a:pt x="3589528" y="755904"/>
                  </a:lnTo>
                  <a:lnTo>
                    <a:pt x="3589528" y="760984"/>
                  </a:lnTo>
                  <a:lnTo>
                    <a:pt x="3584448" y="760984"/>
                  </a:lnTo>
                  <a:lnTo>
                    <a:pt x="3584448" y="5080"/>
                  </a:lnTo>
                  <a:lnTo>
                    <a:pt x="3589528" y="5080"/>
                  </a:lnTo>
                  <a:lnTo>
                    <a:pt x="3589528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BD5E0"/>
            </a:solidFill>
          </p:spPr>
        </p:sp>
      </p:grpSp>
      <p:sp>
        <p:nvSpPr>
          <p:cNvPr name="TextBox 56" id="56"/>
          <p:cNvSpPr txBox="true"/>
          <p:nvPr/>
        </p:nvSpPr>
        <p:spPr>
          <a:xfrm rot="0">
            <a:off x="14856971" y="4778759"/>
            <a:ext cx="2637539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F4A6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FAIL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508254" y="5354574"/>
            <a:ext cx="17271492" cy="574548"/>
            <a:chOff x="0" y="0"/>
            <a:chExt cx="23028656" cy="76606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5080" y="5080"/>
              <a:ext cx="23018496" cy="755904"/>
            </a:xfrm>
            <a:custGeom>
              <a:avLst/>
              <a:gdLst/>
              <a:ahLst/>
              <a:cxnLst/>
              <a:rect r="r" b="b" t="t" l="l"/>
              <a:pathLst>
                <a:path h="755904" w="23018496">
                  <a:moveTo>
                    <a:pt x="0" y="0"/>
                  </a:moveTo>
                  <a:lnTo>
                    <a:pt x="23018496" y="0"/>
                  </a:lnTo>
                  <a:lnTo>
                    <a:pt x="23018496" y="755904"/>
                  </a:lnTo>
                  <a:lnTo>
                    <a:pt x="0" y="75590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3028656" cy="766064"/>
            </a:xfrm>
            <a:custGeom>
              <a:avLst/>
              <a:gdLst/>
              <a:ahLst/>
              <a:cxnLst/>
              <a:rect r="r" b="b" t="t" l="l"/>
              <a:pathLst>
                <a:path h="766064" w="23028656">
                  <a:moveTo>
                    <a:pt x="5080" y="0"/>
                  </a:moveTo>
                  <a:lnTo>
                    <a:pt x="23023576" y="0"/>
                  </a:lnTo>
                  <a:cubicBezTo>
                    <a:pt x="23026370" y="0"/>
                    <a:pt x="23028656" y="2286"/>
                    <a:pt x="23028656" y="5080"/>
                  </a:cubicBezTo>
                  <a:lnTo>
                    <a:pt x="23028656" y="760984"/>
                  </a:lnTo>
                  <a:cubicBezTo>
                    <a:pt x="23028656" y="763778"/>
                    <a:pt x="23026370" y="766064"/>
                    <a:pt x="23023576" y="766064"/>
                  </a:cubicBezTo>
                  <a:lnTo>
                    <a:pt x="5080" y="766064"/>
                  </a:lnTo>
                  <a:cubicBezTo>
                    <a:pt x="2286" y="766064"/>
                    <a:pt x="0" y="763778"/>
                    <a:pt x="0" y="760984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760984"/>
                  </a:lnTo>
                  <a:lnTo>
                    <a:pt x="5080" y="760984"/>
                  </a:lnTo>
                  <a:lnTo>
                    <a:pt x="5080" y="755904"/>
                  </a:lnTo>
                  <a:lnTo>
                    <a:pt x="23023576" y="755904"/>
                  </a:lnTo>
                  <a:lnTo>
                    <a:pt x="23023576" y="760984"/>
                  </a:lnTo>
                  <a:lnTo>
                    <a:pt x="23018496" y="760984"/>
                  </a:lnTo>
                  <a:lnTo>
                    <a:pt x="23018496" y="5080"/>
                  </a:lnTo>
                  <a:lnTo>
                    <a:pt x="23023576" y="5080"/>
                  </a:lnTo>
                  <a:lnTo>
                    <a:pt x="23023576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BD5E0"/>
            </a:solidFill>
          </p:spPr>
        </p:sp>
      </p:grpSp>
      <p:sp>
        <p:nvSpPr>
          <p:cNvPr name="TextBox 60" id="60"/>
          <p:cNvSpPr txBox="true"/>
          <p:nvPr/>
        </p:nvSpPr>
        <p:spPr>
          <a:xfrm rot="0">
            <a:off x="720347" y="5363975"/>
            <a:ext cx="1265939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2E5D8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TC-17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2037083" y="5363975"/>
            <a:ext cx="8087363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Connexion (authentif</a:t>
            </a:r>
            <a:r>
              <a:rPr lang="en-US" sz="20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ication)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2698987" y="5363975"/>
            <a:ext cx="2107187" cy="49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Functional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14827758" y="5354574"/>
            <a:ext cx="2695956" cy="574548"/>
            <a:chOff x="0" y="0"/>
            <a:chExt cx="3594608" cy="76606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5080" y="5080"/>
              <a:ext cx="3584448" cy="755904"/>
            </a:xfrm>
            <a:custGeom>
              <a:avLst/>
              <a:gdLst/>
              <a:ahLst/>
              <a:cxnLst/>
              <a:rect r="r" b="b" t="t" l="l"/>
              <a:pathLst>
                <a:path h="755904" w="3584448">
                  <a:moveTo>
                    <a:pt x="0" y="0"/>
                  </a:moveTo>
                  <a:lnTo>
                    <a:pt x="3584448" y="0"/>
                  </a:lnTo>
                  <a:lnTo>
                    <a:pt x="3584448" y="755904"/>
                  </a:lnTo>
                  <a:lnTo>
                    <a:pt x="0" y="755904"/>
                  </a:lnTo>
                  <a:close/>
                </a:path>
              </a:pathLst>
            </a:custGeom>
            <a:solidFill>
              <a:srgbClr val="FFF7ED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594608" cy="766064"/>
            </a:xfrm>
            <a:custGeom>
              <a:avLst/>
              <a:gdLst/>
              <a:ahLst/>
              <a:cxnLst/>
              <a:rect r="r" b="b" t="t" l="l"/>
              <a:pathLst>
                <a:path h="766064" w="3594608">
                  <a:moveTo>
                    <a:pt x="5080" y="0"/>
                  </a:moveTo>
                  <a:lnTo>
                    <a:pt x="3589528" y="0"/>
                  </a:lnTo>
                  <a:cubicBezTo>
                    <a:pt x="3592322" y="0"/>
                    <a:pt x="3594608" y="2286"/>
                    <a:pt x="3594608" y="5080"/>
                  </a:cubicBezTo>
                  <a:lnTo>
                    <a:pt x="3594608" y="760984"/>
                  </a:lnTo>
                  <a:cubicBezTo>
                    <a:pt x="3594608" y="763778"/>
                    <a:pt x="3592322" y="766064"/>
                    <a:pt x="3589528" y="766064"/>
                  </a:cubicBezTo>
                  <a:lnTo>
                    <a:pt x="5080" y="766064"/>
                  </a:lnTo>
                  <a:cubicBezTo>
                    <a:pt x="2286" y="766064"/>
                    <a:pt x="0" y="763778"/>
                    <a:pt x="0" y="760984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760984"/>
                  </a:lnTo>
                  <a:lnTo>
                    <a:pt x="5080" y="760984"/>
                  </a:lnTo>
                  <a:lnTo>
                    <a:pt x="5080" y="755904"/>
                  </a:lnTo>
                  <a:lnTo>
                    <a:pt x="3589528" y="755904"/>
                  </a:lnTo>
                  <a:lnTo>
                    <a:pt x="3589528" y="760984"/>
                  </a:lnTo>
                  <a:lnTo>
                    <a:pt x="3584448" y="760984"/>
                  </a:lnTo>
                  <a:lnTo>
                    <a:pt x="3584448" y="5080"/>
                  </a:lnTo>
                  <a:lnTo>
                    <a:pt x="3589528" y="5080"/>
                  </a:lnTo>
                  <a:lnTo>
                    <a:pt x="3589528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BD5E0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508254" y="5939790"/>
            <a:ext cx="17271492" cy="574548"/>
            <a:chOff x="0" y="0"/>
            <a:chExt cx="23028656" cy="766064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5080" y="5080"/>
              <a:ext cx="23018496" cy="755904"/>
            </a:xfrm>
            <a:custGeom>
              <a:avLst/>
              <a:gdLst/>
              <a:ahLst/>
              <a:cxnLst/>
              <a:rect r="r" b="b" t="t" l="l"/>
              <a:pathLst>
                <a:path h="755904" w="23018496">
                  <a:moveTo>
                    <a:pt x="0" y="0"/>
                  </a:moveTo>
                  <a:lnTo>
                    <a:pt x="23018496" y="0"/>
                  </a:lnTo>
                  <a:lnTo>
                    <a:pt x="23018496" y="755904"/>
                  </a:lnTo>
                  <a:lnTo>
                    <a:pt x="0" y="755904"/>
                  </a:lnTo>
                  <a:close/>
                </a:path>
              </a:pathLst>
            </a:custGeom>
            <a:solidFill>
              <a:srgbClr val="EDF2F7"/>
            </a:solidFill>
          </p:spPr>
        </p:sp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3028656" cy="766064"/>
            </a:xfrm>
            <a:custGeom>
              <a:avLst/>
              <a:gdLst/>
              <a:ahLst/>
              <a:cxnLst/>
              <a:rect r="r" b="b" t="t" l="l"/>
              <a:pathLst>
                <a:path h="766064" w="23028656">
                  <a:moveTo>
                    <a:pt x="5080" y="0"/>
                  </a:moveTo>
                  <a:lnTo>
                    <a:pt x="23023576" y="0"/>
                  </a:lnTo>
                  <a:cubicBezTo>
                    <a:pt x="23026370" y="0"/>
                    <a:pt x="23028656" y="2286"/>
                    <a:pt x="23028656" y="5080"/>
                  </a:cubicBezTo>
                  <a:lnTo>
                    <a:pt x="23028656" y="760984"/>
                  </a:lnTo>
                  <a:cubicBezTo>
                    <a:pt x="23028656" y="763778"/>
                    <a:pt x="23026370" y="766064"/>
                    <a:pt x="23023576" y="766064"/>
                  </a:cubicBezTo>
                  <a:lnTo>
                    <a:pt x="5080" y="766064"/>
                  </a:lnTo>
                  <a:cubicBezTo>
                    <a:pt x="2286" y="766064"/>
                    <a:pt x="0" y="763778"/>
                    <a:pt x="0" y="760984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760984"/>
                  </a:lnTo>
                  <a:lnTo>
                    <a:pt x="5080" y="760984"/>
                  </a:lnTo>
                  <a:lnTo>
                    <a:pt x="5080" y="755904"/>
                  </a:lnTo>
                  <a:lnTo>
                    <a:pt x="23023576" y="755904"/>
                  </a:lnTo>
                  <a:lnTo>
                    <a:pt x="23023576" y="760984"/>
                  </a:lnTo>
                  <a:lnTo>
                    <a:pt x="23018496" y="760984"/>
                  </a:lnTo>
                  <a:lnTo>
                    <a:pt x="23018496" y="5080"/>
                  </a:lnTo>
                  <a:lnTo>
                    <a:pt x="23023576" y="5080"/>
                  </a:lnTo>
                  <a:lnTo>
                    <a:pt x="23023576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BD5E0"/>
            </a:solidFill>
          </p:spPr>
        </p:sp>
      </p:grpSp>
      <p:sp>
        <p:nvSpPr>
          <p:cNvPr name="TextBox 69" id="69"/>
          <p:cNvSpPr txBox="true"/>
          <p:nvPr/>
        </p:nvSpPr>
        <p:spPr>
          <a:xfrm rot="0">
            <a:off x="720347" y="5949191"/>
            <a:ext cx="1265939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2E5D8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TC-18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2037083" y="5949191"/>
            <a:ext cx="8087363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Calcul</a:t>
            </a:r>
            <a:r>
              <a:rPr lang="en-US" sz="20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 du score d'orientation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2698987" y="5949191"/>
            <a:ext cx="210718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Functional</a:t>
            </a:r>
          </a:p>
        </p:txBody>
      </p:sp>
      <p:grpSp>
        <p:nvGrpSpPr>
          <p:cNvPr name="Group 72" id="72"/>
          <p:cNvGrpSpPr/>
          <p:nvPr/>
        </p:nvGrpSpPr>
        <p:grpSpPr>
          <a:xfrm rot="0">
            <a:off x="14827758" y="5939790"/>
            <a:ext cx="2695956" cy="574548"/>
            <a:chOff x="0" y="0"/>
            <a:chExt cx="3594608" cy="766064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5080" y="5080"/>
              <a:ext cx="3584448" cy="755904"/>
            </a:xfrm>
            <a:custGeom>
              <a:avLst/>
              <a:gdLst/>
              <a:ahLst/>
              <a:cxnLst/>
              <a:rect r="r" b="b" t="t" l="l"/>
              <a:pathLst>
                <a:path h="755904" w="3584448">
                  <a:moveTo>
                    <a:pt x="0" y="0"/>
                  </a:moveTo>
                  <a:lnTo>
                    <a:pt x="3584448" y="0"/>
                  </a:lnTo>
                  <a:lnTo>
                    <a:pt x="3584448" y="755904"/>
                  </a:lnTo>
                  <a:lnTo>
                    <a:pt x="0" y="755904"/>
                  </a:lnTo>
                  <a:close/>
                </a:path>
              </a:pathLst>
            </a:custGeom>
            <a:solidFill>
              <a:srgbClr val="E6FAF5"/>
            </a:solidFill>
          </p:spPr>
        </p:sp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594608" cy="766064"/>
            </a:xfrm>
            <a:custGeom>
              <a:avLst/>
              <a:gdLst/>
              <a:ahLst/>
              <a:cxnLst/>
              <a:rect r="r" b="b" t="t" l="l"/>
              <a:pathLst>
                <a:path h="766064" w="3594608">
                  <a:moveTo>
                    <a:pt x="5080" y="0"/>
                  </a:moveTo>
                  <a:lnTo>
                    <a:pt x="3589528" y="0"/>
                  </a:lnTo>
                  <a:cubicBezTo>
                    <a:pt x="3592322" y="0"/>
                    <a:pt x="3594608" y="2286"/>
                    <a:pt x="3594608" y="5080"/>
                  </a:cubicBezTo>
                  <a:lnTo>
                    <a:pt x="3594608" y="760984"/>
                  </a:lnTo>
                  <a:cubicBezTo>
                    <a:pt x="3594608" y="763778"/>
                    <a:pt x="3592322" y="766064"/>
                    <a:pt x="3589528" y="766064"/>
                  </a:cubicBezTo>
                  <a:lnTo>
                    <a:pt x="5080" y="766064"/>
                  </a:lnTo>
                  <a:cubicBezTo>
                    <a:pt x="2286" y="766064"/>
                    <a:pt x="0" y="763778"/>
                    <a:pt x="0" y="760984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760984"/>
                  </a:lnTo>
                  <a:lnTo>
                    <a:pt x="5080" y="760984"/>
                  </a:lnTo>
                  <a:lnTo>
                    <a:pt x="5080" y="755904"/>
                  </a:lnTo>
                  <a:lnTo>
                    <a:pt x="3589528" y="755904"/>
                  </a:lnTo>
                  <a:lnTo>
                    <a:pt x="3589528" y="760984"/>
                  </a:lnTo>
                  <a:lnTo>
                    <a:pt x="3584448" y="760984"/>
                  </a:lnTo>
                  <a:lnTo>
                    <a:pt x="3584448" y="5080"/>
                  </a:lnTo>
                  <a:lnTo>
                    <a:pt x="3589528" y="5080"/>
                  </a:lnTo>
                  <a:lnTo>
                    <a:pt x="3589528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BD5E0"/>
            </a:solidFill>
          </p:spPr>
        </p:sp>
      </p:grpSp>
      <p:sp>
        <p:nvSpPr>
          <p:cNvPr name="TextBox 75" id="75"/>
          <p:cNvSpPr txBox="true"/>
          <p:nvPr/>
        </p:nvSpPr>
        <p:spPr>
          <a:xfrm rot="0">
            <a:off x="14856971" y="5949191"/>
            <a:ext cx="2637539" cy="49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02C39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PASS</a:t>
            </a:r>
          </a:p>
        </p:txBody>
      </p:sp>
      <p:grpSp>
        <p:nvGrpSpPr>
          <p:cNvPr name="Group 76" id="76"/>
          <p:cNvGrpSpPr/>
          <p:nvPr/>
        </p:nvGrpSpPr>
        <p:grpSpPr>
          <a:xfrm rot="0">
            <a:off x="508254" y="6525006"/>
            <a:ext cx="17271492" cy="574548"/>
            <a:chOff x="0" y="0"/>
            <a:chExt cx="23028656" cy="766064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5080" y="5080"/>
              <a:ext cx="23018496" cy="755904"/>
            </a:xfrm>
            <a:custGeom>
              <a:avLst/>
              <a:gdLst/>
              <a:ahLst/>
              <a:cxnLst/>
              <a:rect r="r" b="b" t="t" l="l"/>
              <a:pathLst>
                <a:path h="755904" w="23018496">
                  <a:moveTo>
                    <a:pt x="0" y="0"/>
                  </a:moveTo>
                  <a:lnTo>
                    <a:pt x="23018496" y="0"/>
                  </a:lnTo>
                  <a:lnTo>
                    <a:pt x="23018496" y="755904"/>
                  </a:lnTo>
                  <a:lnTo>
                    <a:pt x="0" y="75590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3028656" cy="766064"/>
            </a:xfrm>
            <a:custGeom>
              <a:avLst/>
              <a:gdLst/>
              <a:ahLst/>
              <a:cxnLst/>
              <a:rect r="r" b="b" t="t" l="l"/>
              <a:pathLst>
                <a:path h="766064" w="23028656">
                  <a:moveTo>
                    <a:pt x="5080" y="0"/>
                  </a:moveTo>
                  <a:lnTo>
                    <a:pt x="23023576" y="0"/>
                  </a:lnTo>
                  <a:cubicBezTo>
                    <a:pt x="23026370" y="0"/>
                    <a:pt x="23028656" y="2286"/>
                    <a:pt x="23028656" y="5080"/>
                  </a:cubicBezTo>
                  <a:lnTo>
                    <a:pt x="23028656" y="760984"/>
                  </a:lnTo>
                  <a:cubicBezTo>
                    <a:pt x="23028656" y="763778"/>
                    <a:pt x="23026370" y="766064"/>
                    <a:pt x="23023576" y="766064"/>
                  </a:cubicBezTo>
                  <a:lnTo>
                    <a:pt x="5080" y="766064"/>
                  </a:lnTo>
                  <a:cubicBezTo>
                    <a:pt x="2286" y="766064"/>
                    <a:pt x="0" y="763778"/>
                    <a:pt x="0" y="760984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760984"/>
                  </a:lnTo>
                  <a:lnTo>
                    <a:pt x="5080" y="760984"/>
                  </a:lnTo>
                  <a:lnTo>
                    <a:pt x="5080" y="755904"/>
                  </a:lnTo>
                  <a:lnTo>
                    <a:pt x="23023576" y="755904"/>
                  </a:lnTo>
                  <a:lnTo>
                    <a:pt x="23023576" y="760984"/>
                  </a:lnTo>
                  <a:lnTo>
                    <a:pt x="23018496" y="760984"/>
                  </a:lnTo>
                  <a:lnTo>
                    <a:pt x="23018496" y="5080"/>
                  </a:lnTo>
                  <a:lnTo>
                    <a:pt x="23023576" y="5080"/>
                  </a:lnTo>
                  <a:lnTo>
                    <a:pt x="23023576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BD5E0"/>
            </a:solidFill>
          </p:spPr>
        </p:sp>
      </p:grpSp>
      <p:sp>
        <p:nvSpPr>
          <p:cNvPr name="TextBox 79" id="79"/>
          <p:cNvSpPr txBox="true"/>
          <p:nvPr/>
        </p:nvSpPr>
        <p:spPr>
          <a:xfrm rot="0">
            <a:off x="720347" y="6534407"/>
            <a:ext cx="1265939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2E5D8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TC-19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2037083" y="6534407"/>
            <a:ext cx="8087363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Recher</a:t>
            </a:r>
            <a:r>
              <a:rPr lang="en-US" sz="20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che d'offres d'emploi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0175243" y="6534407"/>
            <a:ext cx="247294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8592A6"/>
                </a:solidFill>
                <a:latin typeface="Calibri (MS)"/>
                <a:ea typeface="Calibri (MS)"/>
                <a:cs typeface="Calibri (MS)"/>
                <a:sym typeface="Calibri (MS)"/>
              </a:rPr>
              <a:t>Recherche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2698987" y="6534407"/>
            <a:ext cx="210718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Functional</a:t>
            </a:r>
          </a:p>
        </p:txBody>
      </p:sp>
      <p:grpSp>
        <p:nvGrpSpPr>
          <p:cNvPr name="Group 83" id="83"/>
          <p:cNvGrpSpPr/>
          <p:nvPr/>
        </p:nvGrpSpPr>
        <p:grpSpPr>
          <a:xfrm rot="0">
            <a:off x="14827758" y="6525006"/>
            <a:ext cx="2695956" cy="574548"/>
            <a:chOff x="0" y="0"/>
            <a:chExt cx="3594608" cy="766064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5080" y="5080"/>
              <a:ext cx="3584448" cy="755904"/>
            </a:xfrm>
            <a:custGeom>
              <a:avLst/>
              <a:gdLst/>
              <a:ahLst/>
              <a:cxnLst/>
              <a:rect r="r" b="b" t="t" l="l"/>
              <a:pathLst>
                <a:path h="755904" w="3584448">
                  <a:moveTo>
                    <a:pt x="0" y="0"/>
                  </a:moveTo>
                  <a:lnTo>
                    <a:pt x="3584448" y="0"/>
                  </a:lnTo>
                  <a:lnTo>
                    <a:pt x="3584448" y="755904"/>
                  </a:lnTo>
                  <a:lnTo>
                    <a:pt x="0" y="755904"/>
                  </a:lnTo>
                  <a:close/>
                </a:path>
              </a:pathLst>
            </a:custGeom>
            <a:solidFill>
              <a:srgbClr val="E6FAF5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3594608" cy="766064"/>
            </a:xfrm>
            <a:custGeom>
              <a:avLst/>
              <a:gdLst/>
              <a:ahLst/>
              <a:cxnLst/>
              <a:rect r="r" b="b" t="t" l="l"/>
              <a:pathLst>
                <a:path h="766064" w="3594608">
                  <a:moveTo>
                    <a:pt x="5080" y="0"/>
                  </a:moveTo>
                  <a:lnTo>
                    <a:pt x="3589528" y="0"/>
                  </a:lnTo>
                  <a:cubicBezTo>
                    <a:pt x="3592322" y="0"/>
                    <a:pt x="3594608" y="2286"/>
                    <a:pt x="3594608" y="5080"/>
                  </a:cubicBezTo>
                  <a:lnTo>
                    <a:pt x="3594608" y="760984"/>
                  </a:lnTo>
                  <a:cubicBezTo>
                    <a:pt x="3594608" y="763778"/>
                    <a:pt x="3592322" y="766064"/>
                    <a:pt x="3589528" y="766064"/>
                  </a:cubicBezTo>
                  <a:lnTo>
                    <a:pt x="5080" y="766064"/>
                  </a:lnTo>
                  <a:cubicBezTo>
                    <a:pt x="2286" y="766064"/>
                    <a:pt x="0" y="763778"/>
                    <a:pt x="0" y="760984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760984"/>
                  </a:lnTo>
                  <a:lnTo>
                    <a:pt x="5080" y="760984"/>
                  </a:lnTo>
                  <a:lnTo>
                    <a:pt x="5080" y="755904"/>
                  </a:lnTo>
                  <a:lnTo>
                    <a:pt x="3589528" y="755904"/>
                  </a:lnTo>
                  <a:lnTo>
                    <a:pt x="3589528" y="760984"/>
                  </a:lnTo>
                  <a:lnTo>
                    <a:pt x="3584448" y="760984"/>
                  </a:lnTo>
                  <a:lnTo>
                    <a:pt x="3584448" y="5080"/>
                  </a:lnTo>
                  <a:lnTo>
                    <a:pt x="3589528" y="5080"/>
                  </a:lnTo>
                  <a:lnTo>
                    <a:pt x="3589528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BD5E0"/>
            </a:solidFill>
          </p:spPr>
        </p:sp>
      </p:grpSp>
      <p:sp>
        <p:nvSpPr>
          <p:cNvPr name="TextBox 86" id="86"/>
          <p:cNvSpPr txBox="true"/>
          <p:nvPr/>
        </p:nvSpPr>
        <p:spPr>
          <a:xfrm rot="0">
            <a:off x="14856971" y="6534407"/>
            <a:ext cx="2637539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02C39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PASS</a:t>
            </a:r>
          </a:p>
        </p:txBody>
      </p:sp>
      <p:grpSp>
        <p:nvGrpSpPr>
          <p:cNvPr name="Group 87" id="87"/>
          <p:cNvGrpSpPr/>
          <p:nvPr/>
        </p:nvGrpSpPr>
        <p:grpSpPr>
          <a:xfrm rot="0">
            <a:off x="508254" y="7110222"/>
            <a:ext cx="17271492" cy="574548"/>
            <a:chOff x="0" y="0"/>
            <a:chExt cx="23028656" cy="766064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5080" y="5080"/>
              <a:ext cx="23018496" cy="755904"/>
            </a:xfrm>
            <a:custGeom>
              <a:avLst/>
              <a:gdLst/>
              <a:ahLst/>
              <a:cxnLst/>
              <a:rect r="r" b="b" t="t" l="l"/>
              <a:pathLst>
                <a:path h="755904" w="23018496">
                  <a:moveTo>
                    <a:pt x="0" y="0"/>
                  </a:moveTo>
                  <a:lnTo>
                    <a:pt x="23018496" y="0"/>
                  </a:lnTo>
                  <a:lnTo>
                    <a:pt x="23018496" y="755904"/>
                  </a:lnTo>
                  <a:lnTo>
                    <a:pt x="0" y="755904"/>
                  </a:lnTo>
                  <a:close/>
                </a:path>
              </a:pathLst>
            </a:custGeom>
            <a:solidFill>
              <a:srgbClr val="EDF2F7"/>
            </a:solidFill>
          </p:spPr>
        </p:sp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3028656" cy="766064"/>
            </a:xfrm>
            <a:custGeom>
              <a:avLst/>
              <a:gdLst/>
              <a:ahLst/>
              <a:cxnLst/>
              <a:rect r="r" b="b" t="t" l="l"/>
              <a:pathLst>
                <a:path h="766064" w="23028656">
                  <a:moveTo>
                    <a:pt x="5080" y="0"/>
                  </a:moveTo>
                  <a:lnTo>
                    <a:pt x="23023576" y="0"/>
                  </a:lnTo>
                  <a:cubicBezTo>
                    <a:pt x="23026370" y="0"/>
                    <a:pt x="23028656" y="2286"/>
                    <a:pt x="23028656" y="5080"/>
                  </a:cubicBezTo>
                  <a:lnTo>
                    <a:pt x="23028656" y="760984"/>
                  </a:lnTo>
                  <a:cubicBezTo>
                    <a:pt x="23028656" y="763778"/>
                    <a:pt x="23026370" y="766064"/>
                    <a:pt x="23023576" y="766064"/>
                  </a:cubicBezTo>
                  <a:lnTo>
                    <a:pt x="5080" y="766064"/>
                  </a:lnTo>
                  <a:cubicBezTo>
                    <a:pt x="2286" y="766064"/>
                    <a:pt x="0" y="763778"/>
                    <a:pt x="0" y="760984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760984"/>
                  </a:lnTo>
                  <a:lnTo>
                    <a:pt x="5080" y="760984"/>
                  </a:lnTo>
                  <a:lnTo>
                    <a:pt x="5080" y="755904"/>
                  </a:lnTo>
                  <a:lnTo>
                    <a:pt x="23023576" y="755904"/>
                  </a:lnTo>
                  <a:lnTo>
                    <a:pt x="23023576" y="760984"/>
                  </a:lnTo>
                  <a:lnTo>
                    <a:pt x="23018496" y="760984"/>
                  </a:lnTo>
                  <a:lnTo>
                    <a:pt x="23018496" y="5080"/>
                  </a:lnTo>
                  <a:lnTo>
                    <a:pt x="23023576" y="5080"/>
                  </a:lnTo>
                  <a:lnTo>
                    <a:pt x="23023576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BD5E0"/>
            </a:solidFill>
          </p:spPr>
        </p:sp>
      </p:grpSp>
      <p:sp>
        <p:nvSpPr>
          <p:cNvPr name="TextBox 90" id="90"/>
          <p:cNvSpPr txBox="true"/>
          <p:nvPr/>
        </p:nvSpPr>
        <p:spPr>
          <a:xfrm rot="0">
            <a:off x="720347" y="7119623"/>
            <a:ext cx="1265939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2E5D8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TC-20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2037083" y="7119623"/>
            <a:ext cx="8087363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R</a:t>
            </a:r>
            <a:r>
              <a:rPr lang="en-US" sz="20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echerche de formations professionnelles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10175243" y="7119623"/>
            <a:ext cx="247294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R</a:t>
            </a: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echerche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12698987" y="7119623"/>
            <a:ext cx="210718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Functional</a:t>
            </a:r>
          </a:p>
        </p:txBody>
      </p:sp>
      <p:grpSp>
        <p:nvGrpSpPr>
          <p:cNvPr name="Group 94" id="94"/>
          <p:cNvGrpSpPr/>
          <p:nvPr/>
        </p:nvGrpSpPr>
        <p:grpSpPr>
          <a:xfrm rot="0">
            <a:off x="14827758" y="7110222"/>
            <a:ext cx="2695956" cy="574548"/>
            <a:chOff x="0" y="0"/>
            <a:chExt cx="3594608" cy="766064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5080" y="5080"/>
              <a:ext cx="3584448" cy="755904"/>
            </a:xfrm>
            <a:custGeom>
              <a:avLst/>
              <a:gdLst/>
              <a:ahLst/>
              <a:cxnLst/>
              <a:rect r="r" b="b" t="t" l="l"/>
              <a:pathLst>
                <a:path h="755904" w="3584448">
                  <a:moveTo>
                    <a:pt x="0" y="0"/>
                  </a:moveTo>
                  <a:lnTo>
                    <a:pt x="3584448" y="0"/>
                  </a:lnTo>
                  <a:lnTo>
                    <a:pt x="3584448" y="755904"/>
                  </a:lnTo>
                  <a:lnTo>
                    <a:pt x="0" y="755904"/>
                  </a:lnTo>
                  <a:close/>
                </a:path>
              </a:pathLst>
            </a:custGeom>
            <a:solidFill>
              <a:srgbClr val="E6FAF5"/>
            </a:solidFill>
          </p:spPr>
        </p:sp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3594608" cy="766064"/>
            </a:xfrm>
            <a:custGeom>
              <a:avLst/>
              <a:gdLst/>
              <a:ahLst/>
              <a:cxnLst/>
              <a:rect r="r" b="b" t="t" l="l"/>
              <a:pathLst>
                <a:path h="766064" w="3594608">
                  <a:moveTo>
                    <a:pt x="5080" y="0"/>
                  </a:moveTo>
                  <a:lnTo>
                    <a:pt x="3589528" y="0"/>
                  </a:lnTo>
                  <a:cubicBezTo>
                    <a:pt x="3592322" y="0"/>
                    <a:pt x="3594608" y="2286"/>
                    <a:pt x="3594608" y="5080"/>
                  </a:cubicBezTo>
                  <a:lnTo>
                    <a:pt x="3594608" y="760984"/>
                  </a:lnTo>
                  <a:cubicBezTo>
                    <a:pt x="3594608" y="763778"/>
                    <a:pt x="3592322" y="766064"/>
                    <a:pt x="3589528" y="766064"/>
                  </a:cubicBezTo>
                  <a:lnTo>
                    <a:pt x="5080" y="766064"/>
                  </a:lnTo>
                  <a:cubicBezTo>
                    <a:pt x="2286" y="766064"/>
                    <a:pt x="0" y="763778"/>
                    <a:pt x="0" y="760984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760984"/>
                  </a:lnTo>
                  <a:lnTo>
                    <a:pt x="5080" y="760984"/>
                  </a:lnTo>
                  <a:lnTo>
                    <a:pt x="5080" y="755904"/>
                  </a:lnTo>
                  <a:lnTo>
                    <a:pt x="3589528" y="755904"/>
                  </a:lnTo>
                  <a:lnTo>
                    <a:pt x="3589528" y="760984"/>
                  </a:lnTo>
                  <a:lnTo>
                    <a:pt x="3584448" y="760984"/>
                  </a:lnTo>
                  <a:lnTo>
                    <a:pt x="3584448" y="5080"/>
                  </a:lnTo>
                  <a:lnTo>
                    <a:pt x="3589528" y="5080"/>
                  </a:lnTo>
                  <a:lnTo>
                    <a:pt x="3589528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BD5E0"/>
            </a:solidFill>
          </p:spPr>
        </p:sp>
      </p:grpSp>
      <p:sp>
        <p:nvSpPr>
          <p:cNvPr name="TextBox 97" id="97"/>
          <p:cNvSpPr txBox="true"/>
          <p:nvPr/>
        </p:nvSpPr>
        <p:spPr>
          <a:xfrm rot="0">
            <a:off x="14856971" y="7119623"/>
            <a:ext cx="2637539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02C39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PASS</a:t>
            </a:r>
          </a:p>
        </p:txBody>
      </p:sp>
      <p:grpSp>
        <p:nvGrpSpPr>
          <p:cNvPr name="Group 98" id="98"/>
          <p:cNvGrpSpPr/>
          <p:nvPr/>
        </p:nvGrpSpPr>
        <p:grpSpPr>
          <a:xfrm rot="0">
            <a:off x="508254" y="7695438"/>
            <a:ext cx="17271492" cy="574548"/>
            <a:chOff x="0" y="0"/>
            <a:chExt cx="23028656" cy="766064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5080" y="5080"/>
              <a:ext cx="23018496" cy="755904"/>
            </a:xfrm>
            <a:custGeom>
              <a:avLst/>
              <a:gdLst/>
              <a:ahLst/>
              <a:cxnLst/>
              <a:rect r="r" b="b" t="t" l="l"/>
              <a:pathLst>
                <a:path h="755904" w="23018496">
                  <a:moveTo>
                    <a:pt x="0" y="0"/>
                  </a:moveTo>
                  <a:lnTo>
                    <a:pt x="23018496" y="0"/>
                  </a:lnTo>
                  <a:lnTo>
                    <a:pt x="23018496" y="755904"/>
                  </a:lnTo>
                  <a:lnTo>
                    <a:pt x="0" y="75590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3028656" cy="766064"/>
            </a:xfrm>
            <a:custGeom>
              <a:avLst/>
              <a:gdLst/>
              <a:ahLst/>
              <a:cxnLst/>
              <a:rect r="r" b="b" t="t" l="l"/>
              <a:pathLst>
                <a:path h="766064" w="23028656">
                  <a:moveTo>
                    <a:pt x="5080" y="0"/>
                  </a:moveTo>
                  <a:lnTo>
                    <a:pt x="23023576" y="0"/>
                  </a:lnTo>
                  <a:cubicBezTo>
                    <a:pt x="23026370" y="0"/>
                    <a:pt x="23028656" y="2286"/>
                    <a:pt x="23028656" y="5080"/>
                  </a:cubicBezTo>
                  <a:lnTo>
                    <a:pt x="23028656" y="760984"/>
                  </a:lnTo>
                  <a:cubicBezTo>
                    <a:pt x="23028656" y="763778"/>
                    <a:pt x="23026370" y="766064"/>
                    <a:pt x="23023576" y="766064"/>
                  </a:cubicBezTo>
                  <a:lnTo>
                    <a:pt x="5080" y="766064"/>
                  </a:lnTo>
                  <a:cubicBezTo>
                    <a:pt x="2286" y="766064"/>
                    <a:pt x="0" y="763778"/>
                    <a:pt x="0" y="760984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760984"/>
                  </a:lnTo>
                  <a:lnTo>
                    <a:pt x="5080" y="760984"/>
                  </a:lnTo>
                  <a:lnTo>
                    <a:pt x="5080" y="755904"/>
                  </a:lnTo>
                  <a:lnTo>
                    <a:pt x="23023576" y="755904"/>
                  </a:lnTo>
                  <a:lnTo>
                    <a:pt x="23023576" y="760984"/>
                  </a:lnTo>
                  <a:lnTo>
                    <a:pt x="23018496" y="760984"/>
                  </a:lnTo>
                  <a:lnTo>
                    <a:pt x="23018496" y="5080"/>
                  </a:lnTo>
                  <a:lnTo>
                    <a:pt x="23023576" y="5080"/>
                  </a:lnTo>
                  <a:lnTo>
                    <a:pt x="23023576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BD5E0"/>
            </a:solidFill>
          </p:spPr>
        </p:sp>
      </p:grpSp>
      <p:sp>
        <p:nvSpPr>
          <p:cNvPr name="TextBox 101" id="101"/>
          <p:cNvSpPr txBox="true"/>
          <p:nvPr/>
        </p:nvSpPr>
        <p:spPr>
          <a:xfrm rot="0">
            <a:off x="720347" y="7704839"/>
            <a:ext cx="1265939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2E5D8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TC-21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2037083" y="7704839"/>
            <a:ext cx="8087363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R</a:t>
            </a:r>
            <a:r>
              <a:rPr lang="en-US" sz="20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echerche de filières universitaires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10175243" y="7704839"/>
            <a:ext cx="247294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Filiéres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12698987" y="7704839"/>
            <a:ext cx="210718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Functional</a:t>
            </a:r>
          </a:p>
        </p:txBody>
      </p:sp>
      <p:grpSp>
        <p:nvGrpSpPr>
          <p:cNvPr name="Group 105" id="105"/>
          <p:cNvGrpSpPr/>
          <p:nvPr/>
        </p:nvGrpSpPr>
        <p:grpSpPr>
          <a:xfrm rot="0">
            <a:off x="14827758" y="7695438"/>
            <a:ext cx="2695956" cy="574548"/>
            <a:chOff x="0" y="0"/>
            <a:chExt cx="3594608" cy="766064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5080" y="5080"/>
              <a:ext cx="3584448" cy="755904"/>
            </a:xfrm>
            <a:custGeom>
              <a:avLst/>
              <a:gdLst/>
              <a:ahLst/>
              <a:cxnLst/>
              <a:rect r="r" b="b" t="t" l="l"/>
              <a:pathLst>
                <a:path h="755904" w="3584448">
                  <a:moveTo>
                    <a:pt x="0" y="0"/>
                  </a:moveTo>
                  <a:lnTo>
                    <a:pt x="3584448" y="0"/>
                  </a:lnTo>
                  <a:lnTo>
                    <a:pt x="3584448" y="755904"/>
                  </a:lnTo>
                  <a:lnTo>
                    <a:pt x="0" y="755904"/>
                  </a:lnTo>
                  <a:close/>
                </a:path>
              </a:pathLst>
            </a:custGeom>
            <a:solidFill>
              <a:srgbClr val="E6FAF5"/>
            </a:solidFill>
          </p:spPr>
        </p:sp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3594608" cy="766064"/>
            </a:xfrm>
            <a:custGeom>
              <a:avLst/>
              <a:gdLst/>
              <a:ahLst/>
              <a:cxnLst/>
              <a:rect r="r" b="b" t="t" l="l"/>
              <a:pathLst>
                <a:path h="766064" w="3594608">
                  <a:moveTo>
                    <a:pt x="5080" y="0"/>
                  </a:moveTo>
                  <a:lnTo>
                    <a:pt x="3589528" y="0"/>
                  </a:lnTo>
                  <a:cubicBezTo>
                    <a:pt x="3592322" y="0"/>
                    <a:pt x="3594608" y="2286"/>
                    <a:pt x="3594608" y="5080"/>
                  </a:cubicBezTo>
                  <a:lnTo>
                    <a:pt x="3594608" y="760984"/>
                  </a:lnTo>
                  <a:cubicBezTo>
                    <a:pt x="3594608" y="763778"/>
                    <a:pt x="3592322" y="766064"/>
                    <a:pt x="3589528" y="766064"/>
                  </a:cubicBezTo>
                  <a:lnTo>
                    <a:pt x="5080" y="766064"/>
                  </a:lnTo>
                  <a:cubicBezTo>
                    <a:pt x="2286" y="766064"/>
                    <a:pt x="0" y="763778"/>
                    <a:pt x="0" y="760984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760984"/>
                  </a:lnTo>
                  <a:lnTo>
                    <a:pt x="5080" y="760984"/>
                  </a:lnTo>
                  <a:lnTo>
                    <a:pt x="5080" y="755904"/>
                  </a:lnTo>
                  <a:lnTo>
                    <a:pt x="3589528" y="755904"/>
                  </a:lnTo>
                  <a:lnTo>
                    <a:pt x="3589528" y="760984"/>
                  </a:lnTo>
                  <a:lnTo>
                    <a:pt x="3584448" y="760984"/>
                  </a:lnTo>
                  <a:lnTo>
                    <a:pt x="3584448" y="5080"/>
                  </a:lnTo>
                  <a:lnTo>
                    <a:pt x="3589528" y="5080"/>
                  </a:lnTo>
                  <a:lnTo>
                    <a:pt x="3589528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BD5E0"/>
            </a:solidFill>
          </p:spPr>
        </p:sp>
      </p:grpSp>
      <p:sp>
        <p:nvSpPr>
          <p:cNvPr name="TextBox 108" id="108"/>
          <p:cNvSpPr txBox="true"/>
          <p:nvPr/>
        </p:nvSpPr>
        <p:spPr>
          <a:xfrm rot="0">
            <a:off x="14856971" y="7704839"/>
            <a:ext cx="2637539" cy="49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02C39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PASS</a:t>
            </a:r>
          </a:p>
        </p:txBody>
      </p:sp>
      <p:grpSp>
        <p:nvGrpSpPr>
          <p:cNvPr name="Group 109" id="109"/>
          <p:cNvGrpSpPr/>
          <p:nvPr/>
        </p:nvGrpSpPr>
        <p:grpSpPr>
          <a:xfrm rot="0">
            <a:off x="508254" y="8280654"/>
            <a:ext cx="17271492" cy="574548"/>
            <a:chOff x="0" y="0"/>
            <a:chExt cx="23028656" cy="766064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5080" y="5080"/>
              <a:ext cx="23018496" cy="755904"/>
            </a:xfrm>
            <a:custGeom>
              <a:avLst/>
              <a:gdLst/>
              <a:ahLst/>
              <a:cxnLst/>
              <a:rect r="r" b="b" t="t" l="l"/>
              <a:pathLst>
                <a:path h="755904" w="23018496">
                  <a:moveTo>
                    <a:pt x="0" y="0"/>
                  </a:moveTo>
                  <a:lnTo>
                    <a:pt x="23018496" y="0"/>
                  </a:lnTo>
                  <a:lnTo>
                    <a:pt x="23018496" y="755904"/>
                  </a:lnTo>
                  <a:lnTo>
                    <a:pt x="0" y="755904"/>
                  </a:lnTo>
                  <a:close/>
                </a:path>
              </a:pathLst>
            </a:custGeom>
            <a:solidFill>
              <a:srgbClr val="EDF2F7"/>
            </a:solidFill>
          </p:spPr>
        </p:sp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23028656" cy="766064"/>
            </a:xfrm>
            <a:custGeom>
              <a:avLst/>
              <a:gdLst/>
              <a:ahLst/>
              <a:cxnLst/>
              <a:rect r="r" b="b" t="t" l="l"/>
              <a:pathLst>
                <a:path h="766064" w="23028656">
                  <a:moveTo>
                    <a:pt x="5080" y="0"/>
                  </a:moveTo>
                  <a:lnTo>
                    <a:pt x="23023576" y="0"/>
                  </a:lnTo>
                  <a:cubicBezTo>
                    <a:pt x="23026370" y="0"/>
                    <a:pt x="23028656" y="2286"/>
                    <a:pt x="23028656" y="5080"/>
                  </a:cubicBezTo>
                  <a:lnTo>
                    <a:pt x="23028656" y="760984"/>
                  </a:lnTo>
                  <a:cubicBezTo>
                    <a:pt x="23028656" y="763778"/>
                    <a:pt x="23026370" y="766064"/>
                    <a:pt x="23023576" y="766064"/>
                  </a:cubicBezTo>
                  <a:lnTo>
                    <a:pt x="5080" y="766064"/>
                  </a:lnTo>
                  <a:cubicBezTo>
                    <a:pt x="2286" y="766064"/>
                    <a:pt x="0" y="763778"/>
                    <a:pt x="0" y="760984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760984"/>
                  </a:lnTo>
                  <a:lnTo>
                    <a:pt x="5080" y="760984"/>
                  </a:lnTo>
                  <a:lnTo>
                    <a:pt x="5080" y="755904"/>
                  </a:lnTo>
                  <a:lnTo>
                    <a:pt x="23023576" y="755904"/>
                  </a:lnTo>
                  <a:lnTo>
                    <a:pt x="23023576" y="760984"/>
                  </a:lnTo>
                  <a:lnTo>
                    <a:pt x="23018496" y="760984"/>
                  </a:lnTo>
                  <a:lnTo>
                    <a:pt x="23018496" y="5080"/>
                  </a:lnTo>
                  <a:lnTo>
                    <a:pt x="23023576" y="5080"/>
                  </a:lnTo>
                  <a:lnTo>
                    <a:pt x="23023576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BD5E0"/>
            </a:solidFill>
          </p:spPr>
        </p:sp>
      </p:grpSp>
      <p:sp>
        <p:nvSpPr>
          <p:cNvPr name="TextBox 112" id="112"/>
          <p:cNvSpPr txBox="true"/>
          <p:nvPr/>
        </p:nvSpPr>
        <p:spPr>
          <a:xfrm rot="0">
            <a:off x="720347" y="8290055"/>
            <a:ext cx="1265939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2E5D8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TC-22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2037083" y="8290055"/>
            <a:ext cx="8087363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R</a:t>
            </a:r>
            <a:r>
              <a:rPr lang="en-US" sz="20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echerche de bourses d'études</a:t>
            </a:r>
          </a:p>
          <a:p>
            <a:pPr algn="l">
              <a:lnSpc>
                <a:spcPts val="2400"/>
              </a:lnSpc>
            </a:pPr>
          </a:p>
        </p:txBody>
      </p:sp>
      <p:sp>
        <p:nvSpPr>
          <p:cNvPr name="TextBox 114" id="114"/>
          <p:cNvSpPr txBox="true"/>
          <p:nvPr/>
        </p:nvSpPr>
        <p:spPr>
          <a:xfrm rot="0">
            <a:off x="10175243" y="8290055"/>
            <a:ext cx="247294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Recherche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12698987" y="8290055"/>
            <a:ext cx="2107187" cy="49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Functional</a:t>
            </a:r>
          </a:p>
        </p:txBody>
      </p:sp>
      <p:grpSp>
        <p:nvGrpSpPr>
          <p:cNvPr name="Group 116" id="116"/>
          <p:cNvGrpSpPr/>
          <p:nvPr/>
        </p:nvGrpSpPr>
        <p:grpSpPr>
          <a:xfrm rot="0">
            <a:off x="14827758" y="8280654"/>
            <a:ext cx="2695956" cy="574548"/>
            <a:chOff x="0" y="0"/>
            <a:chExt cx="3594608" cy="766064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5080" y="5080"/>
              <a:ext cx="3584448" cy="755904"/>
            </a:xfrm>
            <a:custGeom>
              <a:avLst/>
              <a:gdLst/>
              <a:ahLst/>
              <a:cxnLst/>
              <a:rect r="r" b="b" t="t" l="l"/>
              <a:pathLst>
                <a:path h="755904" w="3584448">
                  <a:moveTo>
                    <a:pt x="0" y="0"/>
                  </a:moveTo>
                  <a:lnTo>
                    <a:pt x="3584448" y="0"/>
                  </a:lnTo>
                  <a:lnTo>
                    <a:pt x="3584448" y="755904"/>
                  </a:lnTo>
                  <a:lnTo>
                    <a:pt x="0" y="755904"/>
                  </a:lnTo>
                  <a:close/>
                </a:path>
              </a:pathLst>
            </a:custGeom>
            <a:solidFill>
              <a:srgbClr val="E6FAF5"/>
            </a:solidFill>
          </p:spPr>
        </p:sp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3594608" cy="766064"/>
            </a:xfrm>
            <a:custGeom>
              <a:avLst/>
              <a:gdLst/>
              <a:ahLst/>
              <a:cxnLst/>
              <a:rect r="r" b="b" t="t" l="l"/>
              <a:pathLst>
                <a:path h="766064" w="3594608">
                  <a:moveTo>
                    <a:pt x="5080" y="0"/>
                  </a:moveTo>
                  <a:lnTo>
                    <a:pt x="3589528" y="0"/>
                  </a:lnTo>
                  <a:cubicBezTo>
                    <a:pt x="3592322" y="0"/>
                    <a:pt x="3594608" y="2286"/>
                    <a:pt x="3594608" y="5080"/>
                  </a:cubicBezTo>
                  <a:lnTo>
                    <a:pt x="3594608" y="760984"/>
                  </a:lnTo>
                  <a:cubicBezTo>
                    <a:pt x="3594608" y="763778"/>
                    <a:pt x="3592322" y="766064"/>
                    <a:pt x="3589528" y="766064"/>
                  </a:cubicBezTo>
                  <a:lnTo>
                    <a:pt x="5080" y="766064"/>
                  </a:lnTo>
                  <a:cubicBezTo>
                    <a:pt x="2286" y="766064"/>
                    <a:pt x="0" y="763778"/>
                    <a:pt x="0" y="760984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760984"/>
                  </a:lnTo>
                  <a:lnTo>
                    <a:pt x="5080" y="760984"/>
                  </a:lnTo>
                  <a:lnTo>
                    <a:pt x="5080" y="755904"/>
                  </a:lnTo>
                  <a:lnTo>
                    <a:pt x="3589528" y="755904"/>
                  </a:lnTo>
                  <a:lnTo>
                    <a:pt x="3589528" y="760984"/>
                  </a:lnTo>
                  <a:lnTo>
                    <a:pt x="3584448" y="760984"/>
                  </a:lnTo>
                  <a:lnTo>
                    <a:pt x="3584448" y="5080"/>
                  </a:lnTo>
                  <a:lnTo>
                    <a:pt x="3589528" y="5080"/>
                  </a:lnTo>
                  <a:lnTo>
                    <a:pt x="3589528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BD5E0"/>
            </a:solidFill>
          </p:spPr>
        </p:sp>
      </p:grpSp>
      <p:sp>
        <p:nvSpPr>
          <p:cNvPr name="TextBox 119" id="119"/>
          <p:cNvSpPr txBox="true"/>
          <p:nvPr/>
        </p:nvSpPr>
        <p:spPr>
          <a:xfrm rot="0">
            <a:off x="14856971" y="8290055"/>
            <a:ext cx="2637539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02C39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PASS</a:t>
            </a:r>
          </a:p>
        </p:txBody>
      </p:sp>
      <p:grpSp>
        <p:nvGrpSpPr>
          <p:cNvPr name="Group 120" id="120"/>
          <p:cNvGrpSpPr/>
          <p:nvPr/>
        </p:nvGrpSpPr>
        <p:grpSpPr>
          <a:xfrm rot="0">
            <a:off x="508254" y="8865870"/>
            <a:ext cx="17271492" cy="574548"/>
            <a:chOff x="0" y="0"/>
            <a:chExt cx="23028656" cy="766064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5080" y="5080"/>
              <a:ext cx="23018496" cy="755904"/>
            </a:xfrm>
            <a:custGeom>
              <a:avLst/>
              <a:gdLst/>
              <a:ahLst/>
              <a:cxnLst/>
              <a:rect r="r" b="b" t="t" l="l"/>
              <a:pathLst>
                <a:path h="755904" w="23018496">
                  <a:moveTo>
                    <a:pt x="0" y="0"/>
                  </a:moveTo>
                  <a:lnTo>
                    <a:pt x="23018496" y="0"/>
                  </a:lnTo>
                  <a:lnTo>
                    <a:pt x="23018496" y="755904"/>
                  </a:lnTo>
                  <a:lnTo>
                    <a:pt x="0" y="75590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23028656" cy="766064"/>
            </a:xfrm>
            <a:custGeom>
              <a:avLst/>
              <a:gdLst/>
              <a:ahLst/>
              <a:cxnLst/>
              <a:rect r="r" b="b" t="t" l="l"/>
              <a:pathLst>
                <a:path h="766064" w="23028656">
                  <a:moveTo>
                    <a:pt x="5080" y="0"/>
                  </a:moveTo>
                  <a:lnTo>
                    <a:pt x="23023576" y="0"/>
                  </a:lnTo>
                  <a:cubicBezTo>
                    <a:pt x="23026370" y="0"/>
                    <a:pt x="23028656" y="2286"/>
                    <a:pt x="23028656" y="5080"/>
                  </a:cubicBezTo>
                  <a:lnTo>
                    <a:pt x="23028656" y="760984"/>
                  </a:lnTo>
                  <a:cubicBezTo>
                    <a:pt x="23028656" y="763778"/>
                    <a:pt x="23026370" y="766064"/>
                    <a:pt x="23023576" y="766064"/>
                  </a:cubicBezTo>
                  <a:lnTo>
                    <a:pt x="5080" y="766064"/>
                  </a:lnTo>
                  <a:cubicBezTo>
                    <a:pt x="2286" y="766064"/>
                    <a:pt x="0" y="763778"/>
                    <a:pt x="0" y="760984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760984"/>
                  </a:lnTo>
                  <a:lnTo>
                    <a:pt x="5080" y="760984"/>
                  </a:lnTo>
                  <a:lnTo>
                    <a:pt x="5080" y="755904"/>
                  </a:lnTo>
                  <a:lnTo>
                    <a:pt x="23023576" y="755904"/>
                  </a:lnTo>
                  <a:lnTo>
                    <a:pt x="23023576" y="760984"/>
                  </a:lnTo>
                  <a:lnTo>
                    <a:pt x="23018496" y="760984"/>
                  </a:lnTo>
                  <a:lnTo>
                    <a:pt x="23018496" y="5080"/>
                  </a:lnTo>
                  <a:lnTo>
                    <a:pt x="23023576" y="5080"/>
                  </a:lnTo>
                  <a:lnTo>
                    <a:pt x="23023576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BD5E0"/>
            </a:solidFill>
          </p:spPr>
        </p:sp>
      </p:grpSp>
      <p:sp>
        <p:nvSpPr>
          <p:cNvPr name="TextBox 123" id="123"/>
          <p:cNvSpPr txBox="true"/>
          <p:nvPr/>
        </p:nvSpPr>
        <p:spPr>
          <a:xfrm rot="0">
            <a:off x="720347" y="8875271"/>
            <a:ext cx="1265939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2E5D8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TC-23</a:t>
            </a:r>
          </a:p>
        </p:txBody>
      </p:sp>
      <p:sp>
        <p:nvSpPr>
          <p:cNvPr name="TextBox 124" id="124"/>
          <p:cNvSpPr txBox="true"/>
          <p:nvPr/>
        </p:nvSpPr>
        <p:spPr>
          <a:xfrm rot="0">
            <a:off x="2037083" y="8875271"/>
            <a:ext cx="8087363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S</a:t>
            </a:r>
            <a:r>
              <a:rPr lang="en-US" sz="20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ection dates importantes</a:t>
            </a:r>
          </a:p>
          <a:p>
            <a:pPr algn="l">
              <a:lnSpc>
                <a:spcPts val="2400"/>
              </a:lnSpc>
            </a:pPr>
          </a:p>
        </p:txBody>
      </p:sp>
      <p:sp>
        <p:nvSpPr>
          <p:cNvPr name="TextBox 125" id="125"/>
          <p:cNvSpPr txBox="true"/>
          <p:nvPr/>
        </p:nvSpPr>
        <p:spPr>
          <a:xfrm rot="0">
            <a:off x="10175243" y="8875271"/>
            <a:ext cx="247294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O</a:t>
            </a: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rientation</a:t>
            </a:r>
          </a:p>
        </p:txBody>
      </p:sp>
      <p:sp>
        <p:nvSpPr>
          <p:cNvPr name="TextBox 126" id="126"/>
          <p:cNvSpPr txBox="true"/>
          <p:nvPr/>
        </p:nvSpPr>
        <p:spPr>
          <a:xfrm rot="0">
            <a:off x="12698987" y="8875271"/>
            <a:ext cx="2107187" cy="49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Functional</a:t>
            </a:r>
          </a:p>
        </p:txBody>
      </p:sp>
      <p:grpSp>
        <p:nvGrpSpPr>
          <p:cNvPr name="Group 127" id="127"/>
          <p:cNvGrpSpPr/>
          <p:nvPr/>
        </p:nvGrpSpPr>
        <p:grpSpPr>
          <a:xfrm rot="0">
            <a:off x="14827758" y="8865870"/>
            <a:ext cx="2695956" cy="574548"/>
            <a:chOff x="0" y="0"/>
            <a:chExt cx="3594608" cy="766064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5080" y="5080"/>
              <a:ext cx="3584448" cy="755904"/>
            </a:xfrm>
            <a:custGeom>
              <a:avLst/>
              <a:gdLst/>
              <a:ahLst/>
              <a:cxnLst/>
              <a:rect r="r" b="b" t="t" l="l"/>
              <a:pathLst>
                <a:path h="755904" w="3584448">
                  <a:moveTo>
                    <a:pt x="0" y="0"/>
                  </a:moveTo>
                  <a:lnTo>
                    <a:pt x="3584448" y="0"/>
                  </a:lnTo>
                  <a:lnTo>
                    <a:pt x="3584448" y="755904"/>
                  </a:lnTo>
                  <a:lnTo>
                    <a:pt x="0" y="755904"/>
                  </a:lnTo>
                  <a:close/>
                </a:path>
              </a:pathLst>
            </a:custGeom>
            <a:solidFill>
              <a:srgbClr val="E6FAF5"/>
            </a:solidFill>
          </p:spPr>
        </p:sp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3594608" cy="766064"/>
            </a:xfrm>
            <a:custGeom>
              <a:avLst/>
              <a:gdLst/>
              <a:ahLst/>
              <a:cxnLst/>
              <a:rect r="r" b="b" t="t" l="l"/>
              <a:pathLst>
                <a:path h="766064" w="3594608">
                  <a:moveTo>
                    <a:pt x="5080" y="0"/>
                  </a:moveTo>
                  <a:lnTo>
                    <a:pt x="3589528" y="0"/>
                  </a:lnTo>
                  <a:cubicBezTo>
                    <a:pt x="3592322" y="0"/>
                    <a:pt x="3594608" y="2286"/>
                    <a:pt x="3594608" y="5080"/>
                  </a:cubicBezTo>
                  <a:lnTo>
                    <a:pt x="3594608" y="760984"/>
                  </a:lnTo>
                  <a:cubicBezTo>
                    <a:pt x="3594608" y="763778"/>
                    <a:pt x="3592322" y="766064"/>
                    <a:pt x="3589528" y="766064"/>
                  </a:cubicBezTo>
                  <a:lnTo>
                    <a:pt x="5080" y="766064"/>
                  </a:lnTo>
                  <a:cubicBezTo>
                    <a:pt x="2286" y="766064"/>
                    <a:pt x="0" y="763778"/>
                    <a:pt x="0" y="760984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760984"/>
                  </a:lnTo>
                  <a:lnTo>
                    <a:pt x="5080" y="760984"/>
                  </a:lnTo>
                  <a:lnTo>
                    <a:pt x="5080" y="755904"/>
                  </a:lnTo>
                  <a:lnTo>
                    <a:pt x="3589528" y="755904"/>
                  </a:lnTo>
                  <a:lnTo>
                    <a:pt x="3589528" y="760984"/>
                  </a:lnTo>
                  <a:lnTo>
                    <a:pt x="3584448" y="760984"/>
                  </a:lnTo>
                  <a:lnTo>
                    <a:pt x="3584448" y="5080"/>
                  </a:lnTo>
                  <a:lnTo>
                    <a:pt x="3589528" y="5080"/>
                  </a:lnTo>
                  <a:lnTo>
                    <a:pt x="3589528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BD5E0"/>
            </a:solidFill>
          </p:spPr>
        </p:sp>
      </p:grpSp>
      <p:sp>
        <p:nvSpPr>
          <p:cNvPr name="TextBox 130" id="130"/>
          <p:cNvSpPr txBox="true"/>
          <p:nvPr/>
        </p:nvSpPr>
        <p:spPr>
          <a:xfrm rot="0">
            <a:off x="14856971" y="8875271"/>
            <a:ext cx="2637539" cy="49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02C39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PASS</a:t>
            </a:r>
          </a:p>
        </p:txBody>
      </p:sp>
      <p:grpSp>
        <p:nvGrpSpPr>
          <p:cNvPr name="Group 131" id="131"/>
          <p:cNvGrpSpPr/>
          <p:nvPr/>
        </p:nvGrpSpPr>
        <p:grpSpPr>
          <a:xfrm rot="0">
            <a:off x="508254" y="9451086"/>
            <a:ext cx="17271492" cy="574548"/>
            <a:chOff x="0" y="0"/>
            <a:chExt cx="23028656" cy="766064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5080" y="5080"/>
              <a:ext cx="23018496" cy="755904"/>
            </a:xfrm>
            <a:custGeom>
              <a:avLst/>
              <a:gdLst/>
              <a:ahLst/>
              <a:cxnLst/>
              <a:rect r="r" b="b" t="t" l="l"/>
              <a:pathLst>
                <a:path h="755904" w="23018496">
                  <a:moveTo>
                    <a:pt x="0" y="0"/>
                  </a:moveTo>
                  <a:lnTo>
                    <a:pt x="23018496" y="0"/>
                  </a:lnTo>
                  <a:lnTo>
                    <a:pt x="23018496" y="755904"/>
                  </a:lnTo>
                  <a:lnTo>
                    <a:pt x="0" y="755904"/>
                  </a:lnTo>
                  <a:close/>
                </a:path>
              </a:pathLst>
            </a:custGeom>
            <a:solidFill>
              <a:srgbClr val="EDF2F7"/>
            </a:solidFill>
          </p:spPr>
        </p:sp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23028656" cy="766064"/>
            </a:xfrm>
            <a:custGeom>
              <a:avLst/>
              <a:gdLst/>
              <a:ahLst/>
              <a:cxnLst/>
              <a:rect r="r" b="b" t="t" l="l"/>
              <a:pathLst>
                <a:path h="766064" w="23028656">
                  <a:moveTo>
                    <a:pt x="5080" y="0"/>
                  </a:moveTo>
                  <a:lnTo>
                    <a:pt x="23023576" y="0"/>
                  </a:lnTo>
                  <a:cubicBezTo>
                    <a:pt x="23026370" y="0"/>
                    <a:pt x="23028656" y="2286"/>
                    <a:pt x="23028656" y="5080"/>
                  </a:cubicBezTo>
                  <a:lnTo>
                    <a:pt x="23028656" y="760984"/>
                  </a:lnTo>
                  <a:cubicBezTo>
                    <a:pt x="23028656" y="763778"/>
                    <a:pt x="23026370" y="766064"/>
                    <a:pt x="23023576" y="766064"/>
                  </a:cubicBezTo>
                  <a:lnTo>
                    <a:pt x="5080" y="766064"/>
                  </a:lnTo>
                  <a:cubicBezTo>
                    <a:pt x="2286" y="766064"/>
                    <a:pt x="0" y="763778"/>
                    <a:pt x="0" y="760984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760984"/>
                  </a:lnTo>
                  <a:lnTo>
                    <a:pt x="5080" y="760984"/>
                  </a:lnTo>
                  <a:lnTo>
                    <a:pt x="5080" y="755904"/>
                  </a:lnTo>
                  <a:lnTo>
                    <a:pt x="23023576" y="755904"/>
                  </a:lnTo>
                  <a:lnTo>
                    <a:pt x="23023576" y="760984"/>
                  </a:lnTo>
                  <a:lnTo>
                    <a:pt x="23018496" y="760984"/>
                  </a:lnTo>
                  <a:lnTo>
                    <a:pt x="23018496" y="5080"/>
                  </a:lnTo>
                  <a:lnTo>
                    <a:pt x="23023576" y="5080"/>
                  </a:lnTo>
                  <a:lnTo>
                    <a:pt x="23023576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BD5E0"/>
            </a:solidFill>
          </p:spPr>
        </p:sp>
      </p:grpSp>
      <p:sp>
        <p:nvSpPr>
          <p:cNvPr name="TextBox 134" id="134"/>
          <p:cNvSpPr txBox="true"/>
          <p:nvPr/>
        </p:nvSpPr>
        <p:spPr>
          <a:xfrm rot="0">
            <a:off x="720347" y="9460487"/>
            <a:ext cx="1265939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2E5D8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TC-24</a:t>
            </a:r>
          </a:p>
        </p:txBody>
      </p:sp>
      <p:sp>
        <p:nvSpPr>
          <p:cNvPr name="TextBox 135" id="135"/>
          <p:cNvSpPr txBox="true"/>
          <p:nvPr/>
        </p:nvSpPr>
        <p:spPr>
          <a:xfrm rot="0">
            <a:off x="2037083" y="9460487"/>
            <a:ext cx="8087363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Filtr</a:t>
            </a:r>
            <a:r>
              <a:rPr lang="en-US" sz="20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age des filières universitaires</a:t>
            </a:r>
          </a:p>
          <a:p>
            <a:pPr algn="l">
              <a:lnSpc>
                <a:spcPts val="2400"/>
              </a:lnSpc>
            </a:pPr>
          </a:p>
        </p:txBody>
      </p:sp>
      <p:sp>
        <p:nvSpPr>
          <p:cNvPr name="TextBox 136" id="136"/>
          <p:cNvSpPr txBox="true"/>
          <p:nvPr/>
        </p:nvSpPr>
        <p:spPr>
          <a:xfrm rot="0">
            <a:off x="10175243" y="9460487"/>
            <a:ext cx="247294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Filières</a:t>
            </a:r>
          </a:p>
        </p:txBody>
      </p:sp>
      <p:sp>
        <p:nvSpPr>
          <p:cNvPr name="TextBox 137" id="137"/>
          <p:cNvSpPr txBox="true"/>
          <p:nvPr/>
        </p:nvSpPr>
        <p:spPr>
          <a:xfrm rot="0">
            <a:off x="12698987" y="9460487"/>
            <a:ext cx="2107187" cy="49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Functional</a:t>
            </a:r>
          </a:p>
        </p:txBody>
      </p:sp>
      <p:grpSp>
        <p:nvGrpSpPr>
          <p:cNvPr name="Group 138" id="138"/>
          <p:cNvGrpSpPr/>
          <p:nvPr/>
        </p:nvGrpSpPr>
        <p:grpSpPr>
          <a:xfrm rot="0">
            <a:off x="14827758" y="9451086"/>
            <a:ext cx="2695956" cy="574548"/>
            <a:chOff x="0" y="0"/>
            <a:chExt cx="3594608" cy="766064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5080" y="5080"/>
              <a:ext cx="3584448" cy="755904"/>
            </a:xfrm>
            <a:custGeom>
              <a:avLst/>
              <a:gdLst/>
              <a:ahLst/>
              <a:cxnLst/>
              <a:rect r="r" b="b" t="t" l="l"/>
              <a:pathLst>
                <a:path h="755904" w="3584448">
                  <a:moveTo>
                    <a:pt x="0" y="0"/>
                  </a:moveTo>
                  <a:lnTo>
                    <a:pt x="3584448" y="0"/>
                  </a:lnTo>
                  <a:lnTo>
                    <a:pt x="3584448" y="755904"/>
                  </a:lnTo>
                  <a:lnTo>
                    <a:pt x="0" y="755904"/>
                  </a:lnTo>
                  <a:close/>
                </a:path>
              </a:pathLst>
            </a:custGeom>
            <a:solidFill>
              <a:srgbClr val="E6FAF5"/>
            </a:solidFill>
          </p:spPr>
        </p:sp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3594608" cy="766064"/>
            </a:xfrm>
            <a:custGeom>
              <a:avLst/>
              <a:gdLst/>
              <a:ahLst/>
              <a:cxnLst/>
              <a:rect r="r" b="b" t="t" l="l"/>
              <a:pathLst>
                <a:path h="766064" w="3594608">
                  <a:moveTo>
                    <a:pt x="5080" y="0"/>
                  </a:moveTo>
                  <a:lnTo>
                    <a:pt x="3589528" y="0"/>
                  </a:lnTo>
                  <a:cubicBezTo>
                    <a:pt x="3592322" y="0"/>
                    <a:pt x="3594608" y="2286"/>
                    <a:pt x="3594608" y="5080"/>
                  </a:cubicBezTo>
                  <a:lnTo>
                    <a:pt x="3594608" y="760984"/>
                  </a:lnTo>
                  <a:cubicBezTo>
                    <a:pt x="3594608" y="763778"/>
                    <a:pt x="3592322" y="766064"/>
                    <a:pt x="3589528" y="766064"/>
                  </a:cubicBezTo>
                  <a:lnTo>
                    <a:pt x="5080" y="766064"/>
                  </a:lnTo>
                  <a:cubicBezTo>
                    <a:pt x="2286" y="766064"/>
                    <a:pt x="0" y="763778"/>
                    <a:pt x="0" y="760984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760984"/>
                  </a:lnTo>
                  <a:lnTo>
                    <a:pt x="5080" y="760984"/>
                  </a:lnTo>
                  <a:lnTo>
                    <a:pt x="5080" y="755904"/>
                  </a:lnTo>
                  <a:lnTo>
                    <a:pt x="3589528" y="755904"/>
                  </a:lnTo>
                  <a:lnTo>
                    <a:pt x="3589528" y="760984"/>
                  </a:lnTo>
                  <a:lnTo>
                    <a:pt x="3584448" y="760984"/>
                  </a:lnTo>
                  <a:lnTo>
                    <a:pt x="3584448" y="5080"/>
                  </a:lnTo>
                  <a:lnTo>
                    <a:pt x="3589528" y="5080"/>
                  </a:lnTo>
                  <a:lnTo>
                    <a:pt x="3589528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BD5E0"/>
            </a:solidFill>
          </p:spPr>
        </p:sp>
      </p:grpSp>
      <p:sp>
        <p:nvSpPr>
          <p:cNvPr name="TextBox 141" id="141"/>
          <p:cNvSpPr txBox="true"/>
          <p:nvPr/>
        </p:nvSpPr>
        <p:spPr>
          <a:xfrm rot="0">
            <a:off x="14856971" y="9460487"/>
            <a:ext cx="2637539" cy="49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02C39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PASS</a:t>
            </a:r>
          </a:p>
        </p:txBody>
      </p:sp>
      <p:sp>
        <p:nvSpPr>
          <p:cNvPr name="TextBox 142" id="142"/>
          <p:cNvSpPr txBox="true"/>
          <p:nvPr/>
        </p:nvSpPr>
        <p:spPr>
          <a:xfrm rot="0">
            <a:off x="10172071" y="5391531"/>
            <a:ext cx="247294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Au</a:t>
            </a: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th</a:t>
            </a:r>
          </a:p>
        </p:txBody>
      </p:sp>
      <p:sp>
        <p:nvSpPr>
          <p:cNvPr name="TextBox 143" id="143"/>
          <p:cNvSpPr txBox="true"/>
          <p:nvPr/>
        </p:nvSpPr>
        <p:spPr>
          <a:xfrm rot="0">
            <a:off x="10172071" y="5976747"/>
            <a:ext cx="247294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Or</a:t>
            </a: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ientation</a:t>
            </a:r>
          </a:p>
        </p:txBody>
      </p:sp>
      <p:sp>
        <p:nvSpPr>
          <p:cNvPr name="TextBox 144" id="144"/>
          <p:cNvSpPr txBox="true"/>
          <p:nvPr/>
        </p:nvSpPr>
        <p:spPr>
          <a:xfrm rot="0">
            <a:off x="14918941" y="5467731"/>
            <a:ext cx="2637539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F4A6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FAIL</a:t>
            </a:r>
          </a:p>
        </p:txBody>
      </p:sp>
      <p:sp>
        <p:nvSpPr>
          <p:cNvPr name="TextBox 145" id="145"/>
          <p:cNvSpPr txBox="true"/>
          <p:nvPr/>
        </p:nvSpPr>
        <p:spPr>
          <a:xfrm rot="0">
            <a:off x="14886175" y="4262947"/>
            <a:ext cx="2637539" cy="49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02C39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PASS</a:t>
            </a:r>
          </a:p>
        </p:txBody>
      </p:sp>
      <p:sp>
        <p:nvSpPr>
          <p:cNvPr name="TextBox 146" id="146"/>
          <p:cNvSpPr txBox="true"/>
          <p:nvPr/>
        </p:nvSpPr>
        <p:spPr>
          <a:xfrm rot="0">
            <a:off x="9071372" y="9801854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E5D8E"/>
                </a:solidFill>
                <a:latin typeface="Open Sans"/>
                <a:ea typeface="Open Sans"/>
                <a:cs typeface="Open Sans"/>
                <a:sym typeface="Open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183387"/>
            <a:chOff x="0" y="0"/>
            <a:chExt cx="24417871" cy="29111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877312"/>
            </a:xfrm>
            <a:custGeom>
              <a:avLst/>
              <a:gdLst/>
              <a:ahLst/>
              <a:cxnLst/>
              <a:rect r="r" b="b" t="t" l="l"/>
              <a:pathLst>
                <a:path h="287731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877312"/>
                  </a:lnTo>
                  <a:lnTo>
                    <a:pt x="0" y="2877312"/>
                  </a:lnTo>
                  <a:close/>
                </a:path>
              </a:pathLst>
            </a:custGeom>
            <a:solidFill>
              <a:srgbClr val="1C2B3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911094"/>
            </a:xfrm>
            <a:custGeom>
              <a:avLst/>
              <a:gdLst/>
              <a:ahLst/>
              <a:cxnLst/>
              <a:rect r="r" b="b" t="t" l="l"/>
              <a:pathLst>
                <a:path h="291109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894203"/>
                  </a:lnTo>
                  <a:cubicBezTo>
                    <a:pt x="24417782" y="2903601"/>
                    <a:pt x="24410163" y="2911094"/>
                    <a:pt x="24400890" y="2911094"/>
                  </a:cubicBezTo>
                  <a:lnTo>
                    <a:pt x="16891" y="2911094"/>
                  </a:lnTo>
                  <a:cubicBezTo>
                    <a:pt x="7493" y="2911094"/>
                    <a:pt x="0" y="2903474"/>
                    <a:pt x="0" y="28942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94203"/>
                  </a:lnTo>
                  <a:lnTo>
                    <a:pt x="16891" y="2894203"/>
                  </a:lnTo>
                  <a:lnTo>
                    <a:pt x="16891" y="2877312"/>
                  </a:lnTo>
                  <a:lnTo>
                    <a:pt x="24400890" y="2877312"/>
                  </a:lnTo>
                  <a:lnTo>
                    <a:pt x="24400890" y="2894203"/>
                  </a:lnTo>
                  <a:lnTo>
                    <a:pt x="24384000" y="289420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B3A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731520" y="173355"/>
            <a:ext cx="16824960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200" b="true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Cas de Test — TC-25 à TC-35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99367" y="2218439"/>
            <a:ext cx="17289275" cy="756923"/>
            <a:chOff x="0" y="0"/>
            <a:chExt cx="23052367" cy="100923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6891" y="16891"/>
              <a:ext cx="23018497" cy="975360"/>
            </a:xfrm>
            <a:custGeom>
              <a:avLst/>
              <a:gdLst/>
              <a:ahLst/>
              <a:cxnLst/>
              <a:rect r="r" b="b" t="t" l="l"/>
              <a:pathLst>
                <a:path h="975360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1C2B3A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052278" cy="1009144"/>
            </a:xfrm>
            <a:custGeom>
              <a:avLst/>
              <a:gdLst/>
              <a:ahLst/>
              <a:cxnLst/>
              <a:rect r="r" b="b" t="t" l="l"/>
              <a:pathLst>
                <a:path h="1009144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992251"/>
                  </a:lnTo>
                  <a:cubicBezTo>
                    <a:pt x="23052278" y="1001649"/>
                    <a:pt x="23044658" y="1009142"/>
                    <a:pt x="23035388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23035388" y="975360"/>
                  </a:lnTo>
                  <a:lnTo>
                    <a:pt x="23035388" y="992251"/>
                  </a:lnTo>
                  <a:lnTo>
                    <a:pt x="23018497" y="992251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B3A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720347" y="2245490"/>
            <a:ext cx="1265939" cy="655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37083" y="2245490"/>
            <a:ext cx="8087363" cy="655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Titre du cas de test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175243" y="2245490"/>
            <a:ext cx="2472947" cy="655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Module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698987" y="2245490"/>
            <a:ext cx="2107187" cy="655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Type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856971" y="2245490"/>
            <a:ext cx="2637539" cy="655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Statut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17150" y="2975362"/>
            <a:ext cx="17271492" cy="6499736"/>
            <a:chOff x="0" y="0"/>
            <a:chExt cx="23028656" cy="8666315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23028656" cy="766064"/>
              <a:chOff x="0" y="0"/>
              <a:chExt cx="23028656" cy="766064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5080" y="5080"/>
                <a:ext cx="23018496" cy="755904"/>
              </a:xfrm>
              <a:custGeom>
                <a:avLst/>
                <a:gdLst/>
                <a:ahLst/>
                <a:cxnLst/>
                <a:rect r="r" b="b" t="t" l="l"/>
                <a:pathLst>
                  <a:path h="755904" w="23018496">
                    <a:moveTo>
                      <a:pt x="0" y="0"/>
                    </a:moveTo>
                    <a:lnTo>
                      <a:pt x="23018496" y="0"/>
                    </a:lnTo>
                    <a:lnTo>
                      <a:pt x="23018496" y="755904"/>
                    </a:lnTo>
                    <a:lnTo>
                      <a:pt x="0" y="755904"/>
                    </a:lnTo>
                    <a:close/>
                  </a:path>
                </a:pathLst>
              </a:custGeom>
              <a:solidFill>
                <a:srgbClr val="EDF2F7"/>
              </a:solidFill>
            </p:spPr>
          </p:sp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3028656" cy="766064"/>
              </a:xfrm>
              <a:custGeom>
                <a:avLst/>
                <a:gdLst/>
                <a:ahLst/>
                <a:cxnLst/>
                <a:rect r="r" b="b" t="t" l="l"/>
                <a:pathLst>
                  <a:path h="766064" w="23028656">
                    <a:moveTo>
                      <a:pt x="5080" y="0"/>
                    </a:moveTo>
                    <a:lnTo>
                      <a:pt x="23023576" y="0"/>
                    </a:lnTo>
                    <a:cubicBezTo>
                      <a:pt x="23026370" y="0"/>
                      <a:pt x="23028656" y="2286"/>
                      <a:pt x="23028656" y="5080"/>
                    </a:cubicBezTo>
                    <a:lnTo>
                      <a:pt x="23028656" y="760984"/>
                    </a:lnTo>
                    <a:cubicBezTo>
                      <a:pt x="23028656" y="763778"/>
                      <a:pt x="23026370" y="766064"/>
                      <a:pt x="23023576" y="766064"/>
                    </a:cubicBezTo>
                    <a:lnTo>
                      <a:pt x="5080" y="766064"/>
                    </a:lnTo>
                    <a:cubicBezTo>
                      <a:pt x="2286" y="766064"/>
                      <a:pt x="0" y="763778"/>
                      <a:pt x="0" y="760984"/>
                    </a:cubicBezTo>
                    <a:lnTo>
                      <a:pt x="0" y="5080"/>
                    </a:lnTo>
                    <a:cubicBezTo>
                      <a:pt x="0" y="2286"/>
                      <a:pt x="2286" y="0"/>
                      <a:pt x="5080" y="0"/>
                    </a:cubicBezTo>
                    <a:moveTo>
                      <a:pt x="5080" y="10160"/>
                    </a:moveTo>
                    <a:lnTo>
                      <a:pt x="5080" y="5080"/>
                    </a:lnTo>
                    <a:lnTo>
                      <a:pt x="10160" y="5080"/>
                    </a:lnTo>
                    <a:lnTo>
                      <a:pt x="10160" y="760984"/>
                    </a:lnTo>
                    <a:lnTo>
                      <a:pt x="5080" y="760984"/>
                    </a:lnTo>
                    <a:lnTo>
                      <a:pt x="5080" y="755904"/>
                    </a:lnTo>
                    <a:lnTo>
                      <a:pt x="23023576" y="755904"/>
                    </a:lnTo>
                    <a:lnTo>
                      <a:pt x="23023576" y="760984"/>
                    </a:lnTo>
                    <a:lnTo>
                      <a:pt x="23018496" y="760984"/>
                    </a:lnTo>
                    <a:lnTo>
                      <a:pt x="23018496" y="5080"/>
                    </a:lnTo>
                    <a:lnTo>
                      <a:pt x="23023576" y="5080"/>
                    </a:lnTo>
                    <a:lnTo>
                      <a:pt x="23023576" y="10160"/>
                    </a:lnTo>
                    <a:lnTo>
                      <a:pt x="5080" y="10160"/>
                    </a:lnTo>
                    <a:close/>
                  </a:path>
                </a:pathLst>
              </a:custGeom>
              <a:solidFill>
                <a:srgbClr val="CBD5E0"/>
              </a:solidFill>
            </p:spPr>
          </p:sp>
        </p:grpSp>
        <p:sp>
          <p:nvSpPr>
            <p:cNvPr name="TextBox 18" id="18"/>
            <p:cNvSpPr txBox="true"/>
            <p:nvPr/>
          </p:nvSpPr>
          <p:spPr>
            <a:xfrm rot="0">
              <a:off x="282791" y="25235"/>
              <a:ext cx="1687919" cy="431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2E5D8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TC-25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2038439" y="25235"/>
              <a:ext cx="10783151" cy="431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C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Rejet du mauvai</a:t>
              </a:r>
              <a:r>
                <a:rPr lang="en-US" sz="2000">
                  <a:solidFill>
                    <a:srgbClr val="1C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 mot de passe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12889319" y="25235"/>
              <a:ext cx="3297263" cy="431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71809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</a:t>
              </a:r>
              <a:r>
                <a:rPr lang="en-US" sz="2000">
                  <a:solidFill>
                    <a:srgbClr val="71809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6254311" y="25235"/>
              <a:ext cx="2809583" cy="431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71809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Functional</a:t>
              </a:r>
            </a:p>
          </p:txBody>
        </p:sp>
        <p:grpSp>
          <p:nvGrpSpPr>
            <p:cNvPr name="Group 22" id="22"/>
            <p:cNvGrpSpPr/>
            <p:nvPr/>
          </p:nvGrpSpPr>
          <p:grpSpPr>
            <a:xfrm rot="0">
              <a:off x="19092672" y="0"/>
              <a:ext cx="3594608" cy="766064"/>
              <a:chOff x="0" y="0"/>
              <a:chExt cx="3594608" cy="766064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5080" y="5080"/>
                <a:ext cx="3584448" cy="755904"/>
              </a:xfrm>
              <a:custGeom>
                <a:avLst/>
                <a:gdLst/>
                <a:ahLst/>
                <a:cxnLst/>
                <a:rect r="r" b="b" t="t" l="l"/>
                <a:pathLst>
                  <a:path h="755904" w="3584448">
                    <a:moveTo>
                      <a:pt x="0" y="0"/>
                    </a:moveTo>
                    <a:lnTo>
                      <a:pt x="3584448" y="0"/>
                    </a:lnTo>
                    <a:lnTo>
                      <a:pt x="3584448" y="755904"/>
                    </a:lnTo>
                    <a:lnTo>
                      <a:pt x="0" y="755904"/>
                    </a:lnTo>
                    <a:close/>
                  </a:path>
                </a:pathLst>
              </a:custGeom>
              <a:solidFill>
                <a:srgbClr val="E6FAF5"/>
              </a:solidFill>
            </p:spPr>
          </p:sp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3594608" cy="766064"/>
              </a:xfrm>
              <a:custGeom>
                <a:avLst/>
                <a:gdLst/>
                <a:ahLst/>
                <a:cxnLst/>
                <a:rect r="r" b="b" t="t" l="l"/>
                <a:pathLst>
                  <a:path h="766064" w="3594608">
                    <a:moveTo>
                      <a:pt x="5080" y="0"/>
                    </a:moveTo>
                    <a:lnTo>
                      <a:pt x="3589528" y="0"/>
                    </a:lnTo>
                    <a:cubicBezTo>
                      <a:pt x="3592322" y="0"/>
                      <a:pt x="3594608" y="2286"/>
                      <a:pt x="3594608" y="5080"/>
                    </a:cubicBezTo>
                    <a:lnTo>
                      <a:pt x="3594608" y="760984"/>
                    </a:lnTo>
                    <a:cubicBezTo>
                      <a:pt x="3594608" y="763778"/>
                      <a:pt x="3592322" y="766064"/>
                      <a:pt x="3589528" y="766064"/>
                    </a:cubicBezTo>
                    <a:lnTo>
                      <a:pt x="5080" y="766064"/>
                    </a:lnTo>
                    <a:cubicBezTo>
                      <a:pt x="2286" y="766064"/>
                      <a:pt x="0" y="763778"/>
                      <a:pt x="0" y="760984"/>
                    </a:cubicBezTo>
                    <a:lnTo>
                      <a:pt x="0" y="5080"/>
                    </a:lnTo>
                    <a:cubicBezTo>
                      <a:pt x="0" y="2286"/>
                      <a:pt x="2286" y="0"/>
                      <a:pt x="5080" y="0"/>
                    </a:cubicBezTo>
                    <a:moveTo>
                      <a:pt x="5080" y="10160"/>
                    </a:moveTo>
                    <a:lnTo>
                      <a:pt x="5080" y="5080"/>
                    </a:lnTo>
                    <a:lnTo>
                      <a:pt x="10160" y="5080"/>
                    </a:lnTo>
                    <a:lnTo>
                      <a:pt x="10160" y="760984"/>
                    </a:lnTo>
                    <a:lnTo>
                      <a:pt x="5080" y="760984"/>
                    </a:lnTo>
                    <a:lnTo>
                      <a:pt x="5080" y="755904"/>
                    </a:lnTo>
                    <a:lnTo>
                      <a:pt x="3589528" y="755904"/>
                    </a:lnTo>
                    <a:lnTo>
                      <a:pt x="3589528" y="760984"/>
                    </a:lnTo>
                    <a:lnTo>
                      <a:pt x="3584448" y="760984"/>
                    </a:lnTo>
                    <a:lnTo>
                      <a:pt x="3584448" y="5080"/>
                    </a:lnTo>
                    <a:lnTo>
                      <a:pt x="3589528" y="5080"/>
                    </a:lnTo>
                    <a:lnTo>
                      <a:pt x="3589528" y="10160"/>
                    </a:lnTo>
                    <a:lnTo>
                      <a:pt x="5080" y="10160"/>
                    </a:lnTo>
                    <a:close/>
                  </a:path>
                </a:pathLst>
              </a:custGeom>
              <a:solidFill>
                <a:srgbClr val="CBD5E0"/>
              </a:solidFill>
            </p:spPr>
          </p:sp>
        </p:grpSp>
        <p:sp>
          <p:nvSpPr>
            <p:cNvPr name="TextBox 25" id="25"/>
            <p:cNvSpPr txBox="true"/>
            <p:nvPr/>
          </p:nvSpPr>
          <p:spPr>
            <a:xfrm rot="0">
              <a:off x="19131623" y="25235"/>
              <a:ext cx="3516719" cy="6531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PASS</a:t>
              </a:r>
            </a:p>
          </p:txBody>
        </p:sp>
        <p:grpSp>
          <p:nvGrpSpPr>
            <p:cNvPr name="Group 26" id="26"/>
            <p:cNvGrpSpPr/>
            <p:nvPr/>
          </p:nvGrpSpPr>
          <p:grpSpPr>
            <a:xfrm rot="0">
              <a:off x="0" y="780288"/>
              <a:ext cx="23028656" cy="766064"/>
              <a:chOff x="0" y="0"/>
              <a:chExt cx="23028656" cy="766064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5080" y="5080"/>
                <a:ext cx="23018496" cy="755904"/>
              </a:xfrm>
              <a:custGeom>
                <a:avLst/>
                <a:gdLst/>
                <a:ahLst/>
                <a:cxnLst/>
                <a:rect r="r" b="b" t="t" l="l"/>
                <a:pathLst>
                  <a:path h="755904" w="23018496">
                    <a:moveTo>
                      <a:pt x="0" y="0"/>
                    </a:moveTo>
                    <a:lnTo>
                      <a:pt x="23018496" y="0"/>
                    </a:lnTo>
                    <a:lnTo>
                      <a:pt x="23018496" y="755904"/>
                    </a:lnTo>
                    <a:lnTo>
                      <a:pt x="0" y="75590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23028656" cy="766064"/>
              </a:xfrm>
              <a:custGeom>
                <a:avLst/>
                <a:gdLst/>
                <a:ahLst/>
                <a:cxnLst/>
                <a:rect r="r" b="b" t="t" l="l"/>
                <a:pathLst>
                  <a:path h="766064" w="23028656">
                    <a:moveTo>
                      <a:pt x="5080" y="0"/>
                    </a:moveTo>
                    <a:lnTo>
                      <a:pt x="23023576" y="0"/>
                    </a:lnTo>
                    <a:cubicBezTo>
                      <a:pt x="23026370" y="0"/>
                      <a:pt x="23028656" y="2286"/>
                      <a:pt x="23028656" y="5080"/>
                    </a:cubicBezTo>
                    <a:lnTo>
                      <a:pt x="23028656" y="760984"/>
                    </a:lnTo>
                    <a:cubicBezTo>
                      <a:pt x="23028656" y="763778"/>
                      <a:pt x="23026370" y="766064"/>
                      <a:pt x="23023576" y="766064"/>
                    </a:cubicBezTo>
                    <a:lnTo>
                      <a:pt x="5080" y="766064"/>
                    </a:lnTo>
                    <a:cubicBezTo>
                      <a:pt x="2286" y="766064"/>
                      <a:pt x="0" y="763778"/>
                      <a:pt x="0" y="760984"/>
                    </a:cubicBezTo>
                    <a:lnTo>
                      <a:pt x="0" y="5080"/>
                    </a:lnTo>
                    <a:cubicBezTo>
                      <a:pt x="0" y="2286"/>
                      <a:pt x="2286" y="0"/>
                      <a:pt x="5080" y="0"/>
                    </a:cubicBezTo>
                    <a:moveTo>
                      <a:pt x="5080" y="10160"/>
                    </a:moveTo>
                    <a:lnTo>
                      <a:pt x="5080" y="5080"/>
                    </a:lnTo>
                    <a:lnTo>
                      <a:pt x="10160" y="5080"/>
                    </a:lnTo>
                    <a:lnTo>
                      <a:pt x="10160" y="760984"/>
                    </a:lnTo>
                    <a:lnTo>
                      <a:pt x="5080" y="760984"/>
                    </a:lnTo>
                    <a:lnTo>
                      <a:pt x="5080" y="755904"/>
                    </a:lnTo>
                    <a:lnTo>
                      <a:pt x="23023576" y="755904"/>
                    </a:lnTo>
                    <a:lnTo>
                      <a:pt x="23023576" y="760984"/>
                    </a:lnTo>
                    <a:lnTo>
                      <a:pt x="23018496" y="760984"/>
                    </a:lnTo>
                    <a:lnTo>
                      <a:pt x="23018496" y="5080"/>
                    </a:lnTo>
                    <a:lnTo>
                      <a:pt x="23023576" y="5080"/>
                    </a:lnTo>
                    <a:lnTo>
                      <a:pt x="23023576" y="10160"/>
                    </a:lnTo>
                    <a:lnTo>
                      <a:pt x="5080" y="10160"/>
                    </a:lnTo>
                    <a:close/>
                  </a:path>
                </a:pathLst>
              </a:custGeom>
              <a:solidFill>
                <a:srgbClr val="CBD5E0"/>
              </a:solidFill>
            </p:spPr>
          </p:sp>
        </p:grpSp>
        <p:sp>
          <p:nvSpPr>
            <p:cNvPr name="TextBox 29" id="29"/>
            <p:cNvSpPr txBox="true"/>
            <p:nvPr/>
          </p:nvSpPr>
          <p:spPr>
            <a:xfrm rot="0">
              <a:off x="282791" y="805523"/>
              <a:ext cx="1687919" cy="431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2E5D8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TC-26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2038439" y="805523"/>
              <a:ext cx="10783151" cy="838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C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Reje</a:t>
              </a:r>
              <a:r>
                <a:rPr lang="en-US" sz="2000">
                  <a:solidFill>
                    <a:srgbClr val="1C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 d'un email invalide (côté serveur)</a:t>
              </a:r>
            </a:p>
            <a:p>
              <a:pPr algn="l">
                <a:lnSpc>
                  <a:spcPts val="2400"/>
                </a:lnSpc>
              </a:pP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12889319" y="805523"/>
              <a:ext cx="3297263" cy="431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71809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Auth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16254311" y="805523"/>
              <a:ext cx="2809583" cy="6531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71809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Functional</a:t>
              </a:r>
            </a:p>
          </p:txBody>
        </p:sp>
        <p:grpSp>
          <p:nvGrpSpPr>
            <p:cNvPr name="Group 33" id="33"/>
            <p:cNvGrpSpPr/>
            <p:nvPr/>
          </p:nvGrpSpPr>
          <p:grpSpPr>
            <a:xfrm rot="0">
              <a:off x="19092672" y="780288"/>
              <a:ext cx="3594608" cy="766064"/>
              <a:chOff x="0" y="0"/>
              <a:chExt cx="3594608" cy="766064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5080" y="5080"/>
                <a:ext cx="3584448" cy="755904"/>
              </a:xfrm>
              <a:custGeom>
                <a:avLst/>
                <a:gdLst/>
                <a:ahLst/>
                <a:cxnLst/>
                <a:rect r="r" b="b" t="t" l="l"/>
                <a:pathLst>
                  <a:path h="755904" w="3584448">
                    <a:moveTo>
                      <a:pt x="0" y="0"/>
                    </a:moveTo>
                    <a:lnTo>
                      <a:pt x="3584448" y="0"/>
                    </a:lnTo>
                    <a:lnTo>
                      <a:pt x="3584448" y="755904"/>
                    </a:lnTo>
                    <a:lnTo>
                      <a:pt x="0" y="755904"/>
                    </a:lnTo>
                    <a:close/>
                  </a:path>
                </a:pathLst>
              </a:custGeom>
              <a:solidFill>
                <a:srgbClr val="FFF7ED"/>
              </a:solidFill>
            </p:spPr>
          </p:sp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3594608" cy="766064"/>
              </a:xfrm>
              <a:custGeom>
                <a:avLst/>
                <a:gdLst/>
                <a:ahLst/>
                <a:cxnLst/>
                <a:rect r="r" b="b" t="t" l="l"/>
                <a:pathLst>
                  <a:path h="766064" w="3594608">
                    <a:moveTo>
                      <a:pt x="5080" y="0"/>
                    </a:moveTo>
                    <a:lnTo>
                      <a:pt x="3589528" y="0"/>
                    </a:lnTo>
                    <a:cubicBezTo>
                      <a:pt x="3592322" y="0"/>
                      <a:pt x="3594608" y="2286"/>
                      <a:pt x="3594608" y="5080"/>
                    </a:cubicBezTo>
                    <a:lnTo>
                      <a:pt x="3594608" y="760984"/>
                    </a:lnTo>
                    <a:cubicBezTo>
                      <a:pt x="3594608" y="763778"/>
                      <a:pt x="3592322" y="766064"/>
                      <a:pt x="3589528" y="766064"/>
                    </a:cubicBezTo>
                    <a:lnTo>
                      <a:pt x="5080" y="766064"/>
                    </a:lnTo>
                    <a:cubicBezTo>
                      <a:pt x="2286" y="766064"/>
                      <a:pt x="0" y="763778"/>
                      <a:pt x="0" y="760984"/>
                    </a:cubicBezTo>
                    <a:lnTo>
                      <a:pt x="0" y="5080"/>
                    </a:lnTo>
                    <a:cubicBezTo>
                      <a:pt x="0" y="2286"/>
                      <a:pt x="2286" y="0"/>
                      <a:pt x="5080" y="0"/>
                    </a:cubicBezTo>
                    <a:moveTo>
                      <a:pt x="5080" y="10160"/>
                    </a:moveTo>
                    <a:lnTo>
                      <a:pt x="5080" y="5080"/>
                    </a:lnTo>
                    <a:lnTo>
                      <a:pt x="10160" y="5080"/>
                    </a:lnTo>
                    <a:lnTo>
                      <a:pt x="10160" y="760984"/>
                    </a:lnTo>
                    <a:lnTo>
                      <a:pt x="5080" y="760984"/>
                    </a:lnTo>
                    <a:lnTo>
                      <a:pt x="5080" y="755904"/>
                    </a:lnTo>
                    <a:lnTo>
                      <a:pt x="3589528" y="755904"/>
                    </a:lnTo>
                    <a:lnTo>
                      <a:pt x="3589528" y="760984"/>
                    </a:lnTo>
                    <a:lnTo>
                      <a:pt x="3584448" y="760984"/>
                    </a:lnTo>
                    <a:lnTo>
                      <a:pt x="3584448" y="5080"/>
                    </a:lnTo>
                    <a:lnTo>
                      <a:pt x="3589528" y="5080"/>
                    </a:lnTo>
                    <a:lnTo>
                      <a:pt x="3589528" y="10160"/>
                    </a:lnTo>
                    <a:lnTo>
                      <a:pt x="5080" y="10160"/>
                    </a:lnTo>
                    <a:close/>
                  </a:path>
                </a:pathLst>
              </a:custGeom>
              <a:solidFill>
                <a:srgbClr val="CBD5E0"/>
              </a:solidFill>
            </p:spPr>
          </p:sp>
        </p:grpSp>
        <p:grpSp>
          <p:nvGrpSpPr>
            <p:cNvPr name="Group 36" id="36"/>
            <p:cNvGrpSpPr/>
            <p:nvPr/>
          </p:nvGrpSpPr>
          <p:grpSpPr>
            <a:xfrm rot="0">
              <a:off x="0" y="1560576"/>
              <a:ext cx="23028656" cy="766064"/>
              <a:chOff x="0" y="0"/>
              <a:chExt cx="23028656" cy="766064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5080" y="5080"/>
                <a:ext cx="23018496" cy="755904"/>
              </a:xfrm>
              <a:custGeom>
                <a:avLst/>
                <a:gdLst/>
                <a:ahLst/>
                <a:cxnLst/>
                <a:rect r="r" b="b" t="t" l="l"/>
                <a:pathLst>
                  <a:path h="755904" w="23018496">
                    <a:moveTo>
                      <a:pt x="0" y="0"/>
                    </a:moveTo>
                    <a:lnTo>
                      <a:pt x="23018496" y="0"/>
                    </a:lnTo>
                    <a:lnTo>
                      <a:pt x="23018496" y="755904"/>
                    </a:lnTo>
                    <a:lnTo>
                      <a:pt x="0" y="755904"/>
                    </a:lnTo>
                    <a:close/>
                  </a:path>
                </a:pathLst>
              </a:custGeom>
              <a:solidFill>
                <a:srgbClr val="EDF2F7"/>
              </a:solidFill>
            </p:spPr>
          </p:sp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23028656" cy="766064"/>
              </a:xfrm>
              <a:custGeom>
                <a:avLst/>
                <a:gdLst/>
                <a:ahLst/>
                <a:cxnLst/>
                <a:rect r="r" b="b" t="t" l="l"/>
                <a:pathLst>
                  <a:path h="766064" w="23028656">
                    <a:moveTo>
                      <a:pt x="5080" y="0"/>
                    </a:moveTo>
                    <a:lnTo>
                      <a:pt x="23023576" y="0"/>
                    </a:lnTo>
                    <a:cubicBezTo>
                      <a:pt x="23026370" y="0"/>
                      <a:pt x="23028656" y="2286"/>
                      <a:pt x="23028656" y="5080"/>
                    </a:cubicBezTo>
                    <a:lnTo>
                      <a:pt x="23028656" y="760984"/>
                    </a:lnTo>
                    <a:cubicBezTo>
                      <a:pt x="23028656" y="763778"/>
                      <a:pt x="23026370" y="766064"/>
                      <a:pt x="23023576" y="766064"/>
                    </a:cubicBezTo>
                    <a:lnTo>
                      <a:pt x="5080" y="766064"/>
                    </a:lnTo>
                    <a:cubicBezTo>
                      <a:pt x="2286" y="766064"/>
                      <a:pt x="0" y="763778"/>
                      <a:pt x="0" y="760984"/>
                    </a:cubicBezTo>
                    <a:lnTo>
                      <a:pt x="0" y="5080"/>
                    </a:lnTo>
                    <a:cubicBezTo>
                      <a:pt x="0" y="2286"/>
                      <a:pt x="2286" y="0"/>
                      <a:pt x="5080" y="0"/>
                    </a:cubicBezTo>
                    <a:moveTo>
                      <a:pt x="5080" y="10160"/>
                    </a:moveTo>
                    <a:lnTo>
                      <a:pt x="5080" y="5080"/>
                    </a:lnTo>
                    <a:lnTo>
                      <a:pt x="10160" y="5080"/>
                    </a:lnTo>
                    <a:lnTo>
                      <a:pt x="10160" y="760984"/>
                    </a:lnTo>
                    <a:lnTo>
                      <a:pt x="5080" y="760984"/>
                    </a:lnTo>
                    <a:lnTo>
                      <a:pt x="5080" y="755904"/>
                    </a:lnTo>
                    <a:lnTo>
                      <a:pt x="23023576" y="755904"/>
                    </a:lnTo>
                    <a:lnTo>
                      <a:pt x="23023576" y="760984"/>
                    </a:lnTo>
                    <a:lnTo>
                      <a:pt x="23018496" y="760984"/>
                    </a:lnTo>
                    <a:lnTo>
                      <a:pt x="23018496" y="5080"/>
                    </a:lnTo>
                    <a:lnTo>
                      <a:pt x="23023576" y="5080"/>
                    </a:lnTo>
                    <a:lnTo>
                      <a:pt x="23023576" y="10160"/>
                    </a:lnTo>
                    <a:lnTo>
                      <a:pt x="5080" y="10160"/>
                    </a:lnTo>
                    <a:close/>
                  </a:path>
                </a:pathLst>
              </a:custGeom>
              <a:solidFill>
                <a:srgbClr val="CBD5E0"/>
              </a:solidFill>
            </p:spPr>
          </p:sp>
        </p:grpSp>
        <p:sp>
          <p:nvSpPr>
            <p:cNvPr name="TextBox 39" id="39"/>
            <p:cNvSpPr txBox="true"/>
            <p:nvPr/>
          </p:nvSpPr>
          <p:spPr>
            <a:xfrm rot="0">
              <a:off x="282791" y="1585811"/>
              <a:ext cx="1687919" cy="431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2E5D8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TC-27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2038439" y="1585811"/>
              <a:ext cx="10783151" cy="431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C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Injec</a:t>
              </a:r>
              <a:r>
                <a:rPr lang="en-US" sz="2000">
                  <a:solidFill>
                    <a:srgbClr val="1C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tion SQL bloquée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12889319" y="1585811"/>
              <a:ext cx="3297263" cy="431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71809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</a:t>
              </a:r>
              <a:r>
                <a:rPr lang="en-US" sz="2000">
                  <a:solidFill>
                    <a:srgbClr val="71809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16254311" y="1585811"/>
              <a:ext cx="2809583" cy="431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71809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Séc</a:t>
              </a:r>
              <a:r>
                <a:rPr lang="en-US" sz="2000">
                  <a:solidFill>
                    <a:srgbClr val="71809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urité</a:t>
              </a:r>
            </a:p>
          </p:txBody>
        </p:sp>
        <p:grpSp>
          <p:nvGrpSpPr>
            <p:cNvPr name="Group 43" id="43"/>
            <p:cNvGrpSpPr/>
            <p:nvPr/>
          </p:nvGrpSpPr>
          <p:grpSpPr>
            <a:xfrm rot="0">
              <a:off x="19092672" y="1560576"/>
              <a:ext cx="3594608" cy="766064"/>
              <a:chOff x="0" y="0"/>
              <a:chExt cx="3594608" cy="766064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5080" y="5080"/>
                <a:ext cx="3584448" cy="755904"/>
              </a:xfrm>
              <a:custGeom>
                <a:avLst/>
                <a:gdLst/>
                <a:ahLst/>
                <a:cxnLst/>
                <a:rect r="r" b="b" t="t" l="l"/>
                <a:pathLst>
                  <a:path h="755904" w="3584448">
                    <a:moveTo>
                      <a:pt x="0" y="0"/>
                    </a:moveTo>
                    <a:lnTo>
                      <a:pt x="3584448" y="0"/>
                    </a:lnTo>
                    <a:lnTo>
                      <a:pt x="3584448" y="755904"/>
                    </a:lnTo>
                    <a:lnTo>
                      <a:pt x="0" y="755904"/>
                    </a:lnTo>
                    <a:close/>
                  </a:path>
                </a:pathLst>
              </a:custGeom>
              <a:solidFill>
                <a:srgbClr val="E6FAF5"/>
              </a:solidFill>
            </p:spPr>
          </p:sp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3594608" cy="766064"/>
              </a:xfrm>
              <a:custGeom>
                <a:avLst/>
                <a:gdLst/>
                <a:ahLst/>
                <a:cxnLst/>
                <a:rect r="r" b="b" t="t" l="l"/>
                <a:pathLst>
                  <a:path h="766064" w="3594608">
                    <a:moveTo>
                      <a:pt x="5080" y="0"/>
                    </a:moveTo>
                    <a:lnTo>
                      <a:pt x="3589528" y="0"/>
                    </a:lnTo>
                    <a:cubicBezTo>
                      <a:pt x="3592322" y="0"/>
                      <a:pt x="3594608" y="2286"/>
                      <a:pt x="3594608" y="5080"/>
                    </a:cubicBezTo>
                    <a:lnTo>
                      <a:pt x="3594608" y="760984"/>
                    </a:lnTo>
                    <a:cubicBezTo>
                      <a:pt x="3594608" y="763778"/>
                      <a:pt x="3592322" y="766064"/>
                      <a:pt x="3589528" y="766064"/>
                    </a:cubicBezTo>
                    <a:lnTo>
                      <a:pt x="5080" y="766064"/>
                    </a:lnTo>
                    <a:cubicBezTo>
                      <a:pt x="2286" y="766064"/>
                      <a:pt x="0" y="763778"/>
                      <a:pt x="0" y="760984"/>
                    </a:cubicBezTo>
                    <a:lnTo>
                      <a:pt x="0" y="5080"/>
                    </a:lnTo>
                    <a:cubicBezTo>
                      <a:pt x="0" y="2286"/>
                      <a:pt x="2286" y="0"/>
                      <a:pt x="5080" y="0"/>
                    </a:cubicBezTo>
                    <a:moveTo>
                      <a:pt x="5080" y="10160"/>
                    </a:moveTo>
                    <a:lnTo>
                      <a:pt x="5080" y="5080"/>
                    </a:lnTo>
                    <a:lnTo>
                      <a:pt x="10160" y="5080"/>
                    </a:lnTo>
                    <a:lnTo>
                      <a:pt x="10160" y="760984"/>
                    </a:lnTo>
                    <a:lnTo>
                      <a:pt x="5080" y="760984"/>
                    </a:lnTo>
                    <a:lnTo>
                      <a:pt x="5080" y="755904"/>
                    </a:lnTo>
                    <a:lnTo>
                      <a:pt x="3589528" y="755904"/>
                    </a:lnTo>
                    <a:lnTo>
                      <a:pt x="3589528" y="760984"/>
                    </a:lnTo>
                    <a:lnTo>
                      <a:pt x="3584448" y="760984"/>
                    </a:lnTo>
                    <a:lnTo>
                      <a:pt x="3584448" y="5080"/>
                    </a:lnTo>
                    <a:lnTo>
                      <a:pt x="3589528" y="5080"/>
                    </a:lnTo>
                    <a:lnTo>
                      <a:pt x="3589528" y="10160"/>
                    </a:lnTo>
                    <a:lnTo>
                      <a:pt x="5080" y="10160"/>
                    </a:lnTo>
                    <a:close/>
                  </a:path>
                </a:pathLst>
              </a:custGeom>
              <a:solidFill>
                <a:srgbClr val="CBD5E0"/>
              </a:solidFill>
            </p:spPr>
          </p:sp>
        </p:grpSp>
        <p:sp>
          <p:nvSpPr>
            <p:cNvPr name="TextBox 46" id="46"/>
            <p:cNvSpPr txBox="true"/>
            <p:nvPr/>
          </p:nvSpPr>
          <p:spPr>
            <a:xfrm rot="0">
              <a:off x="19131623" y="1585811"/>
              <a:ext cx="3516719" cy="431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PASS</a:t>
              </a:r>
            </a:p>
          </p:txBody>
        </p:sp>
        <p:grpSp>
          <p:nvGrpSpPr>
            <p:cNvPr name="Group 47" id="47"/>
            <p:cNvGrpSpPr/>
            <p:nvPr/>
          </p:nvGrpSpPr>
          <p:grpSpPr>
            <a:xfrm rot="0">
              <a:off x="0" y="2340864"/>
              <a:ext cx="23028656" cy="766064"/>
              <a:chOff x="0" y="0"/>
              <a:chExt cx="23028656" cy="766064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5080" y="5080"/>
                <a:ext cx="23018496" cy="755904"/>
              </a:xfrm>
              <a:custGeom>
                <a:avLst/>
                <a:gdLst/>
                <a:ahLst/>
                <a:cxnLst/>
                <a:rect r="r" b="b" t="t" l="l"/>
                <a:pathLst>
                  <a:path h="755904" w="23018496">
                    <a:moveTo>
                      <a:pt x="0" y="0"/>
                    </a:moveTo>
                    <a:lnTo>
                      <a:pt x="23018496" y="0"/>
                    </a:lnTo>
                    <a:lnTo>
                      <a:pt x="23018496" y="755904"/>
                    </a:lnTo>
                    <a:lnTo>
                      <a:pt x="0" y="75590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23028656" cy="766064"/>
              </a:xfrm>
              <a:custGeom>
                <a:avLst/>
                <a:gdLst/>
                <a:ahLst/>
                <a:cxnLst/>
                <a:rect r="r" b="b" t="t" l="l"/>
                <a:pathLst>
                  <a:path h="766064" w="23028656">
                    <a:moveTo>
                      <a:pt x="5080" y="0"/>
                    </a:moveTo>
                    <a:lnTo>
                      <a:pt x="23023576" y="0"/>
                    </a:lnTo>
                    <a:cubicBezTo>
                      <a:pt x="23026370" y="0"/>
                      <a:pt x="23028656" y="2286"/>
                      <a:pt x="23028656" y="5080"/>
                    </a:cubicBezTo>
                    <a:lnTo>
                      <a:pt x="23028656" y="760984"/>
                    </a:lnTo>
                    <a:cubicBezTo>
                      <a:pt x="23028656" y="763778"/>
                      <a:pt x="23026370" y="766064"/>
                      <a:pt x="23023576" y="766064"/>
                    </a:cubicBezTo>
                    <a:lnTo>
                      <a:pt x="5080" y="766064"/>
                    </a:lnTo>
                    <a:cubicBezTo>
                      <a:pt x="2286" y="766064"/>
                      <a:pt x="0" y="763778"/>
                      <a:pt x="0" y="760984"/>
                    </a:cubicBezTo>
                    <a:lnTo>
                      <a:pt x="0" y="5080"/>
                    </a:lnTo>
                    <a:cubicBezTo>
                      <a:pt x="0" y="2286"/>
                      <a:pt x="2286" y="0"/>
                      <a:pt x="5080" y="0"/>
                    </a:cubicBezTo>
                    <a:moveTo>
                      <a:pt x="5080" y="10160"/>
                    </a:moveTo>
                    <a:lnTo>
                      <a:pt x="5080" y="5080"/>
                    </a:lnTo>
                    <a:lnTo>
                      <a:pt x="10160" y="5080"/>
                    </a:lnTo>
                    <a:lnTo>
                      <a:pt x="10160" y="760984"/>
                    </a:lnTo>
                    <a:lnTo>
                      <a:pt x="5080" y="760984"/>
                    </a:lnTo>
                    <a:lnTo>
                      <a:pt x="5080" y="755904"/>
                    </a:lnTo>
                    <a:lnTo>
                      <a:pt x="23023576" y="755904"/>
                    </a:lnTo>
                    <a:lnTo>
                      <a:pt x="23023576" y="760984"/>
                    </a:lnTo>
                    <a:lnTo>
                      <a:pt x="23018496" y="760984"/>
                    </a:lnTo>
                    <a:lnTo>
                      <a:pt x="23018496" y="5080"/>
                    </a:lnTo>
                    <a:lnTo>
                      <a:pt x="23023576" y="5080"/>
                    </a:lnTo>
                    <a:lnTo>
                      <a:pt x="23023576" y="10160"/>
                    </a:lnTo>
                    <a:lnTo>
                      <a:pt x="5080" y="10160"/>
                    </a:lnTo>
                    <a:close/>
                  </a:path>
                </a:pathLst>
              </a:custGeom>
              <a:solidFill>
                <a:srgbClr val="CBD5E0"/>
              </a:solidFill>
            </p:spPr>
          </p:sp>
        </p:grpSp>
        <p:sp>
          <p:nvSpPr>
            <p:cNvPr name="TextBox 50" id="50"/>
            <p:cNvSpPr txBox="true"/>
            <p:nvPr/>
          </p:nvSpPr>
          <p:spPr>
            <a:xfrm rot="0">
              <a:off x="282791" y="2366099"/>
              <a:ext cx="1687919" cy="431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2E5D8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TC-28</a:t>
              </a:r>
            </a:p>
          </p:txBody>
        </p:sp>
        <p:sp>
          <p:nvSpPr>
            <p:cNvPr name="TextBox 51" id="51"/>
            <p:cNvSpPr txBox="true"/>
            <p:nvPr/>
          </p:nvSpPr>
          <p:spPr>
            <a:xfrm rot="0">
              <a:off x="2038439" y="2366099"/>
              <a:ext cx="10783151" cy="444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C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Redirection après dé</a:t>
              </a:r>
              <a:r>
                <a:rPr lang="en-US" sz="2000">
                  <a:solidFill>
                    <a:srgbClr val="1C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connexion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16254311" y="2366099"/>
              <a:ext cx="2809583" cy="6531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71809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Functional</a:t>
              </a:r>
            </a:p>
          </p:txBody>
        </p:sp>
        <p:grpSp>
          <p:nvGrpSpPr>
            <p:cNvPr name="Group 53" id="53"/>
            <p:cNvGrpSpPr/>
            <p:nvPr/>
          </p:nvGrpSpPr>
          <p:grpSpPr>
            <a:xfrm rot="0">
              <a:off x="19092672" y="2340864"/>
              <a:ext cx="3594608" cy="766064"/>
              <a:chOff x="0" y="0"/>
              <a:chExt cx="3594608" cy="766064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5080" y="5080"/>
                <a:ext cx="3584448" cy="755904"/>
              </a:xfrm>
              <a:custGeom>
                <a:avLst/>
                <a:gdLst/>
                <a:ahLst/>
                <a:cxnLst/>
                <a:rect r="r" b="b" t="t" l="l"/>
                <a:pathLst>
                  <a:path h="755904" w="3584448">
                    <a:moveTo>
                      <a:pt x="0" y="0"/>
                    </a:moveTo>
                    <a:lnTo>
                      <a:pt x="3584448" y="0"/>
                    </a:lnTo>
                    <a:lnTo>
                      <a:pt x="3584448" y="755904"/>
                    </a:lnTo>
                    <a:lnTo>
                      <a:pt x="0" y="755904"/>
                    </a:lnTo>
                    <a:close/>
                  </a:path>
                </a:pathLst>
              </a:custGeom>
              <a:solidFill>
                <a:srgbClr val="E6FAF5"/>
              </a:solidFill>
            </p:spPr>
          </p:sp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3594608" cy="766064"/>
              </a:xfrm>
              <a:custGeom>
                <a:avLst/>
                <a:gdLst/>
                <a:ahLst/>
                <a:cxnLst/>
                <a:rect r="r" b="b" t="t" l="l"/>
                <a:pathLst>
                  <a:path h="766064" w="3594608">
                    <a:moveTo>
                      <a:pt x="5080" y="0"/>
                    </a:moveTo>
                    <a:lnTo>
                      <a:pt x="3589528" y="0"/>
                    </a:lnTo>
                    <a:cubicBezTo>
                      <a:pt x="3592322" y="0"/>
                      <a:pt x="3594608" y="2286"/>
                      <a:pt x="3594608" y="5080"/>
                    </a:cubicBezTo>
                    <a:lnTo>
                      <a:pt x="3594608" y="760984"/>
                    </a:lnTo>
                    <a:cubicBezTo>
                      <a:pt x="3594608" y="763778"/>
                      <a:pt x="3592322" y="766064"/>
                      <a:pt x="3589528" y="766064"/>
                    </a:cubicBezTo>
                    <a:lnTo>
                      <a:pt x="5080" y="766064"/>
                    </a:lnTo>
                    <a:cubicBezTo>
                      <a:pt x="2286" y="766064"/>
                      <a:pt x="0" y="763778"/>
                      <a:pt x="0" y="760984"/>
                    </a:cubicBezTo>
                    <a:lnTo>
                      <a:pt x="0" y="5080"/>
                    </a:lnTo>
                    <a:cubicBezTo>
                      <a:pt x="0" y="2286"/>
                      <a:pt x="2286" y="0"/>
                      <a:pt x="5080" y="0"/>
                    </a:cubicBezTo>
                    <a:moveTo>
                      <a:pt x="5080" y="10160"/>
                    </a:moveTo>
                    <a:lnTo>
                      <a:pt x="5080" y="5080"/>
                    </a:lnTo>
                    <a:lnTo>
                      <a:pt x="10160" y="5080"/>
                    </a:lnTo>
                    <a:lnTo>
                      <a:pt x="10160" y="760984"/>
                    </a:lnTo>
                    <a:lnTo>
                      <a:pt x="5080" y="760984"/>
                    </a:lnTo>
                    <a:lnTo>
                      <a:pt x="5080" y="755904"/>
                    </a:lnTo>
                    <a:lnTo>
                      <a:pt x="3589528" y="755904"/>
                    </a:lnTo>
                    <a:lnTo>
                      <a:pt x="3589528" y="760984"/>
                    </a:lnTo>
                    <a:lnTo>
                      <a:pt x="3584448" y="760984"/>
                    </a:lnTo>
                    <a:lnTo>
                      <a:pt x="3584448" y="5080"/>
                    </a:lnTo>
                    <a:lnTo>
                      <a:pt x="3589528" y="5080"/>
                    </a:lnTo>
                    <a:lnTo>
                      <a:pt x="3589528" y="10160"/>
                    </a:lnTo>
                    <a:lnTo>
                      <a:pt x="5080" y="10160"/>
                    </a:lnTo>
                    <a:close/>
                  </a:path>
                </a:pathLst>
              </a:custGeom>
              <a:solidFill>
                <a:srgbClr val="CBD5E0"/>
              </a:solidFill>
            </p:spPr>
          </p:sp>
        </p:grpSp>
        <p:grpSp>
          <p:nvGrpSpPr>
            <p:cNvPr name="Group 56" id="56"/>
            <p:cNvGrpSpPr/>
            <p:nvPr/>
          </p:nvGrpSpPr>
          <p:grpSpPr>
            <a:xfrm rot="0">
              <a:off x="0" y="3121152"/>
              <a:ext cx="23028656" cy="766064"/>
              <a:chOff x="0" y="0"/>
              <a:chExt cx="23028656" cy="766064"/>
            </a:xfrm>
          </p:grpSpPr>
          <p:sp>
            <p:nvSpPr>
              <p:cNvPr name="Freeform 57" id="57"/>
              <p:cNvSpPr/>
              <p:nvPr/>
            </p:nvSpPr>
            <p:spPr>
              <a:xfrm flipH="false" flipV="false" rot="0">
                <a:off x="5080" y="5080"/>
                <a:ext cx="23018496" cy="755904"/>
              </a:xfrm>
              <a:custGeom>
                <a:avLst/>
                <a:gdLst/>
                <a:ahLst/>
                <a:cxnLst/>
                <a:rect r="r" b="b" t="t" l="l"/>
                <a:pathLst>
                  <a:path h="755904" w="23018496">
                    <a:moveTo>
                      <a:pt x="0" y="0"/>
                    </a:moveTo>
                    <a:lnTo>
                      <a:pt x="23018496" y="0"/>
                    </a:lnTo>
                    <a:lnTo>
                      <a:pt x="23018496" y="755904"/>
                    </a:lnTo>
                    <a:lnTo>
                      <a:pt x="0" y="755904"/>
                    </a:lnTo>
                    <a:close/>
                  </a:path>
                </a:pathLst>
              </a:custGeom>
              <a:solidFill>
                <a:srgbClr val="EDF2F7"/>
              </a:solidFill>
            </p:spPr>
          </p:sp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23028656" cy="766064"/>
              </a:xfrm>
              <a:custGeom>
                <a:avLst/>
                <a:gdLst/>
                <a:ahLst/>
                <a:cxnLst/>
                <a:rect r="r" b="b" t="t" l="l"/>
                <a:pathLst>
                  <a:path h="766064" w="23028656">
                    <a:moveTo>
                      <a:pt x="5080" y="0"/>
                    </a:moveTo>
                    <a:lnTo>
                      <a:pt x="23023576" y="0"/>
                    </a:lnTo>
                    <a:cubicBezTo>
                      <a:pt x="23026370" y="0"/>
                      <a:pt x="23028656" y="2286"/>
                      <a:pt x="23028656" y="5080"/>
                    </a:cubicBezTo>
                    <a:lnTo>
                      <a:pt x="23028656" y="760984"/>
                    </a:lnTo>
                    <a:cubicBezTo>
                      <a:pt x="23028656" y="763778"/>
                      <a:pt x="23026370" y="766064"/>
                      <a:pt x="23023576" y="766064"/>
                    </a:cubicBezTo>
                    <a:lnTo>
                      <a:pt x="5080" y="766064"/>
                    </a:lnTo>
                    <a:cubicBezTo>
                      <a:pt x="2286" y="766064"/>
                      <a:pt x="0" y="763778"/>
                      <a:pt x="0" y="760984"/>
                    </a:cubicBezTo>
                    <a:lnTo>
                      <a:pt x="0" y="5080"/>
                    </a:lnTo>
                    <a:cubicBezTo>
                      <a:pt x="0" y="2286"/>
                      <a:pt x="2286" y="0"/>
                      <a:pt x="5080" y="0"/>
                    </a:cubicBezTo>
                    <a:moveTo>
                      <a:pt x="5080" y="10160"/>
                    </a:moveTo>
                    <a:lnTo>
                      <a:pt x="5080" y="5080"/>
                    </a:lnTo>
                    <a:lnTo>
                      <a:pt x="10160" y="5080"/>
                    </a:lnTo>
                    <a:lnTo>
                      <a:pt x="10160" y="760984"/>
                    </a:lnTo>
                    <a:lnTo>
                      <a:pt x="5080" y="760984"/>
                    </a:lnTo>
                    <a:lnTo>
                      <a:pt x="5080" y="755904"/>
                    </a:lnTo>
                    <a:lnTo>
                      <a:pt x="23023576" y="755904"/>
                    </a:lnTo>
                    <a:lnTo>
                      <a:pt x="23023576" y="760984"/>
                    </a:lnTo>
                    <a:lnTo>
                      <a:pt x="23018496" y="760984"/>
                    </a:lnTo>
                    <a:lnTo>
                      <a:pt x="23018496" y="5080"/>
                    </a:lnTo>
                    <a:lnTo>
                      <a:pt x="23023576" y="5080"/>
                    </a:lnTo>
                    <a:lnTo>
                      <a:pt x="23023576" y="10160"/>
                    </a:lnTo>
                    <a:lnTo>
                      <a:pt x="5080" y="10160"/>
                    </a:lnTo>
                    <a:close/>
                  </a:path>
                </a:pathLst>
              </a:custGeom>
              <a:solidFill>
                <a:srgbClr val="CBD5E0"/>
              </a:solidFill>
            </p:spPr>
          </p:sp>
        </p:grpSp>
        <p:sp>
          <p:nvSpPr>
            <p:cNvPr name="TextBox 59" id="59"/>
            <p:cNvSpPr txBox="true"/>
            <p:nvPr/>
          </p:nvSpPr>
          <p:spPr>
            <a:xfrm rot="0">
              <a:off x="282791" y="3146387"/>
              <a:ext cx="1687919" cy="431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2E5D8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TC-29</a:t>
              </a:r>
            </a:p>
          </p:txBody>
        </p:sp>
        <p:sp>
          <p:nvSpPr>
            <p:cNvPr name="TextBox 60" id="60"/>
            <p:cNvSpPr txBox="true"/>
            <p:nvPr/>
          </p:nvSpPr>
          <p:spPr>
            <a:xfrm rot="0">
              <a:off x="2038439" y="3146387"/>
              <a:ext cx="10783151" cy="838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C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Form</a:t>
              </a:r>
              <a:r>
                <a:rPr lang="en-US" sz="2000">
                  <a:solidFill>
                    <a:srgbClr val="1C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ulai</a:t>
              </a:r>
              <a:r>
                <a:rPr lang="en-US" sz="2000">
                  <a:solidFill>
                    <a:srgbClr val="1C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 de contact + bouton Envoye</a:t>
              </a:r>
            </a:p>
            <a:p>
              <a:pPr algn="l">
                <a:lnSpc>
                  <a:spcPts val="2400"/>
                </a:lnSpc>
              </a:pPr>
            </a:p>
          </p:txBody>
        </p:sp>
        <p:sp>
          <p:nvSpPr>
            <p:cNvPr name="TextBox 61" id="61"/>
            <p:cNvSpPr txBox="true"/>
            <p:nvPr/>
          </p:nvSpPr>
          <p:spPr>
            <a:xfrm rot="0">
              <a:off x="16254311" y="3146387"/>
              <a:ext cx="2809583" cy="431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71809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Functional</a:t>
              </a:r>
            </a:p>
          </p:txBody>
        </p:sp>
        <p:grpSp>
          <p:nvGrpSpPr>
            <p:cNvPr name="Group 62" id="62"/>
            <p:cNvGrpSpPr/>
            <p:nvPr/>
          </p:nvGrpSpPr>
          <p:grpSpPr>
            <a:xfrm rot="0">
              <a:off x="19092672" y="3121152"/>
              <a:ext cx="3594608" cy="766064"/>
              <a:chOff x="0" y="0"/>
              <a:chExt cx="3594608" cy="766064"/>
            </a:xfrm>
          </p:grpSpPr>
          <p:sp>
            <p:nvSpPr>
              <p:cNvPr name="Freeform 63" id="63"/>
              <p:cNvSpPr/>
              <p:nvPr/>
            </p:nvSpPr>
            <p:spPr>
              <a:xfrm flipH="false" flipV="false" rot="0">
                <a:off x="5080" y="5080"/>
                <a:ext cx="3584448" cy="755904"/>
              </a:xfrm>
              <a:custGeom>
                <a:avLst/>
                <a:gdLst/>
                <a:ahLst/>
                <a:cxnLst/>
                <a:rect r="r" b="b" t="t" l="l"/>
                <a:pathLst>
                  <a:path h="755904" w="3584448">
                    <a:moveTo>
                      <a:pt x="0" y="0"/>
                    </a:moveTo>
                    <a:lnTo>
                      <a:pt x="3584448" y="0"/>
                    </a:lnTo>
                    <a:lnTo>
                      <a:pt x="3584448" y="755904"/>
                    </a:lnTo>
                    <a:lnTo>
                      <a:pt x="0" y="755904"/>
                    </a:lnTo>
                    <a:close/>
                  </a:path>
                </a:pathLst>
              </a:custGeom>
              <a:solidFill>
                <a:srgbClr val="FFF7ED"/>
              </a:solidFill>
            </p:spPr>
          </p:sp>
          <p:sp>
            <p:nvSpPr>
              <p:cNvPr name="Freeform 64" id="64"/>
              <p:cNvSpPr/>
              <p:nvPr/>
            </p:nvSpPr>
            <p:spPr>
              <a:xfrm flipH="false" flipV="false" rot="0">
                <a:off x="0" y="0"/>
                <a:ext cx="3594608" cy="766064"/>
              </a:xfrm>
              <a:custGeom>
                <a:avLst/>
                <a:gdLst/>
                <a:ahLst/>
                <a:cxnLst/>
                <a:rect r="r" b="b" t="t" l="l"/>
                <a:pathLst>
                  <a:path h="766064" w="3594608">
                    <a:moveTo>
                      <a:pt x="5080" y="0"/>
                    </a:moveTo>
                    <a:lnTo>
                      <a:pt x="3589528" y="0"/>
                    </a:lnTo>
                    <a:cubicBezTo>
                      <a:pt x="3592322" y="0"/>
                      <a:pt x="3594608" y="2286"/>
                      <a:pt x="3594608" y="5080"/>
                    </a:cubicBezTo>
                    <a:lnTo>
                      <a:pt x="3594608" y="760984"/>
                    </a:lnTo>
                    <a:cubicBezTo>
                      <a:pt x="3594608" y="763778"/>
                      <a:pt x="3592322" y="766064"/>
                      <a:pt x="3589528" y="766064"/>
                    </a:cubicBezTo>
                    <a:lnTo>
                      <a:pt x="5080" y="766064"/>
                    </a:lnTo>
                    <a:cubicBezTo>
                      <a:pt x="2286" y="766064"/>
                      <a:pt x="0" y="763778"/>
                      <a:pt x="0" y="760984"/>
                    </a:cubicBezTo>
                    <a:lnTo>
                      <a:pt x="0" y="5080"/>
                    </a:lnTo>
                    <a:cubicBezTo>
                      <a:pt x="0" y="2286"/>
                      <a:pt x="2286" y="0"/>
                      <a:pt x="5080" y="0"/>
                    </a:cubicBezTo>
                    <a:moveTo>
                      <a:pt x="5080" y="10160"/>
                    </a:moveTo>
                    <a:lnTo>
                      <a:pt x="5080" y="5080"/>
                    </a:lnTo>
                    <a:lnTo>
                      <a:pt x="10160" y="5080"/>
                    </a:lnTo>
                    <a:lnTo>
                      <a:pt x="10160" y="760984"/>
                    </a:lnTo>
                    <a:lnTo>
                      <a:pt x="5080" y="760984"/>
                    </a:lnTo>
                    <a:lnTo>
                      <a:pt x="5080" y="755904"/>
                    </a:lnTo>
                    <a:lnTo>
                      <a:pt x="3589528" y="755904"/>
                    </a:lnTo>
                    <a:lnTo>
                      <a:pt x="3589528" y="760984"/>
                    </a:lnTo>
                    <a:lnTo>
                      <a:pt x="3584448" y="760984"/>
                    </a:lnTo>
                    <a:lnTo>
                      <a:pt x="3584448" y="5080"/>
                    </a:lnTo>
                    <a:lnTo>
                      <a:pt x="3589528" y="5080"/>
                    </a:lnTo>
                    <a:lnTo>
                      <a:pt x="3589528" y="10160"/>
                    </a:lnTo>
                    <a:lnTo>
                      <a:pt x="5080" y="10160"/>
                    </a:lnTo>
                    <a:close/>
                  </a:path>
                </a:pathLst>
              </a:custGeom>
              <a:solidFill>
                <a:srgbClr val="CBD5E0"/>
              </a:solidFill>
            </p:spPr>
          </p:sp>
        </p:grpSp>
        <p:sp>
          <p:nvSpPr>
            <p:cNvPr name="TextBox 65" id="65"/>
            <p:cNvSpPr txBox="true"/>
            <p:nvPr/>
          </p:nvSpPr>
          <p:spPr>
            <a:xfrm rot="0">
              <a:off x="19131623" y="3146387"/>
              <a:ext cx="3516719" cy="431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4A62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FAIL</a:t>
              </a:r>
            </a:p>
          </p:txBody>
        </p:sp>
        <p:grpSp>
          <p:nvGrpSpPr>
            <p:cNvPr name="Group 66" id="66"/>
            <p:cNvGrpSpPr/>
            <p:nvPr/>
          </p:nvGrpSpPr>
          <p:grpSpPr>
            <a:xfrm rot="0">
              <a:off x="0" y="3901440"/>
              <a:ext cx="23028656" cy="766064"/>
              <a:chOff x="0" y="0"/>
              <a:chExt cx="23028656" cy="766064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5080" y="5080"/>
                <a:ext cx="23018496" cy="755904"/>
              </a:xfrm>
              <a:custGeom>
                <a:avLst/>
                <a:gdLst/>
                <a:ahLst/>
                <a:cxnLst/>
                <a:rect r="r" b="b" t="t" l="l"/>
                <a:pathLst>
                  <a:path h="755904" w="23018496">
                    <a:moveTo>
                      <a:pt x="0" y="0"/>
                    </a:moveTo>
                    <a:lnTo>
                      <a:pt x="23018496" y="0"/>
                    </a:lnTo>
                    <a:lnTo>
                      <a:pt x="23018496" y="755904"/>
                    </a:lnTo>
                    <a:lnTo>
                      <a:pt x="0" y="75590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68" id="68"/>
              <p:cNvSpPr/>
              <p:nvPr/>
            </p:nvSpPr>
            <p:spPr>
              <a:xfrm flipH="false" flipV="false" rot="0">
                <a:off x="0" y="0"/>
                <a:ext cx="23028656" cy="766064"/>
              </a:xfrm>
              <a:custGeom>
                <a:avLst/>
                <a:gdLst/>
                <a:ahLst/>
                <a:cxnLst/>
                <a:rect r="r" b="b" t="t" l="l"/>
                <a:pathLst>
                  <a:path h="766064" w="23028656">
                    <a:moveTo>
                      <a:pt x="5080" y="0"/>
                    </a:moveTo>
                    <a:lnTo>
                      <a:pt x="23023576" y="0"/>
                    </a:lnTo>
                    <a:cubicBezTo>
                      <a:pt x="23026370" y="0"/>
                      <a:pt x="23028656" y="2286"/>
                      <a:pt x="23028656" y="5080"/>
                    </a:cubicBezTo>
                    <a:lnTo>
                      <a:pt x="23028656" y="760984"/>
                    </a:lnTo>
                    <a:cubicBezTo>
                      <a:pt x="23028656" y="763778"/>
                      <a:pt x="23026370" y="766064"/>
                      <a:pt x="23023576" y="766064"/>
                    </a:cubicBezTo>
                    <a:lnTo>
                      <a:pt x="5080" y="766064"/>
                    </a:lnTo>
                    <a:cubicBezTo>
                      <a:pt x="2286" y="766064"/>
                      <a:pt x="0" y="763778"/>
                      <a:pt x="0" y="760984"/>
                    </a:cubicBezTo>
                    <a:lnTo>
                      <a:pt x="0" y="5080"/>
                    </a:lnTo>
                    <a:cubicBezTo>
                      <a:pt x="0" y="2286"/>
                      <a:pt x="2286" y="0"/>
                      <a:pt x="5080" y="0"/>
                    </a:cubicBezTo>
                    <a:moveTo>
                      <a:pt x="5080" y="10160"/>
                    </a:moveTo>
                    <a:lnTo>
                      <a:pt x="5080" y="5080"/>
                    </a:lnTo>
                    <a:lnTo>
                      <a:pt x="10160" y="5080"/>
                    </a:lnTo>
                    <a:lnTo>
                      <a:pt x="10160" y="760984"/>
                    </a:lnTo>
                    <a:lnTo>
                      <a:pt x="5080" y="760984"/>
                    </a:lnTo>
                    <a:lnTo>
                      <a:pt x="5080" y="755904"/>
                    </a:lnTo>
                    <a:lnTo>
                      <a:pt x="23023576" y="755904"/>
                    </a:lnTo>
                    <a:lnTo>
                      <a:pt x="23023576" y="760984"/>
                    </a:lnTo>
                    <a:lnTo>
                      <a:pt x="23018496" y="760984"/>
                    </a:lnTo>
                    <a:lnTo>
                      <a:pt x="23018496" y="5080"/>
                    </a:lnTo>
                    <a:lnTo>
                      <a:pt x="23023576" y="5080"/>
                    </a:lnTo>
                    <a:lnTo>
                      <a:pt x="23023576" y="10160"/>
                    </a:lnTo>
                    <a:lnTo>
                      <a:pt x="5080" y="10160"/>
                    </a:lnTo>
                    <a:close/>
                  </a:path>
                </a:pathLst>
              </a:custGeom>
              <a:solidFill>
                <a:srgbClr val="CBD5E0"/>
              </a:solidFill>
            </p:spPr>
          </p:sp>
        </p:grpSp>
        <p:sp>
          <p:nvSpPr>
            <p:cNvPr name="TextBox 69" id="69"/>
            <p:cNvSpPr txBox="true"/>
            <p:nvPr/>
          </p:nvSpPr>
          <p:spPr>
            <a:xfrm rot="0">
              <a:off x="282791" y="3926675"/>
              <a:ext cx="1687919" cy="431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2E5D8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TC-30</a:t>
              </a:r>
            </a:p>
          </p:txBody>
        </p:sp>
        <p:sp>
          <p:nvSpPr>
            <p:cNvPr name="TextBox 70" id="70"/>
            <p:cNvSpPr txBox="true"/>
            <p:nvPr/>
          </p:nvSpPr>
          <p:spPr>
            <a:xfrm rot="0">
              <a:off x="2038439" y="3926675"/>
              <a:ext cx="10783151" cy="838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C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Vali</a:t>
              </a:r>
              <a:r>
                <a:rPr lang="en-US" sz="2000">
                  <a:solidFill>
                    <a:srgbClr val="1C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dation email — inscription</a:t>
              </a:r>
            </a:p>
            <a:p>
              <a:pPr algn="l">
                <a:lnSpc>
                  <a:spcPts val="2400"/>
                </a:lnSpc>
              </a:pPr>
            </a:p>
          </p:txBody>
        </p:sp>
        <p:sp>
          <p:nvSpPr>
            <p:cNvPr name="TextBox 71" id="71"/>
            <p:cNvSpPr txBox="true"/>
            <p:nvPr/>
          </p:nvSpPr>
          <p:spPr>
            <a:xfrm rot="0">
              <a:off x="12889319" y="3926675"/>
              <a:ext cx="3297263" cy="431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592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Forms</a:t>
              </a:r>
            </a:p>
          </p:txBody>
        </p:sp>
        <p:sp>
          <p:nvSpPr>
            <p:cNvPr name="TextBox 72" id="72"/>
            <p:cNvSpPr txBox="true"/>
            <p:nvPr/>
          </p:nvSpPr>
          <p:spPr>
            <a:xfrm rot="0">
              <a:off x="16254311" y="3926675"/>
              <a:ext cx="2809583" cy="431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71809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Functional</a:t>
              </a:r>
            </a:p>
          </p:txBody>
        </p:sp>
        <p:grpSp>
          <p:nvGrpSpPr>
            <p:cNvPr name="Group 73" id="73"/>
            <p:cNvGrpSpPr/>
            <p:nvPr/>
          </p:nvGrpSpPr>
          <p:grpSpPr>
            <a:xfrm rot="0">
              <a:off x="19092672" y="3901440"/>
              <a:ext cx="3594608" cy="766064"/>
              <a:chOff x="0" y="0"/>
              <a:chExt cx="3594608" cy="766064"/>
            </a:xfrm>
          </p:grpSpPr>
          <p:sp>
            <p:nvSpPr>
              <p:cNvPr name="Freeform 74" id="74"/>
              <p:cNvSpPr/>
              <p:nvPr/>
            </p:nvSpPr>
            <p:spPr>
              <a:xfrm flipH="false" flipV="false" rot="0">
                <a:off x="5080" y="5080"/>
                <a:ext cx="3584448" cy="755904"/>
              </a:xfrm>
              <a:custGeom>
                <a:avLst/>
                <a:gdLst/>
                <a:ahLst/>
                <a:cxnLst/>
                <a:rect r="r" b="b" t="t" l="l"/>
                <a:pathLst>
                  <a:path h="755904" w="3584448">
                    <a:moveTo>
                      <a:pt x="0" y="0"/>
                    </a:moveTo>
                    <a:lnTo>
                      <a:pt x="3584448" y="0"/>
                    </a:lnTo>
                    <a:lnTo>
                      <a:pt x="3584448" y="755904"/>
                    </a:lnTo>
                    <a:lnTo>
                      <a:pt x="0" y="755904"/>
                    </a:lnTo>
                    <a:close/>
                  </a:path>
                </a:pathLst>
              </a:custGeom>
              <a:solidFill>
                <a:srgbClr val="E6FAF5"/>
              </a:solidFill>
            </p:spPr>
          </p:sp>
          <p:sp>
            <p:nvSpPr>
              <p:cNvPr name="Freeform 75" id="75"/>
              <p:cNvSpPr/>
              <p:nvPr/>
            </p:nvSpPr>
            <p:spPr>
              <a:xfrm flipH="false" flipV="false" rot="0">
                <a:off x="0" y="0"/>
                <a:ext cx="3594608" cy="766064"/>
              </a:xfrm>
              <a:custGeom>
                <a:avLst/>
                <a:gdLst/>
                <a:ahLst/>
                <a:cxnLst/>
                <a:rect r="r" b="b" t="t" l="l"/>
                <a:pathLst>
                  <a:path h="766064" w="3594608">
                    <a:moveTo>
                      <a:pt x="5080" y="0"/>
                    </a:moveTo>
                    <a:lnTo>
                      <a:pt x="3589528" y="0"/>
                    </a:lnTo>
                    <a:cubicBezTo>
                      <a:pt x="3592322" y="0"/>
                      <a:pt x="3594608" y="2286"/>
                      <a:pt x="3594608" y="5080"/>
                    </a:cubicBezTo>
                    <a:lnTo>
                      <a:pt x="3594608" y="760984"/>
                    </a:lnTo>
                    <a:cubicBezTo>
                      <a:pt x="3594608" y="763778"/>
                      <a:pt x="3592322" y="766064"/>
                      <a:pt x="3589528" y="766064"/>
                    </a:cubicBezTo>
                    <a:lnTo>
                      <a:pt x="5080" y="766064"/>
                    </a:lnTo>
                    <a:cubicBezTo>
                      <a:pt x="2286" y="766064"/>
                      <a:pt x="0" y="763778"/>
                      <a:pt x="0" y="760984"/>
                    </a:cubicBezTo>
                    <a:lnTo>
                      <a:pt x="0" y="5080"/>
                    </a:lnTo>
                    <a:cubicBezTo>
                      <a:pt x="0" y="2286"/>
                      <a:pt x="2286" y="0"/>
                      <a:pt x="5080" y="0"/>
                    </a:cubicBezTo>
                    <a:moveTo>
                      <a:pt x="5080" y="10160"/>
                    </a:moveTo>
                    <a:lnTo>
                      <a:pt x="5080" y="5080"/>
                    </a:lnTo>
                    <a:lnTo>
                      <a:pt x="10160" y="5080"/>
                    </a:lnTo>
                    <a:lnTo>
                      <a:pt x="10160" y="760984"/>
                    </a:lnTo>
                    <a:lnTo>
                      <a:pt x="5080" y="760984"/>
                    </a:lnTo>
                    <a:lnTo>
                      <a:pt x="5080" y="755904"/>
                    </a:lnTo>
                    <a:lnTo>
                      <a:pt x="3589528" y="755904"/>
                    </a:lnTo>
                    <a:lnTo>
                      <a:pt x="3589528" y="760984"/>
                    </a:lnTo>
                    <a:lnTo>
                      <a:pt x="3584448" y="760984"/>
                    </a:lnTo>
                    <a:lnTo>
                      <a:pt x="3584448" y="5080"/>
                    </a:lnTo>
                    <a:lnTo>
                      <a:pt x="3589528" y="5080"/>
                    </a:lnTo>
                    <a:lnTo>
                      <a:pt x="3589528" y="10160"/>
                    </a:lnTo>
                    <a:lnTo>
                      <a:pt x="5080" y="10160"/>
                    </a:lnTo>
                    <a:close/>
                  </a:path>
                </a:pathLst>
              </a:custGeom>
              <a:solidFill>
                <a:srgbClr val="CBD5E0"/>
              </a:solidFill>
            </p:spPr>
          </p:sp>
        </p:grpSp>
        <p:sp>
          <p:nvSpPr>
            <p:cNvPr name="TextBox 76" id="76"/>
            <p:cNvSpPr txBox="true"/>
            <p:nvPr/>
          </p:nvSpPr>
          <p:spPr>
            <a:xfrm rot="0">
              <a:off x="19131623" y="3926675"/>
              <a:ext cx="3516719" cy="431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PASS</a:t>
              </a:r>
            </a:p>
          </p:txBody>
        </p:sp>
        <p:grpSp>
          <p:nvGrpSpPr>
            <p:cNvPr name="Group 77" id="77"/>
            <p:cNvGrpSpPr/>
            <p:nvPr/>
          </p:nvGrpSpPr>
          <p:grpSpPr>
            <a:xfrm rot="0">
              <a:off x="0" y="4681728"/>
              <a:ext cx="23028656" cy="766064"/>
              <a:chOff x="0" y="0"/>
              <a:chExt cx="23028656" cy="766064"/>
            </a:xfrm>
          </p:grpSpPr>
          <p:sp>
            <p:nvSpPr>
              <p:cNvPr name="Freeform 78" id="78"/>
              <p:cNvSpPr/>
              <p:nvPr/>
            </p:nvSpPr>
            <p:spPr>
              <a:xfrm flipH="false" flipV="false" rot="0">
                <a:off x="5080" y="5080"/>
                <a:ext cx="23018496" cy="755904"/>
              </a:xfrm>
              <a:custGeom>
                <a:avLst/>
                <a:gdLst/>
                <a:ahLst/>
                <a:cxnLst/>
                <a:rect r="r" b="b" t="t" l="l"/>
                <a:pathLst>
                  <a:path h="755904" w="23018496">
                    <a:moveTo>
                      <a:pt x="0" y="0"/>
                    </a:moveTo>
                    <a:lnTo>
                      <a:pt x="23018496" y="0"/>
                    </a:lnTo>
                    <a:lnTo>
                      <a:pt x="23018496" y="755904"/>
                    </a:lnTo>
                    <a:lnTo>
                      <a:pt x="0" y="755904"/>
                    </a:lnTo>
                    <a:close/>
                  </a:path>
                </a:pathLst>
              </a:custGeom>
              <a:solidFill>
                <a:srgbClr val="EDF2F7"/>
              </a:solidFill>
            </p:spPr>
          </p:sp>
          <p:sp>
            <p:nvSpPr>
              <p:cNvPr name="Freeform 79" id="79"/>
              <p:cNvSpPr/>
              <p:nvPr/>
            </p:nvSpPr>
            <p:spPr>
              <a:xfrm flipH="false" flipV="false" rot="0">
                <a:off x="0" y="0"/>
                <a:ext cx="23028656" cy="766064"/>
              </a:xfrm>
              <a:custGeom>
                <a:avLst/>
                <a:gdLst/>
                <a:ahLst/>
                <a:cxnLst/>
                <a:rect r="r" b="b" t="t" l="l"/>
                <a:pathLst>
                  <a:path h="766064" w="23028656">
                    <a:moveTo>
                      <a:pt x="5080" y="0"/>
                    </a:moveTo>
                    <a:lnTo>
                      <a:pt x="23023576" y="0"/>
                    </a:lnTo>
                    <a:cubicBezTo>
                      <a:pt x="23026370" y="0"/>
                      <a:pt x="23028656" y="2286"/>
                      <a:pt x="23028656" y="5080"/>
                    </a:cubicBezTo>
                    <a:lnTo>
                      <a:pt x="23028656" y="760984"/>
                    </a:lnTo>
                    <a:cubicBezTo>
                      <a:pt x="23028656" y="763778"/>
                      <a:pt x="23026370" y="766064"/>
                      <a:pt x="23023576" y="766064"/>
                    </a:cubicBezTo>
                    <a:lnTo>
                      <a:pt x="5080" y="766064"/>
                    </a:lnTo>
                    <a:cubicBezTo>
                      <a:pt x="2286" y="766064"/>
                      <a:pt x="0" y="763778"/>
                      <a:pt x="0" y="760984"/>
                    </a:cubicBezTo>
                    <a:lnTo>
                      <a:pt x="0" y="5080"/>
                    </a:lnTo>
                    <a:cubicBezTo>
                      <a:pt x="0" y="2286"/>
                      <a:pt x="2286" y="0"/>
                      <a:pt x="5080" y="0"/>
                    </a:cubicBezTo>
                    <a:moveTo>
                      <a:pt x="5080" y="10160"/>
                    </a:moveTo>
                    <a:lnTo>
                      <a:pt x="5080" y="5080"/>
                    </a:lnTo>
                    <a:lnTo>
                      <a:pt x="10160" y="5080"/>
                    </a:lnTo>
                    <a:lnTo>
                      <a:pt x="10160" y="760984"/>
                    </a:lnTo>
                    <a:lnTo>
                      <a:pt x="5080" y="760984"/>
                    </a:lnTo>
                    <a:lnTo>
                      <a:pt x="5080" y="755904"/>
                    </a:lnTo>
                    <a:lnTo>
                      <a:pt x="23023576" y="755904"/>
                    </a:lnTo>
                    <a:lnTo>
                      <a:pt x="23023576" y="760984"/>
                    </a:lnTo>
                    <a:lnTo>
                      <a:pt x="23018496" y="760984"/>
                    </a:lnTo>
                    <a:lnTo>
                      <a:pt x="23018496" y="5080"/>
                    </a:lnTo>
                    <a:lnTo>
                      <a:pt x="23023576" y="5080"/>
                    </a:lnTo>
                    <a:lnTo>
                      <a:pt x="23023576" y="10160"/>
                    </a:lnTo>
                    <a:lnTo>
                      <a:pt x="5080" y="10160"/>
                    </a:lnTo>
                    <a:close/>
                  </a:path>
                </a:pathLst>
              </a:custGeom>
              <a:solidFill>
                <a:srgbClr val="CBD5E0"/>
              </a:solidFill>
            </p:spPr>
          </p:sp>
        </p:grpSp>
        <p:sp>
          <p:nvSpPr>
            <p:cNvPr name="TextBox 80" id="80"/>
            <p:cNvSpPr txBox="true"/>
            <p:nvPr/>
          </p:nvSpPr>
          <p:spPr>
            <a:xfrm rot="0">
              <a:off x="282791" y="4706963"/>
              <a:ext cx="1687919" cy="431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2E5D8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TC-31</a:t>
              </a:r>
            </a:p>
          </p:txBody>
        </p:sp>
        <p:sp>
          <p:nvSpPr>
            <p:cNvPr name="TextBox 81" id="81"/>
            <p:cNvSpPr txBox="true"/>
            <p:nvPr/>
          </p:nvSpPr>
          <p:spPr>
            <a:xfrm rot="0">
              <a:off x="2038439" y="4706963"/>
              <a:ext cx="10783151" cy="431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C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</a:t>
              </a:r>
              <a:r>
                <a:rPr lang="en-US" sz="2000">
                  <a:solidFill>
                    <a:srgbClr val="1C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hamps requis du formulaire de contact</a:t>
              </a:r>
            </a:p>
          </p:txBody>
        </p:sp>
        <p:sp>
          <p:nvSpPr>
            <p:cNvPr name="TextBox 82" id="82"/>
            <p:cNvSpPr txBox="true"/>
            <p:nvPr/>
          </p:nvSpPr>
          <p:spPr>
            <a:xfrm rot="0">
              <a:off x="12889319" y="4706963"/>
              <a:ext cx="3297263" cy="431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71809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</a:t>
              </a:r>
              <a:r>
                <a:rPr lang="en-US" sz="2000">
                  <a:solidFill>
                    <a:srgbClr val="71809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rms</a:t>
              </a:r>
            </a:p>
          </p:txBody>
        </p:sp>
        <p:sp>
          <p:nvSpPr>
            <p:cNvPr name="TextBox 83" id="83"/>
            <p:cNvSpPr txBox="true"/>
            <p:nvPr/>
          </p:nvSpPr>
          <p:spPr>
            <a:xfrm rot="0">
              <a:off x="16254311" y="4706963"/>
              <a:ext cx="2809583" cy="431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71809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Functional</a:t>
              </a:r>
            </a:p>
          </p:txBody>
        </p:sp>
        <p:grpSp>
          <p:nvGrpSpPr>
            <p:cNvPr name="Group 84" id="84"/>
            <p:cNvGrpSpPr/>
            <p:nvPr/>
          </p:nvGrpSpPr>
          <p:grpSpPr>
            <a:xfrm rot="0">
              <a:off x="19092672" y="4681728"/>
              <a:ext cx="3594608" cy="766064"/>
              <a:chOff x="0" y="0"/>
              <a:chExt cx="3594608" cy="766064"/>
            </a:xfrm>
          </p:grpSpPr>
          <p:sp>
            <p:nvSpPr>
              <p:cNvPr name="Freeform 85" id="85"/>
              <p:cNvSpPr/>
              <p:nvPr/>
            </p:nvSpPr>
            <p:spPr>
              <a:xfrm flipH="false" flipV="false" rot="0">
                <a:off x="5080" y="5080"/>
                <a:ext cx="3584448" cy="755904"/>
              </a:xfrm>
              <a:custGeom>
                <a:avLst/>
                <a:gdLst/>
                <a:ahLst/>
                <a:cxnLst/>
                <a:rect r="r" b="b" t="t" l="l"/>
                <a:pathLst>
                  <a:path h="755904" w="3584448">
                    <a:moveTo>
                      <a:pt x="0" y="0"/>
                    </a:moveTo>
                    <a:lnTo>
                      <a:pt x="3584448" y="0"/>
                    </a:lnTo>
                    <a:lnTo>
                      <a:pt x="3584448" y="755904"/>
                    </a:lnTo>
                    <a:lnTo>
                      <a:pt x="0" y="755904"/>
                    </a:lnTo>
                    <a:close/>
                  </a:path>
                </a:pathLst>
              </a:custGeom>
              <a:solidFill>
                <a:srgbClr val="E6FAF5"/>
              </a:solidFill>
            </p:spPr>
          </p:sp>
          <p:sp>
            <p:nvSpPr>
              <p:cNvPr name="Freeform 86" id="86"/>
              <p:cNvSpPr/>
              <p:nvPr/>
            </p:nvSpPr>
            <p:spPr>
              <a:xfrm flipH="false" flipV="false" rot="0">
                <a:off x="0" y="0"/>
                <a:ext cx="3594608" cy="766064"/>
              </a:xfrm>
              <a:custGeom>
                <a:avLst/>
                <a:gdLst/>
                <a:ahLst/>
                <a:cxnLst/>
                <a:rect r="r" b="b" t="t" l="l"/>
                <a:pathLst>
                  <a:path h="766064" w="3594608">
                    <a:moveTo>
                      <a:pt x="5080" y="0"/>
                    </a:moveTo>
                    <a:lnTo>
                      <a:pt x="3589528" y="0"/>
                    </a:lnTo>
                    <a:cubicBezTo>
                      <a:pt x="3592322" y="0"/>
                      <a:pt x="3594608" y="2286"/>
                      <a:pt x="3594608" y="5080"/>
                    </a:cubicBezTo>
                    <a:lnTo>
                      <a:pt x="3594608" y="760984"/>
                    </a:lnTo>
                    <a:cubicBezTo>
                      <a:pt x="3594608" y="763778"/>
                      <a:pt x="3592322" y="766064"/>
                      <a:pt x="3589528" y="766064"/>
                    </a:cubicBezTo>
                    <a:lnTo>
                      <a:pt x="5080" y="766064"/>
                    </a:lnTo>
                    <a:cubicBezTo>
                      <a:pt x="2286" y="766064"/>
                      <a:pt x="0" y="763778"/>
                      <a:pt x="0" y="760984"/>
                    </a:cubicBezTo>
                    <a:lnTo>
                      <a:pt x="0" y="5080"/>
                    </a:lnTo>
                    <a:cubicBezTo>
                      <a:pt x="0" y="2286"/>
                      <a:pt x="2286" y="0"/>
                      <a:pt x="5080" y="0"/>
                    </a:cubicBezTo>
                    <a:moveTo>
                      <a:pt x="5080" y="10160"/>
                    </a:moveTo>
                    <a:lnTo>
                      <a:pt x="5080" y="5080"/>
                    </a:lnTo>
                    <a:lnTo>
                      <a:pt x="10160" y="5080"/>
                    </a:lnTo>
                    <a:lnTo>
                      <a:pt x="10160" y="760984"/>
                    </a:lnTo>
                    <a:lnTo>
                      <a:pt x="5080" y="760984"/>
                    </a:lnTo>
                    <a:lnTo>
                      <a:pt x="5080" y="755904"/>
                    </a:lnTo>
                    <a:lnTo>
                      <a:pt x="3589528" y="755904"/>
                    </a:lnTo>
                    <a:lnTo>
                      <a:pt x="3589528" y="760984"/>
                    </a:lnTo>
                    <a:lnTo>
                      <a:pt x="3584448" y="760984"/>
                    </a:lnTo>
                    <a:lnTo>
                      <a:pt x="3584448" y="5080"/>
                    </a:lnTo>
                    <a:lnTo>
                      <a:pt x="3589528" y="5080"/>
                    </a:lnTo>
                    <a:lnTo>
                      <a:pt x="3589528" y="10160"/>
                    </a:lnTo>
                    <a:lnTo>
                      <a:pt x="5080" y="10160"/>
                    </a:lnTo>
                    <a:close/>
                  </a:path>
                </a:pathLst>
              </a:custGeom>
              <a:solidFill>
                <a:srgbClr val="CBD5E0"/>
              </a:solidFill>
            </p:spPr>
          </p:sp>
        </p:grpSp>
        <p:sp>
          <p:nvSpPr>
            <p:cNvPr name="TextBox 87" id="87"/>
            <p:cNvSpPr txBox="true"/>
            <p:nvPr/>
          </p:nvSpPr>
          <p:spPr>
            <a:xfrm rot="0">
              <a:off x="19131623" y="4706963"/>
              <a:ext cx="3516719" cy="431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PASS</a:t>
              </a:r>
            </a:p>
          </p:txBody>
        </p:sp>
        <p:grpSp>
          <p:nvGrpSpPr>
            <p:cNvPr name="Group 88" id="88"/>
            <p:cNvGrpSpPr/>
            <p:nvPr/>
          </p:nvGrpSpPr>
          <p:grpSpPr>
            <a:xfrm rot="0">
              <a:off x="0" y="5462016"/>
              <a:ext cx="23028656" cy="766064"/>
              <a:chOff x="0" y="0"/>
              <a:chExt cx="23028656" cy="766064"/>
            </a:xfrm>
          </p:grpSpPr>
          <p:sp>
            <p:nvSpPr>
              <p:cNvPr name="Freeform 89" id="89"/>
              <p:cNvSpPr/>
              <p:nvPr/>
            </p:nvSpPr>
            <p:spPr>
              <a:xfrm flipH="false" flipV="false" rot="0">
                <a:off x="5080" y="5080"/>
                <a:ext cx="23018496" cy="755904"/>
              </a:xfrm>
              <a:custGeom>
                <a:avLst/>
                <a:gdLst/>
                <a:ahLst/>
                <a:cxnLst/>
                <a:rect r="r" b="b" t="t" l="l"/>
                <a:pathLst>
                  <a:path h="755904" w="23018496">
                    <a:moveTo>
                      <a:pt x="0" y="0"/>
                    </a:moveTo>
                    <a:lnTo>
                      <a:pt x="23018496" y="0"/>
                    </a:lnTo>
                    <a:lnTo>
                      <a:pt x="23018496" y="755904"/>
                    </a:lnTo>
                    <a:lnTo>
                      <a:pt x="0" y="75590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90" id="90"/>
              <p:cNvSpPr/>
              <p:nvPr/>
            </p:nvSpPr>
            <p:spPr>
              <a:xfrm flipH="false" flipV="false" rot="0">
                <a:off x="0" y="0"/>
                <a:ext cx="23028656" cy="766064"/>
              </a:xfrm>
              <a:custGeom>
                <a:avLst/>
                <a:gdLst/>
                <a:ahLst/>
                <a:cxnLst/>
                <a:rect r="r" b="b" t="t" l="l"/>
                <a:pathLst>
                  <a:path h="766064" w="23028656">
                    <a:moveTo>
                      <a:pt x="5080" y="0"/>
                    </a:moveTo>
                    <a:lnTo>
                      <a:pt x="23023576" y="0"/>
                    </a:lnTo>
                    <a:cubicBezTo>
                      <a:pt x="23026370" y="0"/>
                      <a:pt x="23028656" y="2286"/>
                      <a:pt x="23028656" y="5080"/>
                    </a:cubicBezTo>
                    <a:lnTo>
                      <a:pt x="23028656" y="760984"/>
                    </a:lnTo>
                    <a:cubicBezTo>
                      <a:pt x="23028656" y="763778"/>
                      <a:pt x="23026370" y="766064"/>
                      <a:pt x="23023576" y="766064"/>
                    </a:cubicBezTo>
                    <a:lnTo>
                      <a:pt x="5080" y="766064"/>
                    </a:lnTo>
                    <a:cubicBezTo>
                      <a:pt x="2286" y="766064"/>
                      <a:pt x="0" y="763778"/>
                      <a:pt x="0" y="760984"/>
                    </a:cubicBezTo>
                    <a:lnTo>
                      <a:pt x="0" y="5080"/>
                    </a:lnTo>
                    <a:cubicBezTo>
                      <a:pt x="0" y="2286"/>
                      <a:pt x="2286" y="0"/>
                      <a:pt x="5080" y="0"/>
                    </a:cubicBezTo>
                    <a:moveTo>
                      <a:pt x="5080" y="10160"/>
                    </a:moveTo>
                    <a:lnTo>
                      <a:pt x="5080" y="5080"/>
                    </a:lnTo>
                    <a:lnTo>
                      <a:pt x="10160" y="5080"/>
                    </a:lnTo>
                    <a:lnTo>
                      <a:pt x="10160" y="760984"/>
                    </a:lnTo>
                    <a:lnTo>
                      <a:pt x="5080" y="760984"/>
                    </a:lnTo>
                    <a:lnTo>
                      <a:pt x="5080" y="755904"/>
                    </a:lnTo>
                    <a:lnTo>
                      <a:pt x="23023576" y="755904"/>
                    </a:lnTo>
                    <a:lnTo>
                      <a:pt x="23023576" y="760984"/>
                    </a:lnTo>
                    <a:lnTo>
                      <a:pt x="23018496" y="760984"/>
                    </a:lnTo>
                    <a:lnTo>
                      <a:pt x="23018496" y="5080"/>
                    </a:lnTo>
                    <a:lnTo>
                      <a:pt x="23023576" y="5080"/>
                    </a:lnTo>
                    <a:lnTo>
                      <a:pt x="23023576" y="10160"/>
                    </a:lnTo>
                    <a:lnTo>
                      <a:pt x="5080" y="10160"/>
                    </a:lnTo>
                    <a:close/>
                  </a:path>
                </a:pathLst>
              </a:custGeom>
              <a:solidFill>
                <a:srgbClr val="CBD5E0"/>
              </a:solidFill>
            </p:spPr>
          </p:sp>
        </p:grpSp>
        <p:sp>
          <p:nvSpPr>
            <p:cNvPr name="TextBox 91" id="91"/>
            <p:cNvSpPr txBox="true"/>
            <p:nvPr/>
          </p:nvSpPr>
          <p:spPr>
            <a:xfrm rot="0">
              <a:off x="282791" y="5487251"/>
              <a:ext cx="1687919" cy="431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2E5D8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TC-32</a:t>
              </a:r>
            </a:p>
          </p:txBody>
        </p:sp>
        <p:sp>
          <p:nvSpPr>
            <p:cNvPr name="TextBox 92" id="92"/>
            <p:cNvSpPr txBox="true"/>
            <p:nvPr/>
          </p:nvSpPr>
          <p:spPr>
            <a:xfrm rot="0">
              <a:off x="2038439" y="5487251"/>
              <a:ext cx="10783151" cy="444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C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Sél</a:t>
              </a:r>
              <a:r>
                <a:rPr lang="en-US" sz="2000">
                  <a:solidFill>
                    <a:srgbClr val="1C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ecteur de langue</a:t>
              </a:r>
            </a:p>
          </p:txBody>
        </p:sp>
        <p:sp>
          <p:nvSpPr>
            <p:cNvPr name="TextBox 93" id="93"/>
            <p:cNvSpPr txBox="true"/>
            <p:nvPr/>
          </p:nvSpPr>
          <p:spPr>
            <a:xfrm rot="0">
              <a:off x="12889319" y="5487251"/>
              <a:ext cx="3297263" cy="431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71809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Navigation</a:t>
              </a:r>
            </a:p>
          </p:txBody>
        </p:sp>
        <p:sp>
          <p:nvSpPr>
            <p:cNvPr name="TextBox 94" id="94"/>
            <p:cNvSpPr txBox="true"/>
            <p:nvPr/>
          </p:nvSpPr>
          <p:spPr>
            <a:xfrm rot="0">
              <a:off x="16254311" y="5487251"/>
              <a:ext cx="2809583" cy="431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71809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Functional</a:t>
              </a:r>
            </a:p>
          </p:txBody>
        </p:sp>
        <p:grpSp>
          <p:nvGrpSpPr>
            <p:cNvPr name="Group 95" id="95"/>
            <p:cNvGrpSpPr/>
            <p:nvPr/>
          </p:nvGrpSpPr>
          <p:grpSpPr>
            <a:xfrm rot="0">
              <a:off x="19092672" y="5462016"/>
              <a:ext cx="3594608" cy="766064"/>
              <a:chOff x="0" y="0"/>
              <a:chExt cx="3594608" cy="766064"/>
            </a:xfrm>
          </p:grpSpPr>
          <p:sp>
            <p:nvSpPr>
              <p:cNvPr name="Freeform 96" id="96"/>
              <p:cNvSpPr/>
              <p:nvPr/>
            </p:nvSpPr>
            <p:spPr>
              <a:xfrm flipH="false" flipV="false" rot="0">
                <a:off x="5080" y="5080"/>
                <a:ext cx="3584448" cy="755904"/>
              </a:xfrm>
              <a:custGeom>
                <a:avLst/>
                <a:gdLst/>
                <a:ahLst/>
                <a:cxnLst/>
                <a:rect r="r" b="b" t="t" l="l"/>
                <a:pathLst>
                  <a:path h="755904" w="3584448">
                    <a:moveTo>
                      <a:pt x="0" y="0"/>
                    </a:moveTo>
                    <a:lnTo>
                      <a:pt x="3584448" y="0"/>
                    </a:lnTo>
                    <a:lnTo>
                      <a:pt x="3584448" y="755904"/>
                    </a:lnTo>
                    <a:lnTo>
                      <a:pt x="0" y="755904"/>
                    </a:lnTo>
                    <a:close/>
                  </a:path>
                </a:pathLst>
              </a:custGeom>
              <a:solidFill>
                <a:srgbClr val="E6FAF5"/>
              </a:solidFill>
            </p:spPr>
          </p:sp>
          <p:sp>
            <p:nvSpPr>
              <p:cNvPr name="Freeform 97" id="97"/>
              <p:cNvSpPr/>
              <p:nvPr/>
            </p:nvSpPr>
            <p:spPr>
              <a:xfrm flipH="false" flipV="false" rot="0">
                <a:off x="0" y="0"/>
                <a:ext cx="3594608" cy="766064"/>
              </a:xfrm>
              <a:custGeom>
                <a:avLst/>
                <a:gdLst/>
                <a:ahLst/>
                <a:cxnLst/>
                <a:rect r="r" b="b" t="t" l="l"/>
                <a:pathLst>
                  <a:path h="766064" w="3594608">
                    <a:moveTo>
                      <a:pt x="5080" y="0"/>
                    </a:moveTo>
                    <a:lnTo>
                      <a:pt x="3589528" y="0"/>
                    </a:lnTo>
                    <a:cubicBezTo>
                      <a:pt x="3592322" y="0"/>
                      <a:pt x="3594608" y="2286"/>
                      <a:pt x="3594608" y="5080"/>
                    </a:cubicBezTo>
                    <a:lnTo>
                      <a:pt x="3594608" y="760984"/>
                    </a:lnTo>
                    <a:cubicBezTo>
                      <a:pt x="3594608" y="763778"/>
                      <a:pt x="3592322" y="766064"/>
                      <a:pt x="3589528" y="766064"/>
                    </a:cubicBezTo>
                    <a:lnTo>
                      <a:pt x="5080" y="766064"/>
                    </a:lnTo>
                    <a:cubicBezTo>
                      <a:pt x="2286" y="766064"/>
                      <a:pt x="0" y="763778"/>
                      <a:pt x="0" y="760984"/>
                    </a:cubicBezTo>
                    <a:lnTo>
                      <a:pt x="0" y="5080"/>
                    </a:lnTo>
                    <a:cubicBezTo>
                      <a:pt x="0" y="2286"/>
                      <a:pt x="2286" y="0"/>
                      <a:pt x="5080" y="0"/>
                    </a:cubicBezTo>
                    <a:moveTo>
                      <a:pt x="5080" y="10160"/>
                    </a:moveTo>
                    <a:lnTo>
                      <a:pt x="5080" y="5080"/>
                    </a:lnTo>
                    <a:lnTo>
                      <a:pt x="10160" y="5080"/>
                    </a:lnTo>
                    <a:lnTo>
                      <a:pt x="10160" y="760984"/>
                    </a:lnTo>
                    <a:lnTo>
                      <a:pt x="5080" y="760984"/>
                    </a:lnTo>
                    <a:lnTo>
                      <a:pt x="5080" y="755904"/>
                    </a:lnTo>
                    <a:lnTo>
                      <a:pt x="3589528" y="755904"/>
                    </a:lnTo>
                    <a:lnTo>
                      <a:pt x="3589528" y="760984"/>
                    </a:lnTo>
                    <a:lnTo>
                      <a:pt x="3584448" y="760984"/>
                    </a:lnTo>
                    <a:lnTo>
                      <a:pt x="3584448" y="5080"/>
                    </a:lnTo>
                    <a:lnTo>
                      <a:pt x="3589528" y="5080"/>
                    </a:lnTo>
                    <a:lnTo>
                      <a:pt x="3589528" y="10160"/>
                    </a:lnTo>
                    <a:lnTo>
                      <a:pt x="5080" y="10160"/>
                    </a:lnTo>
                    <a:close/>
                  </a:path>
                </a:pathLst>
              </a:custGeom>
              <a:solidFill>
                <a:srgbClr val="CBD5E0"/>
              </a:solidFill>
            </p:spPr>
          </p:sp>
        </p:grpSp>
        <p:sp>
          <p:nvSpPr>
            <p:cNvPr name="TextBox 98" id="98"/>
            <p:cNvSpPr txBox="true"/>
            <p:nvPr/>
          </p:nvSpPr>
          <p:spPr>
            <a:xfrm rot="0">
              <a:off x="19131623" y="5487251"/>
              <a:ext cx="3516719" cy="6531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PASS</a:t>
              </a:r>
            </a:p>
          </p:txBody>
        </p:sp>
        <p:grpSp>
          <p:nvGrpSpPr>
            <p:cNvPr name="Group 99" id="99"/>
            <p:cNvGrpSpPr/>
            <p:nvPr/>
          </p:nvGrpSpPr>
          <p:grpSpPr>
            <a:xfrm rot="0">
              <a:off x="0" y="6242304"/>
              <a:ext cx="23028656" cy="766064"/>
              <a:chOff x="0" y="0"/>
              <a:chExt cx="23028656" cy="766064"/>
            </a:xfrm>
          </p:grpSpPr>
          <p:sp>
            <p:nvSpPr>
              <p:cNvPr name="Freeform 100" id="100"/>
              <p:cNvSpPr/>
              <p:nvPr/>
            </p:nvSpPr>
            <p:spPr>
              <a:xfrm flipH="false" flipV="false" rot="0">
                <a:off x="5080" y="5080"/>
                <a:ext cx="23018496" cy="755904"/>
              </a:xfrm>
              <a:custGeom>
                <a:avLst/>
                <a:gdLst/>
                <a:ahLst/>
                <a:cxnLst/>
                <a:rect r="r" b="b" t="t" l="l"/>
                <a:pathLst>
                  <a:path h="755904" w="23018496">
                    <a:moveTo>
                      <a:pt x="0" y="0"/>
                    </a:moveTo>
                    <a:lnTo>
                      <a:pt x="23018496" y="0"/>
                    </a:lnTo>
                    <a:lnTo>
                      <a:pt x="23018496" y="755904"/>
                    </a:lnTo>
                    <a:lnTo>
                      <a:pt x="0" y="755904"/>
                    </a:lnTo>
                    <a:close/>
                  </a:path>
                </a:pathLst>
              </a:custGeom>
              <a:solidFill>
                <a:srgbClr val="EDF2F7"/>
              </a:solidFill>
            </p:spPr>
          </p:sp>
          <p:sp>
            <p:nvSpPr>
              <p:cNvPr name="Freeform 101" id="101"/>
              <p:cNvSpPr/>
              <p:nvPr/>
            </p:nvSpPr>
            <p:spPr>
              <a:xfrm flipH="false" flipV="false" rot="0">
                <a:off x="0" y="0"/>
                <a:ext cx="23028656" cy="766064"/>
              </a:xfrm>
              <a:custGeom>
                <a:avLst/>
                <a:gdLst/>
                <a:ahLst/>
                <a:cxnLst/>
                <a:rect r="r" b="b" t="t" l="l"/>
                <a:pathLst>
                  <a:path h="766064" w="23028656">
                    <a:moveTo>
                      <a:pt x="5080" y="0"/>
                    </a:moveTo>
                    <a:lnTo>
                      <a:pt x="23023576" y="0"/>
                    </a:lnTo>
                    <a:cubicBezTo>
                      <a:pt x="23026370" y="0"/>
                      <a:pt x="23028656" y="2286"/>
                      <a:pt x="23028656" y="5080"/>
                    </a:cubicBezTo>
                    <a:lnTo>
                      <a:pt x="23028656" y="760984"/>
                    </a:lnTo>
                    <a:cubicBezTo>
                      <a:pt x="23028656" y="763778"/>
                      <a:pt x="23026370" y="766064"/>
                      <a:pt x="23023576" y="766064"/>
                    </a:cubicBezTo>
                    <a:lnTo>
                      <a:pt x="5080" y="766064"/>
                    </a:lnTo>
                    <a:cubicBezTo>
                      <a:pt x="2286" y="766064"/>
                      <a:pt x="0" y="763778"/>
                      <a:pt x="0" y="760984"/>
                    </a:cubicBezTo>
                    <a:lnTo>
                      <a:pt x="0" y="5080"/>
                    </a:lnTo>
                    <a:cubicBezTo>
                      <a:pt x="0" y="2286"/>
                      <a:pt x="2286" y="0"/>
                      <a:pt x="5080" y="0"/>
                    </a:cubicBezTo>
                    <a:moveTo>
                      <a:pt x="5080" y="10160"/>
                    </a:moveTo>
                    <a:lnTo>
                      <a:pt x="5080" y="5080"/>
                    </a:lnTo>
                    <a:lnTo>
                      <a:pt x="10160" y="5080"/>
                    </a:lnTo>
                    <a:lnTo>
                      <a:pt x="10160" y="760984"/>
                    </a:lnTo>
                    <a:lnTo>
                      <a:pt x="5080" y="760984"/>
                    </a:lnTo>
                    <a:lnTo>
                      <a:pt x="5080" y="755904"/>
                    </a:lnTo>
                    <a:lnTo>
                      <a:pt x="23023576" y="755904"/>
                    </a:lnTo>
                    <a:lnTo>
                      <a:pt x="23023576" y="760984"/>
                    </a:lnTo>
                    <a:lnTo>
                      <a:pt x="23018496" y="760984"/>
                    </a:lnTo>
                    <a:lnTo>
                      <a:pt x="23018496" y="5080"/>
                    </a:lnTo>
                    <a:lnTo>
                      <a:pt x="23023576" y="5080"/>
                    </a:lnTo>
                    <a:lnTo>
                      <a:pt x="23023576" y="10160"/>
                    </a:lnTo>
                    <a:lnTo>
                      <a:pt x="5080" y="10160"/>
                    </a:lnTo>
                    <a:close/>
                  </a:path>
                </a:pathLst>
              </a:custGeom>
              <a:solidFill>
                <a:srgbClr val="CBD5E0"/>
              </a:solidFill>
            </p:spPr>
          </p:sp>
        </p:grpSp>
        <p:sp>
          <p:nvSpPr>
            <p:cNvPr name="TextBox 102" id="102"/>
            <p:cNvSpPr txBox="true"/>
            <p:nvPr/>
          </p:nvSpPr>
          <p:spPr>
            <a:xfrm rot="0">
              <a:off x="282791" y="6267539"/>
              <a:ext cx="1687919" cy="431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2E5D8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TC-33</a:t>
              </a:r>
            </a:p>
          </p:txBody>
        </p:sp>
        <p:sp>
          <p:nvSpPr>
            <p:cNvPr name="TextBox 103" id="103"/>
            <p:cNvSpPr txBox="true"/>
            <p:nvPr/>
          </p:nvSpPr>
          <p:spPr>
            <a:xfrm rot="0">
              <a:off x="2038439" y="6267539"/>
              <a:ext cx="10783151" cy="431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C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Sous-menu Ori</a:t>
              </a:r>
              <a:r>
                <a:rPr lang="en-US" sz="2000">
                  <a:solidFill>
                    <a:srgbClr val="1C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entation Scolaire</a:t>
              </a:r>
            </a:p>
          </p:txBody>
        </p:sp>
        <p:sp>
          <p:nvSpPr>
            <p:cNvPr name="TextBox 104" id="104"/>
            <p:cNvSpPr txBox="true"/>
            <p:nvPr/>
          </p:nvSpPr>
          <p:spPr>
            <a:xfrm rot="0">
              <a:off x="12889319" y="6267539"/>
              <a:ext cx="3297263" cy="431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71809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Navigation</a:t>
              </a:r>
            </a:p>
          </p:txBody>
        </p:sp>
        <p:sp>
          <p:nvSpPr>
            <p:cNvPr name="TextBox 105" id="105"/>
            <p:cNvSpPr txBox="true"/>
            <p:nvPr/>
          </p:nvSpPr>
          <p:spPr>
            <a:xfrm rot="0">
              <a:off x="16254311" y="6267539"/>
              <a:ext cx="2809583" cy="6531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71809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Functional</a:t>
              </a:r>
            </a:p>
          </p:txBody>
        </p:sp>
        <p:grpSp>
          <p:nvGrpSpPr>
            <p:cNvPr name="Group 106" id="106"/>
            <p:cNvGrpSpPr/>
            <p:nvPr/>
          </p:nvGrpSpPr>
          <p:grpSpPr>
            <a:xfrm rot="0">
              <a:off x="19092672" y="6242304"/>
              <a:ext cx="3594608" cy="766064"/>
              <a:chOff x="0" y="0"/>
              <a:chExt cx="3594608" cy="766064"/>
            </a:xfrm>
          </p:grpSpPr>
          <p:sp>
            <p:nvSpPr>
              <p:cNvPr name="Freeform 107" id="107"/>
              <p:cNvSpPr/>
              <p:nvPr/>
            </p:nvSpPr>
            <p:spPr>
              <a:xfrm flipH="false" flipV="false" rot="0">
                <a:off x="5080" y="5080"/>
                <a:ext cx="3584448" cy="755904"/>
              </a:xfrm>
              <a:custGeom>
                <a:avLst/>
                <a:gdLst/>
                <a:ahLst/>
                <a:cxnLst/>
                <a:rect r="r" b="b" t="t" l="l"/>
                <a:pathLst>
                  <a:path h="755904" w="3584448">
                    <a:moveTo>
                      <a:pt x="0" y="0"/>
                    </a:moveTo>
                    <a:lnTo>
                      <a:pt x="3584448" y="0"/>
                    </a:lnTo>
                    <a:lnTo>
                      <a:pt x="3584448" y="755904"/>
                    </a:lnTo>
                    <a:lnTo>
                      <a:pt x="0" y="755904"/>
                    </a:lnTo>
                    <a:close/>
                  </a:path>
                </a:pathLst>
              </a:custGeom>
              <a:solidFill>
                <a:srgbClr val="E6FAF5"/>
              </a:solidFill>
            </p:spPr>
          </p:sp>
          <p:sp>
            <p:nvSpPr>
              <p:cNvPr name="Freeform 108" id="108"/>
              <p:cNvSpPr/>
              <p:nvPr/>
            </p:nvSpPr>
            <p:spPr>
              <a:xfrm flipH="false" flipV="false" rot="0">
                <a:off x="0" y="0"/>
                <a:ext cx="3594608" cy="766064"/>
              </a:xfrm>
              <a:custGeom>
                <a:avLst/>
                <a:gdLst/>
                <a:ahLst/>
                <a:cxnLst/>
                <a:rect r="r" b="b" t="t" l="l"/>
                <a:pathLst>
                  <a:path h="766064" w="3594608">
                    <a:moveTo>
                      <a:pt x="5080" y="0"/>
                    </a:moveTo>
                    <a:lnTo>
                      <a:pt x="3589528" y="0"/>
                    </a:lnTo>
                    <a:cubicBezTo>
                      <a:pt x="3592322" y="0"/>
                      <a:pt x="3594608" y="2286"/>
                      <a:pt x="3594608" y="5080"/>
                    </a:cubicBezTo>
                    <a:lnTo>
                      <a:pt x="3594608" y="760984"/>
                    </a:lnTo>
                    <a:cubicBezTo>
                      <a:pt x="3594608" y="763778"/>
                      <a:pt x="3592322" y="766064"/>
                      <a:pt x="3589528" y="766064"/>
                    </a:cubicBezTo>
                    <a:lnTo>
                      <a:pt x="5080" y="766064"/>
                    </a:lnTo>
                    <a:cubicBezTo>
                      <a:pt x="2286" y="766064"/>
                      <a:pt x="0" y="763778"/>
                      <a:pt x="0" y="760984"/>
                    </a:cubicBezTo>
                    <a:lnTo>
                      <a:pt x="0" y="5080"/>
                    </a:lnTo>
                    <a:cubicBezTo>
                      <a:pt x="0" y="2286"/>
                      <a:pt x="2286" y="0"/>
                      <a:pt x="5080" y="0"/>
                    </a:cubicBezTo>
                    <a:moveTo>
                      <a:pt x="5080" y="10160"/>
                    </a:moveTo>
                    <a:lnTo>
                      <a:pt x="5080" y="5080"/>
                    </a:lnTo>
                    <a:lnTo>
                      <a:pt x="10160" y="5080"/>
                    </a:lnTo>
                    <a:lnTo>
                      <a:pt x="10160" y="760984"/>
                    </a:lnTo>
                    <a:lnTo>
                      <a:pt x="5080" y="760984"/>
                    </a:lnTo>
                    <a:lnTo>
                      <a:pt x="5080" y="755904"/>
                    </a:lnTo>
                    <a:lnTo>
                      <a:pt x="3589528" y="755904"/>
                    </a:lnTo>
                    <a:lnTo>
                      <a:pt x="3589528" y="760984"/>
                    </a:lnTo>
                    <a:lnTo>
                      <a:pt x="3584448" y="760984"/>
                    </a:lnTo>
                    <a:lnTo>
                      <a:pt x="3584448" y="5080"/>
                    </a:lnTo>
                    <a:lnTo>
                      <a:pt x="3589528" y="5080"/>
                    </a:lnTo>
                    <a:lnTo>
                      <a:pt x="3589528" y="10160"/>
                    </a:lnTo>
                    <a:lnTo>
                      <a:pt x="5080" y="10160"/>
                    </a:lnTo>
                    <a:close/>
                  </a:path>
                </a:pathLst>
              </a:custGeom>
              <a:solidFill>
                <a:srgbClr val="CBD5E0"/>
              </a:solidFill>
            </p:spPr>
          </p:sp>
        </p:grpSp>
        <p:sp>
          <p:nvSpPr>
            <p:cNvPr name="TextBox 109" id="109"/>
            <p:cNvSpPr txBox="true"/>
            <p:nvPr/>
          </p:nvSpPr>
          <p:spPr>
            <a:xfrm rot="0">
              <a:off x="19131623" y="6267539"/>
              <a:ext cx="3516719" cy="431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PASS</a:t>
              </a:r>
            </a:p>
          </p:txBody>
        </p:sp>
        <p:grpSp>
          <p:nvGrpSpPr>
            <p:cNvPr name="Group 110" id="110"/>
            <p:cNvGrpSpPr/>
            <p:nvPr/>
          </p:nvGrpSpPr>
          <p:grpSpPr>
            <a:xfrm rot="0">
              <a:off x="0" y="7022592"/>
              <a:ext cx="23028656" cy="766064"/>
              <a:chOff x="0" y="0"/>
              <a:chExt cx="23028656" cy="766064"/>
            </a:xfrm>
          </p:grpSpPr>
          <p:sp>
            <p:nvSpPr>
              <p:cNvPr name="Freeform 111" id="111"/>
              <p:cNvSpPr/>
              <p:nvPr/>
            </p:nvSpPr>
            <p:spPr>
              <a:xfrm flipH="false" flipV="false" rot="0">
                <a:off x="5080" y="5080"/>
                <a:ext cx="23018496" cy="755904"/>
              </a:xfrm>
              <a:custGeom>
                <a:avLst/>
                <a:gdLst/>
                <a:ahLst/>
                <a:cxnLst/>
                <a:rect r="r" b="b" t="t" l="l"/>
                <a:pathLst>
                  <a:path h="755904" w="23018496">
                    <a:moveTo>
                      <a:pt x="0" y="0"/>
                    </a:moveTo>
                    <a:lnTo>
                      <a:pt x="23018496" y="0"/>
                    </a:lnTo>
                    <a:lnTo>
                      <a:pt x="23018496" y="755904"/>
                    </a:lnTo>
                    <a:lnTo>
                      <a:pt x="0" y="75590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112" id="112"/>
              <p:cNvSpPr/>
              <p:nvPr/>
            </p:nvSpPr>
            <p:spPr>
              <a:xfrm flipH="false" flipV="false" rot="0">
                <a:off x="0" y="0"/>
                <a:ext cx="23028656" cy="766064"/>
              </a:xfrm>
              <a:custGeom>
                <a:avLst/>
                <a:gdLst/>
                <a:ahLst/>
                <a:cxnLst/>
                <a:rect r="r" b="b" t="t" l="l"/>
                <a:pathLst>
                  <a:path h="766064" w="23028656">
                    <a:moveTo>
                      <a:pt x="5080" y="0"/>
                    </a:moveTo>
                    <a:lnTo>
                      <a:pt x="23023576" y="0"/>
                    </a:lnTo>
                    <a:cubicBezTo>
                      <a:pt x="23026370" y="0"/>
                      <a:pt x="23028656" y="2286"/>
                      <a:pt x="23028656" y="5080"/>
                    </a:cubicBezTo>
                    <a:lnTo>
                      <a:pt x="23028656" y="760984"/>
                    </a:lnTo>
                    <a:cubicBezTo>
                      <a:pt x="23028656" y="763778"/>
                      <a:pt x="23026370" y="766064"/>
                      <a:pt x="23023576" y="766064"/>
                    </a:cubicBezTo>
                    <a:lnTo>
                      <a:pt x="5080" y="766064"/>
                    </a:lnTo>
                    <a:cubicBezTo>
                      <a:pt x="2286" y="766064"/>
                      <a:pt x="0" y="763778"/>
                      <a:pt x="0" y="760984"/>
                    </a:cubicBezTo>
                    <a:lnTo>
                      <a:pt x="0" y="5080"/>
                    </a:lnTo>
                    <a:cubicBezTo>
                      <a:pt x="0" y="2286"/>
                      <a:pt x="2286" y="0"/>
                      <a:pt x="5080" y="0"/>
                    </a:cubicBezTo>
                    <a:moveTo>
                      <a:pt x="5080" y="10160"/>
                    </a:moveTo>
                    <a:lnTo>
                      <a:pt x="5080" y="5080"/>
                    </a:lnTo>
                    <a:lnTo>
                      <a:pt x="10160" y="5080"/>
                    </a:lnTo>
                    <a:lnTo>
                      <a:pt x="10160" y="760984"/>
                    </a:lnTo>
                    <a:lnTo>
                      <a:pt x="5080" y="760984"/>
                    </a:lnTo>
                    <a:lnTo>
                      <a:pt x="5080" y="755904"/>
                    </a:lnTo>
                    <a:lnTo>
                      <a:pt x="23023576" y="755904"/>
                    </a:lnTo>
                    <a:lnTo>
                      <a:pt x="23023576" y="760984"/>
                    </a:lnTo>
                    <a:lnTo>
                      <a:pt x="23018496" y="760984"/>
                    </a:lnTo>
                    <a:lnTo>
                      <a:pt x="23018496" y="5080"/>
                    </a:lnTo>
                    <a:lnTo>
                      <a:pt x="23023576" y="5080"/>
                    </a:lnTo>
                    <a:lnTo>
                      <a:pt x="23023576" y="10160"/>
                    </a:lnTo>
                    <a:lnTo>
                      <a:pt x="5080" y="10160"/>
                    </a:lnTo>
                    <a:close/>
                  </a:path>
                </a:pathLst>
              </a:custGeom>
              <a:solidFill>
                <a:srgbClr val="CBD5E0"/>
              </a:solidFill>
            </p:spPr>
          </p:sp>
        </p:grpSp>
        <p:sp>
          <p:nvSpPr>
            <p:cNvPr name="TextBox 113" id="113"/>
            <p:cNvSpPr txBox="true"/>
            <p:nvPr/>
          </p:nvSpPr>
          <p:spPr>
            <a:xfrm rot="0">
              <a:off x="282791" y="7047827"/>
              <a:ext cx="1687919" cy="431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2E5D8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TC-34</a:t>
              </a:r>
            </a:p>
          </p:txBody>
        </p:sp>
        <p:sp>
          <p:nvSpPr>
            <p:cNvPr name="TextBox 114" id="114"/>
            <p:cNvSpPr txBox="true"/>
            <p:nvPr/>
          </p:nvSpPr>
          <p:spPr>
            <a:xfrm rot="0">
              <a:off x="2038439" y="7047827"/>
              <a:ext cx="10783151" cy="444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C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URL frança</a:t>
              </a:r>
              <a:r>
                <a:rPr lang="en-US" sz="2000">
                  <a:solidFill>
                    <a:srgbClr val="1C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ise en session vierge</a:t>
              </a:r>
            </a:p>
          </p:txBody>
        </p:sp>
        <p:sp>
          <p:nvSpPr>
            <p:cNvPr name="TextBox 115" id="115"/>
            <p:cNvSpPr txBox="true"/>
            <p:nvPr/>
          </p:nvSpPr>
          <p:spPr>
            <a:xfrm rot="0">
              <a:off x="12889319" y="7047827"/>
              <a:ext cx="3297263" cy="431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71809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Nav</a:t>
              </a:r>
              <a:r>
                <a:rPr lang="en-US" sz="2000">
                  <a:solidFill>
                    <a:srgbClr val="71809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igation</a:t>
              </a:r>
            </a:p>
          </p:txBody>
        </p:sp>
        <p:sp>
          <p:nvSpPr>
            <p:cNvPr name="TextBox 116" id="116"/>
            <p:cNvSpPr txBox="true"/>
            <p:nvPr/>
          </p:nvSpPr>
          <p:spPr>
            <a:xfrm rot="0">
              <a:off x="16254311" y="7047827"/>
              <a:ext cx="2809583" cy="6531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71809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Functional</a:t>
              </a:r>
            </a:p>
          </p:txBody>
        </p:sp>
        <p:grpSp>
          <p:nvGrpSpPr>
            <p:cNvPr name="Group 117" id="117"/>
            <p:cNvGrpSpPr/>
            <p:nvPr/>
          </p:nvGrpSpPr>
          <p:grpSpPr>
            <a:xfrm rot="0">
              <a:off x="19092672" y="7022592"/>
              <a:ext cx="3594608" cy="766064"/>
              <a:chOff x="0" y="0"/>
              <a:chExt cx="3594608" cy="766064"/>
            </a:xfrm>
          </p:grpSpPr>
          <p:sp>
            <p:nvSpPr>
              <p:cNvPr name="Freeform 118" id="118"/>
              <p:cNvSpPr/>
              <p:nvPr/>
            </p:nvSpPr>
            <p:spPr>
              <a:xfrm flipH="false" flipV="false" rot="0">
                <a:off x="5080" y="5080"/>
                <a:ext cx="3584448" cy="755904"/>
              </a:xfrm>
              <a:custGeom>
                <a:avLst/>
                <a:gdLst/>
                <a:ahLst/>
                <a:cxnLst/>
                <a:rect r="r" b="b" t="t" l="l"/>
                <a:pathLst>
                  <a:path h="755904" w="3584448">
                    <a:moveTo>
                      <a:pt x="0" y="0"/>
                    </a:moveTo>
                    <a:lnTo>
                      <a:pt x="3584448" y="0"/>
                    </a:lnTo>
                    <a:lnTo>
                      <a:pt x="3584448" y="755904"/>
                    </a:lnTo>
                    <a:lnTo>
                      <a:pt x="0" y="755904"/>
                    </a:lnTo>
                    <a:close/>
                  </a:path>
                </a:pathLst>
              </a:custGeom>
              <a:solidFill>
                <a:srgbClr val="FFF7ED"/>
              </a:solidFill>
            </p:spPr>
          </p:sp>
          <p:sp>
            <p:nvSpPr>
              <p:cNvPr name="Freeform 119" id="119"/>
              <p:cNvSpPr/>
              <p:nvPr/>
            </p:nvSpPr>
            <p:spPr>
              <a:xfrm flipH="false" flipV="false" rot="0">
                <a:off x="0" y="0"/>
                <a:ext cx="3594608" cy="766064"/>
              </a:xfrm>
              <a:custGeom>
                <a:avLst/>
                <a:gdLst/>
                <a:ahLst/>
                <a:cxnLst/>
                <a:rect r="r" b="b" t="t" l="l"/>
                <a:pathLst>
                  <a:path h="766064" w="3594608">
                    <a:moveTo>
                      <a:pt x="5080" y="0"/>
                    </a:moveTo>
                    <a:lnTo>
                      <a:pt x="3589528" y="0"/>
                    </a:lnTo>
                    <a:cubicBezTo>
                      <a:pt x="3592322" y="0"/>
                      <a:pt x="3594608" y="2286"/>
                      <a:pt x="3594608" y="5080"/>
                    </a:cubicBezTo>
                    <a:lnTo>
                      <a:pt x="3594608" y="760984"/>
                    </a:lnTo>
                    <a:cubicBezTo>
                      <a:pt x="3594608" y="763778"/>
                      <a:pt x="3592322" y="766064"/>
                      <a:pt x="3589528" y="766064"/>
                    </a:cubicBezTo>
                    <a:lnTo>
                      <a:pt x="5080" y="766064"/>
                    </a:lnTo>
                    <a:cubicBezTo>
                      <a:pt x="2286" y="766064"/>
                      <a:pt x="0" y="763778"/>
                      <a:pt x="0" y="760984"/>
                    </a:cubicBezTo>
                    <a:lnTo>
                      <a:pt x="0" y="5080"/>
                    </a:lnTo>
                    <a:cubicBezTo>
                      <a:pt x="0" y="2286"/>
                      <a:pt x="2286" y="0"/>
                      <a:pt x="5080" y="0"/>
                    </a:cubicBezTo>
                    <a:moveTo>
                      <a:pt x="5080" y="10160"/>
                    </a:moveTo>
                    <a:lnTo>
                      <a:pt x="5080" y="5080"/>
                    </a:lnTo>
                    <a:lnTo>
                      <a:pt x="10160" y="5080"/>
                    </a:lnTo>
                    <a:lnTo>
                      <a:pt x="10160" y="760984"/>
                    </a:lnTo>
                    <a:lnTo>
                      <a:pt x="5080" y="760984"/>
                    </a:lnTo>
                    <a:lnTo>
                      <a:pt x="5080" y="755904"/>
                    </a:lnTo>
                    <a:lnTo>
                      <a:pt x="3589528" y="755904"/>
                    </a:lnTo>
                    <a:lnTo>
                      <a:pt x="3589528" y="760984"/>
                    </a:lnTo>
                    <a:lnTo>
                      <a:pt x="3584448" y="760984"/>
                    </a:lnTo>
                    <a:lnTo>
                      <a:pt x="3584448" y="5080"/>
                    </a:lnTo>
                    <a:lnTo>
                      <a:pt x="3589528" y="5080"/>
                    </a:lnTo>
                    <a:lnTo>
                      <a:pt x="3589528" y="10160"/>
                    </a:lnTo>
                    <a:lnTo>
                      <a:pt x="5080" y="10160"/>
                    </a:lnTo>
                    <a:close/>
                  </a:path>
                </a:pathLst>
              </a:custGeom>
              <a:solidFill>
                <a:srgbClr val="CBD5E0"/>
              </a:solidFill>
            </p:spPr>
          </p:sp>
        </p:grpSp>
        <p:sp>
          <p:nvSpPr>
            <p:cNvPr name="TextBox 120" id="120"/>
            <p:cNvSpPr txBox="true"/>
            <p:nvPr/>
          </p:nvSpPr>
          <p:spPr>
            <a:xfrm rot="0">
              <a:off x="19131623" y="7047827"/>
              <a:ext cx="3516719" cy="431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4A62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FAIL</a:t>
              </a:r>
            </a:p>
          </p:txBody>
        </p:sp>
        <p:grpSp>
          <p:nvGrpSpPr>
            <p:cNvPr name="Group 121" id="121"/>
            <p:cNvGrpSpPr/>
            <p:nvPr/>
          </p:nvGrpSpPr>
          <p:grpSpPr>
            <a:xfrm rot="0">
              <a:off x="0" y="7802880"/>
              <a:ext cx="23028656" cy="766064"/>
              <a:chOff x="0" y="0"/>
              <a:chExt cx="23028656" cy="766064"/>
            </a:xfrm>
          </p:grpSpPr>
          <p:sp>
            <p:nvSpPr>
              <p:cNvPr name="Freeform 122" id="122"/>
              <p:cNvSpPr/>
              <p:nvPr/>
            </p:nvSpPr>
            <p:spPr>
              <a:xfrm flipH="false" flipV="false" rot="0">
                <a:off x="5080" y="5080"/>
                <a:ext cx="23018496" cy="755904"/>
              </a:xfrm>
              <a:custGeom>
                <a:avLst/>
                <a:gdLst/>
                <a:ahLst/>
                <a:cxnLst/>
                <a:rect r="r" b="b" t="t" l="l"/>
                <a:pathLst>
                  <a:path h="755904" w="23018496">
                    <a:moveTo>
                      <a:pt x="0" y="0"/>
                    </a:moveTo>
                    <a:lnTo>
                      <a:pt x="23018496" y="0"/>
                    </a:lnTo>
                    <a:lnTo>
                      <a:pt x="23018496" y="755904"/>
                    </a:lnTo>
                    <a:lnTo>
                      <a:pt x="0" y="755904"/>
                    </a:lnTo>
                    <a:close/>
                  </a:path>
                </a:pathLst>
              </a:custGeom>
              <a:solidFill>
                <a:srgbClr val="EDF2F7"/>
              </a:solidFill>
            </p:spPr>
          </p:sp>
          <p:sp>
            <p:nvSpPr>
              <p:cNvPr name="Freeform 123" id="123"/>
              <p:cNvSpPr/>
              <p:nvPr/>
            </p:nvSpPr>
            <p:spPr>
              <a:xfrm flipH="false" flipV="false" rot="0">
                <a:off x="0" y="0"/>
                <a:ext cx="23028656" cy="766064"/>
              </a:xfrm>
              <a:custGeom>
                <a:avLst/>
                <a:gdLst/>
                <a:ahLst/>
                <a:cxnLst/>
                <a:rect r="r" b="b" t="t" l="l"/>
                <a:pathLst>
                  <a:path h="766064" w="23028656">
                    <a:moveTo>
                      <a:pt x="5080" y="0"/>
                    </a:moveTo>
                    <a:lnTo>
                      <a:pt x="23023576" y="0"/>
                    </a:lnTo>
                    <a:cubicBezTo>
                      <a:pt x="23026370" y="0"/>
                      <a:pt x="23028656" y="2286"/>
                      <a:pt x="23028656" y="5080"/>
                    </a:cubicBezTo>
                    <a:lnTo>
                      <a:pt x="23028656" y="760984"/>
                    </a:lnTo>
                    <a:cubicBezTo>
                      <a:pt x="23028656" y="763778"/>
                      <a:pt x="23026370" y="766064"/>
                      <a:pt x="23023576" y="766064"/>
                    </a:cubicBezTo>
                    <a:lnTo>
                      <a:pt x="5080" y="766064"/>
                    </a:lnTo>
                    <a:cubicBezTo>
                      <a:pt x="2286" y="766064"/>
                      <a:pt x="0" y="763778"/>
                      <a:pt x="0" y="760984"/>
                    </a:cubicBezTo>
                    <a:lnTo>
                      <a:pt x="0" y="5080"/>
                    </a:lnTo>
                    <a:cubicBezTo>
                      <a:pt x="0" y="2286"/>
                      <a:pt x="2286" y="0"/>
                      <a:pt x="5080" y="0"/>
                    </a:cubicBezTo>
                    <a:moveTo>
                      <a:pt x="5080" y="10160"/>
                    </a:moveTo>
                    <a:lnTo>
                      <a:pt x="5080" y="5080"/>
                    </a:lnTo>
                    <a:lnTo>
                      <a:pt x="10160" y="5080"/>
                    </a:lnTo>
                    <a:lnTo>
                      <a:pt x="10160" y="760984"/>
                    </a:lnTo>
                    <a:lnTo>
                      <a:pt x="5080" y="760984"/>
                    </a:lnTo>
                    <a:lnTo>
                      <a:pt x="5080" y="755904"/>
                    </a:lnTo>
                    <a:lnTo>
                      <a:pt x="23023576" y="755904"/>
                    </a:lnTo>
                    <a:lnTo>
                      <a:pt x="23023576" y="760984"/>
                    </a:lnTo>
                    <a:lnTo>
                      <a:pt x="23018496" y="760984"/>
                    </a:lnTo>
                    <a:lnTo>
                      <a:pt x="23018496" y="5080"/>
                    </a:lnTo>
                    <a:lnTo>
                      <a:pt x="23023576" y="5080"/>
                    </a:lnTo>
                    <a:lnTo>
                      <a:pt x="23023576" y="10160"/>
                    </a:lnTo>
                    <a:lnTo>
                      <a:pt x="5080" y="10160"/>
                    </a:lnTo>
                    <a:close/>
                  </a:path>
                </a:pathLst>
              </a:custGeom>
              <a:solidFill>
                <a:srgbClr val="CBD5E0"/>
              </a:solidFill>
            </p:spPr>
          </p:sp>
        </p:grpSp>
        <p:sp>
          <p:nvSpPr>
            <p:cNvPr name="TextBox 124" id="124"/>
            <p:cNvSpPr txBox="true"/>
            <p:nvPr/>
          </p:nvSpPr>
          <p:spPr>
            <a:xfrm rot="0">
              <a:off x="282791" y="7828115"/>
              <a:ext cx="1687919" cy="431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2E5D8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TC-35</a:t>
              </a:r>
            </a:p>
          </p:txBody>
        </p:sp>
        <p:sp>
          <p:nvSpPr>
            <p:cNvPr name="TextBox 125" id="125"/>
            <p:cNvSpPr txBox="true"/>
            <p:nvPr/>
          </p:nvSpPr>
          <p:spPr>
            <a:xfrm rot="0">
              <a:off x="2038439" y="7828115"/>
              <a:ext cx="10783151" cy="838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C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</a:t>
              </a:r>
              <a:r>
                <a:rPr lang="en-US" sz="2000">
                  <a:solidFill>
                    <a:srgbClr val="1C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ens en double dans le menu</a:t>
              </a:r>
            </a:p>
            <a:p>
              <a:pPr algn="l">
                <a:lnSpc>
                  <a:spcPts val="2400"/>
                </a:lnSpc>
              </a:pPr>
            </a:p>
          </p:txBody>
        </p:sp>
        <p:sp>
          <p:nvSpPr>
            <p:cNvPr name="TextBox 126" id="126"/>
            <p:cNvSpPr txBox="true"/>
            <p:nvPr/>
          </p:nvSpPr>
          <p:spPr>
            <a:xfrm rot="0">
              <a:off x="12889319" y="7828115"/>
              <a:ext cx="3297263" cy="431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71809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Navigation</a:t>
              </a:r>
            </a:p>
          </p:txBody>
        </p:sp>
        <p:sp>
          <p:nvSpPr>
            <p:cNvPr name="TextBox 127" id="127"/>
            <p:cNvSpPr txBox="true"/>
            <p:nvPr/>
          </p:nvSpPr>
          <p:spPr>
            <a:xfrm rot="0">
              <a:off x="16254311" y="7828115"/>
              <a:ext cx="2809583" cy="6531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71809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Functional</a:t>
              </a:r>
            </a:p>
          </p:txBody>
        </p:sp>
        <p:grpSp>
          <p:nvGrpSpPr>
            <p:cNvPr name="Group 128" id="128"/>
            <p:cNvGrpSpPr/>
            <p:nvPr/>
          </p:nvGrpSpPr>
          <p:grpSpPr>
            <a:xfrm rot="0">
              <a:off x="19092672" y="7802880"/>
              <a:ext cx="3594608" cy="766064"/>
              <a:chOff x="0" y="0"/>
              <a:chExt cx="3594608" cy="766064"/>
            </a:xfrm>
          </p:grpSpPr>
          <p:sp>
            <p:nvSpPr>
              <p:cNvPr name="Freeform 129" id="129"/>
              <p:cNvSpPr/>
              <p:nvPr/>
            </p:nvSpPr>
            <p:spPr>
              <a:xfrm flipH="false" flipV="false" rot="0">
                <a:off x="5080" y="5080"/>
                <a:ext cx="3584448" cy="755904"/>
              </a:xfrm>
              <a:custGeom>
                <a:avLst/>
                <a:gdLst/>
                <a:ahLst/>
                <a:cxnLst/>
                <a:rect r="r" b="b" t="t" l="l"/>
                <a:pathLst>
                  <a:path h="755904" w="3584448">
                    <a:moveTo>
                      <a:pt x="0" y="0"/>
                    </a:moveTo>
                    <a:lnTo>
                      <a:pt x="3584448" y="0"/>
                    </a:lnTo>
                    <a:lnTo>
                      <a:pt x="3584448" y="755904"/>
                    </a:lnTo>
                    <a:lnTo>
                      <a:pt x="0" y="755904"/>
                    </a:lnTo>
                    <a:close/>
                  </a:path>
                </a:pathLst>
              </a:custGeom>
              <a:solidFill>
                <a:srgbClr val="FFF7ED"/>
              </a:solidFill>
            </p:spPr>
          </p:sp>
          <p:sp>
            <p:nvSpPr>
              <p:cNvPr name="Freeform 130" id="130"/>
              <p:cNvSpPr/>
              <p:nvPr/>
            </p:nvSpPr>
            <p:spPr>
              <a:xfrm flipH="false" flipV="false" rot="0">
                <a:off x="0" y="0"/>
                <a:ext cx="3594608" cy="766064"/>
              </a:xfrm>
              <a:custGeom>
                <a:avLst/>
                <a:gdLst/>
                <a:ahLst/>
                <a:cxnLst/>
                <a:rect r="r" b="b" t="t" l="l"/>
                <a:pathLst>
                  <a:path h="766064" w="3594608">
                    <a:moveTo>
                      <a:pt x="5080" y="0"/>
                    </a:moveTo>
                    <a:lnTo>
                      <a:pt x="3589528" y="0"/>
                    </a:lnTo>
                    <a:cubicBezTo>
                      <a:pt x="3592322" y="0"/>
                      <a:pt x="3594608" y="2286"/>
                      <a:pt x="3594608" y="5080"/>
                    </a:cubicBezTo>
                    <a:lnTo>
                      <a:pt x="3594608" y="760984"/>
                    </a:lnTo>
                    <a:cubicBezTo>
                      <a:pt x="3594608" y="763778"/>
                      <a:pt x="3592322" y="766064"/>
                      <a:pt x="3589528" y="766064"/>
                    </a:cubicBezTo>
                    <a:lnTo>
                      <a:pt x="5080" y="766064"/>
                    </a:lnTo>
                    <a:cubicBezTo>
                      <a:pt x="2286" y="766064"/>
                      <a:pt x="0" y="763778"/>
                      <a:pt x="0" y="760984"/>
                    </a:cubicBezTo>
                    <a:lnTo>
                      <a:pt x="0" y="5080"/>
                    </a:lnTo>
                    <a:cubicBezTo>
                      <a:pt x="0" y="2286"/>
                      <a:pt x="2286" y="0"/>
                      <a:pt x="5080" y="0"/>
                    </a:cubicBezTo>
                    <a:moveTo>
                      <a:pt x="5080" y="10160"/>
                    </a:moveTo>
                    <a:lnTo>
                      <a:pt x="5080" y="5080"/>
                    </a:lnTo>
                    <a:lnTo>
                      <a:pt x="10160" y="5080"/>
                    </a:lnTo>
                    <a:lnTo>
                      <a:pt x="10160" y="760984"/>
                    </a:lnTo>
                    <a:lnTo>
                      <a:pt x="5080" y="760984"/>
                    </a:lnTo>
                    <a:lnTo>
                      <a:pt x="5080" y="755904"/>
                    </a:lnTo>
                    <a:lnTo>
                      <a:pt x="3589528" y="755904"/>
                    </a:lnTo>
                    <a:lnTo>
                      <a:pt x="3589528" y="760984"/>
                    </a:lnTo>
                    <a:lnTo>
                      <a:pt x="3584448" y="760984"/>
                    </a:lnTo>
                    <a:lnTo>
                      <a:pt x="3584448" y="5080"/>
                    </a:lnTo>
                    <a:lnTo>
                      <a:pt x="3589528" y="5080"/>
                    </a:lnTo>
                    <a:lnTo>
                      <a:pt x="3589528" y="10160"/>
                    </a:lnTo>
                    <a:lnTo>
                      <a:pt x="5080" y="10160"/>
                    </a:lnTo>
                    <a:close/>
                  </a:path>
                </a:pathLst>
              </a:custGeom>
              <a:solidFill>
                <a:srgbClr val="CBD5E0"/>
              </a:solidFill>
            </p:spPr>
          </p:sp>
        </p:grpSp>
        <p:sp>
          <p:nvSpPr>
            <p:cNvPr name="TextBox 131" id="131"/>
            <p:cNvSpPr txBox="true"/>
            <p:nvPr/>
          </p:nvSpPr>
          <p:spPr>
            <a:xfrm rot="0">
              <a:off x="19131623" y="7828115"/>
              <a:ext cx="3516719" cy="431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4A62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FAIL</a:t>
              </a:r>
            </a:p>
          </p:txBody>
        </p:sp>
        <p:sp>
          <p:nvSpPr>
            <p:cNvPr name="TextBox 132" id="132"/>
            <p:cNvSpPr txBox="true"/>
            <p:nvPr/>
          </p:nvSpPr>
          <p:spPr>
            <a:xfrm rot="0">
              <a:off x="12885090" y="2402840"/>
              <a:ext cx="3297263" cy="431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71809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</a:t>
              </a:r>
              <a:r>
                <a:rPr lang="en-US" sz="2000">
                  <a:solidFill>
                    <a:srgbClr val="71809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</a:t>
              </a:r>
            </a:p>
          </p:txBody>
        </p:sp>
        <p:sp>
          <p:nvSpPr>
            <p:cNvPr name="TextBox 133" id="133"/>
            <p:cNvSpPr txBox="true"/>
            <p:nvPr/>
          </p:nvSpPr>
          <p:spPr>
            <a:xfrm rot="0">
              <a:off x="12885090" y="3183128"/>
              <a:ext cx="3297263" cy="431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71809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</a:t>
              </a:r>
              <a:r>
                <a:rPr lang="en-US" sz="2000">
                  <a:solidFill>
                    <a:srgbClr val="71809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orms</a:t>
              </a:r>
            </a:p>
          </p:txBody>
        </p:sp>
        <p:sp>
          <p:nvSpPr>
            <p:cNvPr name="TextBox 134" id="134"/>
            <p:cNvSpPr txBox="true"/>
            <p:nvPr/>
          </p:nvSpPr>
          <p:spPr>
            <a:xfrm rot="0">
              <a:off x="19127394" y="2476760"/>
              <a:ext cx="3516719" cy="431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PASS</a:t>
              </a:r>
            </a:p>
          </p:txBody>
        </p:sp>
        <p:sp>
          <p:nvSpPr>
            <p:cNvPr name="TextBox 135" id="135"/>
            <p:cNvSpPr txBox="true"/>
            <p:nvPr/>
          </p:nvSpPr>
          <p:spPr>
            <a:xfrm rot="0">
              <a:off x="19170561" y="898061"/>
              <a:ext cx="3516719" cy="431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4A62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FAIL</a:t>
              </a:r>
            </a:p>
          </p:txBody>
        </p:sp>
      </p:grpSp>
      <p:sp>
        <p:nvSpPr>
          <p:cNvPr name="TextBox 136" id="136"/>
          <p:cNvSpPr txBox="true"/>
          <p:nvPr/>
        </p:nvSpPr>
        <p:spPr>
          <a:xfrm rot="0">
            <a:off x="9071372" y="9801854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E5D8E"/>
                </a:solidFill>
                <a:latin typeface="Open Sans"/>
                <a:ea typeface="Open Sans"/>
                <a:cs typeface="Open Sans"/>
                <a:sym typeface="Open 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183387"/>
            <a:chOff x="0" y="0"/>
            <a:chExt cx="24417871" cy="29111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877312"/>
            </a:xfrm>
            <a:custGeom>
              <a:avLst/>
              <a:gdLst/>
              <a:ahLst/>
              <a:cxnLst/>
              <a:rect r="r" b="b" t="t" l="l"/>
              <a:pathLst>
                <a:path h="287731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877312"/>
                  </a:lnTo>
                  <a:lnTo>
                    <a:pt x="0" y="2877312"/>
                  </a:lnTo>
                  <a:close/>
                </a:path>
              </a:pathLst>
            </a:custGeom>
            <a:solidFill>
              <a:srgbClr val="1C2B3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911094"/>
            </a:xfrm>
            <a:custGeom>
              <a:avLst/>
              <a:gdLst/>
              <a:ahLst/>
              <a:cxnLst/>
              <a:rect r="r" b="b" t="t" l="l"/>
              <a:pathLst>
                <a:path h="291109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894203"/>
                  </a:lnTo>
                  <a:cubicBezTo>
                    <a:pt x="24417782" y="2903601"/>
                    <a:pt x="24410163" y="2911094"/>
                    <a:pt x="24400890" y="2911094"/>
                  </a:cubicBezTo>
                  <a:lnTo>
                    <a:pt x="16891" y="2911094"/>
                  </a:lnTo>
                  <a:cubicBezTo>
                    <a:pt x="7493" y="2911094"/>
                    <a:pt x="0" y="2903474"/>
                    <a:pt x="0" y="28942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94203"/>
                  </a:lnTo>
                  <a:lnTo>
                    <a:pt x="16891" y="2894203"/>
                  </a:lnTo>
                  <a:lnTo>
                    <a:pt x="16891" y="2877312"/>
                  </a:lnTo>
                  <a:lnTo>
                    <a:pt x="24400890" y="2877312"/>
                  </a:lnTo>
                  <a:lnTo>
                    <a:pt x="24400890" y="2894203"/>
                  </a:lnTo>
                  <a:lnTo>
                    <a:pt x="24384000" y="289420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B3A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731520" y="173355"/>
            <a:ext cx="16824960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200" b="true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Cas de Test — TC-36 à TC-38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99367" y="2218439"/>
            <a:ext cx="17289275" cy="756923"/>
            <a:chOff x="0" y="0"/>
            <a:chExt cx="23052367" cy="100923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6891" y="16891"/>
              <a:ext cx="23018497" cy="975360"/>
            </a:xfrm>
            <a:custGeom>
              <a:avLst/>
              <a:gdLst/>
              <a:ahLst/>
              <a:cxnLst/>
              <a:rect r="r" b="b" t="t" l="l"/>
              <a:pathLst>
                <a:path h="975360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1C2B3A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052278" cy="1009144"/>
            </a:xfrm>
            <a:custGeom>
              <a:avLst/>
              <a:gdLst/>
              <a:ahLst/>
              <a:cxnLst/>
              <a:rect r="r" b="b" t="t" l="l"/>
              <a:pathLst>
                <a:path h="1009144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992251"/>
                  </a:lnTo>
                  <a:cubicBezTo>
                    <a:pt x="23052278" y="1001649"/>
                    <a:pt x="23044658" y="1009142"/>
                    <a:pt x="23035388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23035388" y="975360"/>
                  </a:lnTo>
                  <a:lnTo>
                    <a:pt x="23035388" y="992251"/>
                  </a:lnTo>
                  <a:lnTo>
                    <a:pt x="23018497" y="992251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B3A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720347" y="2245490"/>
            <a:ext cx="1265939" cy="655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37083" y="2245490"/>
            <a:ext cx="8087363" cy="655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Titre du cas de test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175243" y="2245490"/>
            <a:ext cx="2472947" cy="655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Module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698987" y="2245490"/>
            <a:ext cx="2107187" cy="655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Type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856971" y="2245490"/>
            <a:ext cx="2637539" cy="655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Statut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08254" y="3013710"/>
            <a:ext cx="17271492" cy="574548"/>
            <a:chOff x="0" y="0"/>
            <a:chExt cx="23028656" cy="76606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5080" y="5080"/>
              <a:ext cx="23018496" cy="755904"/>
            </a:xfrm>
            <a:custGeom>
              <a:avLst/>
              <a:gdLst/>
              <a:ahLst/>
              <a:cxnLst/>
              <a:rect r="r" b="b" t="t" l="l"/>
              <a:pathLst>
                <a:path h="755904" w="23018496">
                  <a:moveTo>
                    <a:pt x="0" y="0"/>
                  </a:moveTo>
                  <a:lnTo>
                    <a:pt x="23018496" y="0"/>
                  </a:lnTo>
                  <a:lnTo>
                    <a:pt x="23018496" y="755904"/>
                  </a:lnTo>
                  <a:lnTo>
                    <a:pt x="0" y="75590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3028656" cy="766064"/>
            </a:xfrm>
            <a:custGeom>
              <a:avLst/>
              <a:gdLst/>
              <a:ahLst/>
              <a:cxnLst/>
              <a:rect r="r" b="b" t="t" l="l"/>
              <a:pathLst>
                <a:path h="766064" w="23028656">
                  <a:moveTo>
                    <a:pt x="5080" y="0"/>
                  </a:moveTo>
                  <a:lnTo>
                    <a:pt x="23023576" y="0"/>
                  </a:lnTo>
                  <a:cubicBezTo>
                    <a:pt x="23026370" y="0"/>
                    <a:pt x="23028656" y="2286"/>
                    <a:pt x="23028656" y="5080"/>
                  </a:cubicBezTo>
                  <a:lnTo>
                    <a:pt x="23028656" y="760984"/>
                  </a:lnTo>
                  <a:cubicBezTo>
                    <a:pt x="23028656" y="763778"/>
                    <a:pt x="23026370" y="766064"/>
                    <a:pt x="23023576" y="766064"/>
                  </a:cubicBezTo>
                  <a:lnTo>
                    <a:pt x="5080" y="766064"/>
                  </a:lnTo>
                  <a:cubicBezTo>
                    <a:pt x="2286" y="766064"/>
                    <a:pt x="0" y="763778"/>
                    <a:pt x="0" y="760984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760984"/>
                  </a:lnTo>
                  <a:lnTo>
                    <a:pt x="5080" y="760984"/>
                  </a:lnTo>
                  <a:lnTo>
                    <a:pt x="5080" y="755904"/>
                  </a:lnTo>
                  <a:lnTo>
                    <a:pt x="23023576" y="755904"/>
                  </a:lnTo>
                  <a:lnTo>
                    <a:pt x="23023576" y="760984"/>
                  </a:lnTo>
                  <a:lnTo>
                    <a:pt x="23018496" y="760984"/>
                  </a:lnTo>
                  <a:lnTo>
                    <a:pt x="23018496" y="5080"/>
                  </a:lnTo>
                  <a:lnTo>
                    <a:pt x="23023576" y="5080"/>
                  </a:lnTo>
                  <a:lnTo>
                    <a:pt x="23023576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BD5E0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720347" y="3023111"/>
            <a:ext cx="1265939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2E5D8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TC-36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037083" y="3023111"/>
            <a:ext cx="8087363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P</a:t>
            </a:r>
            <a:r>
              <a:rPr lang="en-US" sz="20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age Réorientation Mars</a:t>
            </a:r>
          </a:p>
          <a:p>
            <a:pPr algn="l">
              <a:lnSpc>
                <a:spcPts val="2400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0175243" y="3023111"/>
            <a:ext cx="247294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Navigation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698987" y="3023111"/>
            <a:ext cx="210718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Functi</a:t>
            </a: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onal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4827758" y="3013710"/>
            <a:ext cx="2695956" cy="574548"/>
            <a:chOff x="0" y="0"/>
            <a:chExt cx="3594608" cy="76606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5080" y="5080"/>
              <a:ext cx="3584448" cy="755904"/>
            </a:xfrm>
            <a:custGeom>
              <a:avLst/>
              <a:gdLst/>
              <a:ahLst/>
              <a:cxnLst/>
              <a:rect r="r" b="b" t="t" l="l"/>
              <a:pathLst>
                <a:path h="755904" w="3584448">
                  <a:moveTo>
                    <a:pt x="0" y="0"/>
                  </a:moveTo>
                  <a:lnTo>
                    <a:pt x="3584448" y="0"/>
                  </a:lnTo>
                  <a:lnTo>
                    <a:pt x="3584448" y="755904"/>
                  </a:lnTo>
                  <a:lnTo>
                    <a:pt x="0" y="755904"/>
                  </a:lnTo>
                  <a:close/>
                </a:path>
              </a:pathLst>
            </a:custGeom>
            <a:solidFill>
              <a:srgbClr val="E6FAF5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594608" cy="766064"/>
            </a:xfrm>
            <a:custGeom>
              <a:avLst/>
              <a:gdLst/>
              <a:ahLst/>
              <a:cxnLst/>
              <a:rect r="r" b="b" t="t" l="l"/>
              <a:pathLst>
                <a:path h="766064" w="3594608">
                  <a:moveTo>
                    <a:pt x="5080" y="0"/>
                  </a:moveTo>
                  <a:lnTo>
                    <a:pt x="3589528" y="0"/>
                  </a:lnTo>
                  <a:cubicBezTo>
                    <a:pt x="3592322" y="0"/>
                    <a:pt x="3594608" y="2286"/>
                    <a:pt x="3594608" y="5080"/>
                  </a:cubicBezTo>
                  <a:lnTo>
                    <a:pt x="3594608" y="760984"/>
                  </a:lnTo>
                  <a:cubicBezTo>
                    <a:pt x="3594608" y="763778"/>
                    <a:pt x="3592322" y="766064"/>
                    <a:pt x="3589528" y="766064"/>
                  </a:cubicBezTo>
                  <a:lnTo>
                    <a:pt x="5080" y="766064"/>
                  </a:lnTo>
                  <a:cubicBezTo>
                    <a:pt x="2286" y="766064"/>
                    <a:pt x="0" y="763778"/>
                    <a:pt x="0" y="760984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760984"/>
                  </a:lnTo>
                  <a:lnTo>
                    <a:pt x="5080" y="760984"/>
                  </a:lnTo>
                  <a:lnTo>
                    <a:pt x="5080" y="755904"/>
                  </a:lnTo>
                  <a:lnTo>
                    <a:pt x="3589528" y="755904"/>
                  </a:lnTo>
                  <a:lnTo>
                    <a:pt x="3589528" y="760984"/>
                  </a:lnTo>
                  <a:lnTo>
                    <a:pt x="3584448" y="760984"/>
                  </a:lnTo>
                  <a:lnTo>
                    <a:pt x="3584448" y="5080"/>
                  </a:lnTo>
                  <a:lnTo>
                    <a:pt x="3589528" y="5080"/>
                  </a:lnTo>
                  <a:lnTo>
                    <a:pt x="3589528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BD5E0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4856971" y="3023111"/>
            <a:ext cx="2637539" cy="49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02C39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PASS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508254" y="3598926"/>
            <a:ext cx="17271492" cy="574548"/>
            <a:chOff x="0" y="0"/>
            <a:chExt cx="23028656" cy="76606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5080" y="5080"/>
              <a:ext cx="23018496" cy="755904"/>
            </a:xfrm>
            <a:custGeom>
              <a:avLst/>
              <a:gdLst/>
              <a:ahLst/>
              <a:cxnLst/>
              <a:rect r="r" b="b" t="t" l="l"/>
              <a:pathLst>
                <a:path h="755904" w="23018496">
                  <a:moveTo>
                    <a:pt x="0" y="0"/>
                  </a:moveTo>
                  <a:lnTo>
                    <a:pt x="23018496" y="0"/>
                  </a:lnTo>
                  <a:lnTo>
                    <a:pt x="23018496" y="755904"/>
                  </a:lnTo>
                  <a:lnTo>
                    <a:pt x="0" y="755904"/>
                  </a:lnTo>
                  <a:close/>
                </a:path>
              </a:pathLst>
            </a:custGeom>
            <a:solidFill>
              <a:srgbClr val="EDF2F7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3028656" cy="766064"/>
            </a:xfrm>
            <a:custGeom>
              <a:avLst/>
              <a:gdLst/>
              <a:ahLst/>
              <a:cxnLst/>
              <a:rect r="r" b="b" t="t" l="l"/>
              <a:pathLst>
                <a:path h="766064" w="23028656">
                  <a:moveTo>
                    <a:pt x="5080" y="0"/>
                  </a:moveTo>
                  <a:lnTo>
                    <a:pt x="23023576" y="0"/>
                  </a:lnTo>
                  <a:cubicBezTo>
                    <a:pt x="23026370" y="0"/>
                    <a:pt x="23028656" y="2286"/>
                    <a:pt x="23028656" y="5080"/>
                  </a:cubicBezTo>
                  <a:lnTo>
                    <a:pt x="23028656" y="760984"/>
                  </a:lnTo>
                  <a:cubicBezTo>
                    <a:pt x="23028656" y="763778"/>
                    <a:pt x="23026370" y="766064"/>
                    <a:pt x="23023576" y="766064"/>
                  </a:cubicBezTo>
                  <a:lnTo>
                    <a:pt x="5080" y="766064"/>
                  </a:lnTo>
                  <a:cubicBezTo>
                    <a:pt x="2286" y="766064"/>
                    <a:pt x="0" y="763778"/>
                    <a:pt x="0" y="760984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760984"/>
                  </a:lnTo>
                  <a:lnTo>
                    <a:pt x="5080" y="760984"/>
                  </a:lnTo>
                  <a:lnTo>
                    <a:pt x="5080" y="755904"/>
                  </a:lnTo>
                  <a:lnTo>
                    <a:pt x="23023576" y="755904"/>
                  </a:lnTo>
                  <a:lnTo>
                    <a:pt x="23023576" y="760984"/>
                  </a:lnTo>
                  <a:lnTo>
                    <a:pt x="23018496" y="760984"/>
                  </a:lnTo>
                  <a:lnTo>
                    <a:pt x="23018496" y="5080"/>
                  </a:lnTo>
                  <a:lnTo>
                    <a:pt x="23023576" y="5080"/>
                  </a:lnTo>
                  <a:lnTo>
                    <a:pt x="23023576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BD5E0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720347" y="3608327"/>
            <a:ext cx="1265939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2E5D8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TC-37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037083" y="3608327"/>
            <a:ext cx="8087363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Spinner de chargement</a:t>
            </a:r>
            <a:r>
              <a:rPr lang="en-US" sz="20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 bloqué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175243" y="3608327"/>
            <a:ext cx="247294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UI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698987" y="3608327"/>
            <a:ext cx="210718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UI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4827758" y="3598926"/>
            <a:ext cx="2695956" cy="574548"/>
            <a:chOff x="0" y="0"/>
            <a:chExt cx="3594608" cy="76606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5080" y="5080"/>
              <a:ext cx="3584448" cy="755904"/>
            </a:xfrm>
            <a:custGeom>
              <a:avLst/>
              <a:gdLst/>
              <a:ahLst/>
              <a:cxnLst/>
              <a:rect r="r" b="b" t="t" l="l"/>
              <a:pathLst>
                <a:path h="755904" w="3584448">
                  <a:moveTo>
                    <a:pt x="0" y="0"/>
                  </a:moveTo>
                  <a:lnTo>
                    <a:pt x="3584448" y="0"/>
                  </a:lnTo>
                  <a:lnTo>
                    <a:pt x="3584448" y="755904"/>
                  </a:lnTo>
                  <a:lnTo>
                    <a:pt x="0" y="755904"/>
                  </a:lnTo>
                  <a:close/>
                </a:path>
              </a:pathLst>
            </a:custGeom>
            <a:solidFill>
              <a:srgbClr val="E6FAF5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94608" cy="766064"/>
            </a:xfrm>
            <a:custGeom>
              <a:avLst/>
              <a:gdLst/>
              <a:ahLst/>
              <a:cxnLst/>
              <a:rect r="r" b="b" t="t" l="l"/>
              <a:pathLst>
                <a:path h="766064" w="3594608">
                  <a:moveTo>
                    <a:pt x="5080" y="0"/>
                  </a:moveTo>
                  <a:lnTo>
                    <a:pt x="3589528" y="0"/>
                  </a:lnTo>
                  <a:cubicBezTo>
                    <a:pt x="3592322" y="0"/>
                    <a:pt x="3594608" y="2286"/>
                    <a:pt x="3594608" y="5080"/>
                  </a:cubicBezTo>
                  <a:lnTo>
                    <a:pt x="3594608" y="760984"/>
                  </a:lnTo>
                  <a:cubicBezTo>
                    <a:pt x="3594608" y="763778"/>
                    <a:pt x="3592322" y="766064"/>
                    <a:pt x="3589528" y="766064"/>
                  </a:cubicBezTo>
                  <a:lnTo>
                    <a:pt x="5080" y="766064"/>
                  </a:lnTo>
                  <a:cubicBezTo>
                    <a:pt x="2286" y="766064"/>
                    <a:pt x="0" y="763778"/>
                    <a:pt x="0" y="760984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760984"/>
                  </a:lnTo>
                  <a:lnTo>
                    <a:pt x="5080" y="760984"/>
                  </a:lnTo>
                  <a:lnTo>
                    <a:pt x="5080" y="755904"/>
                  </a:lnTo>
                  <a:lnTo>
                    <a:pt x="3589528" y="755904"/>
                  </a:lnTo>
                  <a:lnTo>
                    <a:pt x="3589528" y="760984"/>
                  </a:lnTo>
                  <a:lnTo>
                    <a:pt x="3584448" y="760984"/>
                  </a:lnTo>
                  <a:lnTo>
                    <a:pt x="3584448" y="5080"/>
                  </a:lnTo>
                  <a:lnTo>
                    <a:pt x="3589528" y="5080"/>
                  </a:lnTo>
                  <a:lnTo>
                    <a:pt x="3589528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BD5E0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4856971" y="3608327"/>
            <a:ext cx="2637539" cy="49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02C39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PASS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508254" y="4184142"/>
            <a:ext cx="17271492" cy="574548"/>
            <a:chOff x="0" y="0"/>
            <a:chExt cx="23028656" cy="76606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5080" y="5080"/>
              <a:ext cx="23018496" cy="755904"/>
            </a:xfrm>
            <a:custGeom>
              <a:avLst/>
              <a:gdLst/>
              <a:ahLst/>
              <a:cxnLst/>
              <a:rect r="r" b="b" t="t" l="l"/>
              <a:pathLst>
                <a:path h="755904" w="23018496">
                  <a:moveTo>
                    <a:pt x="0" y="0"/>
                  </a:moveTo>
                  <a:lnTo>
                    <a:pt x="23018496" y="0"/>
                  </a:lnTo>
                  <a:lnTo>
                    <a:pt x="23018496" y="755904"/>
                  </a:lnTo>
                  <a:lnTo>
                    <a:pt x="0" y="75590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3028656" cy="766064"/>
            </a:xfrm>
            <a:custGeom>
              <a:avLst/>
              <a:gdLst/>
              <a:ahLst/>
              <a:cxnLst/>
              <a:rect r="r" b="b" t="t" l="l"/>
              <a:pathLst>
                <a:path h="766064" w="23028656">
                  <a:moveTo>
                    <a:pt x="5080" y="0"/>
                  </a:moveTo>
                  <a:lnTo>
                    <a:pt x="23023576" y="0"/>
                  </a:lnTo>
                  <a:cubicBezTo>
                    <a:pt x="23026370" y="0"/>
                    <a:pt x="23028656" y="2286"/>
                    <a:pt x="23028656" y="5080"/>
                  </a:cubicBezTo>
                  <a:lnTo>
                    <a:pt x="23028656" y="760984"/>
                  </a:lnTo>
                  <a:cubicBezTo>
                    <a:pt x="23028656" y="763778"/>
                    <a:pt x="23026370" y="766064"/>
                    <a:pt x="23023576" y="766064"/>
                  </a:cubicBezTo>
                  <a:lnTo>
                    <a:pt x="5080" y="766064"/>
                  </a:lnTo>
                  <a:cubicBezTo>
                    <a:pt x="2286" y="766064"/>
                    <a:pt x="0" y="763778"/>
                    <a:pt x="0" y="760984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760984"/>
                  </a:lnTo>
                  <a:lnTo>
                    <a:pt x="5080" y="760984"/>
                  </a:lnTo>
                  <a:lnTo>
                    <a:pt x="5080" y="755904"/>
                  </a:lnTo>
                  <a:lnTo>
                    <a:pt x="23023576" y="755904"/>
                  </a:lnTo>
                  <a:lnTo>
                    <a:pt x="23023576" y="760984"/>
                  </a:lnTo>
                  <a:lnTo>
                    <a:pt x="23018496" y="760984"/>
                  </a:lnTo>
                  <a:lnTo>
                    <a:pt x="23018496" y="5080"/>
                  </a:lnTo>
                  <a:lnTo>
                    <a:pt x="23023576" y="5080"/>
                  </a:lnTo>
                  <a:lnTo>
                    <a:pt x="23023576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BD5E0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720347" y="4193543"/>
            <a:ext cx="1265939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2E5D8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TC-38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037083" y="4193543"/>
            <a:ext cx="8087363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T</a:t>
            </a:r>
            <a:r>
              <a:rPr lang="en-US" sz="20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itre de page vide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175243" y="4193543"/>
            <a:ext cx="247294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UI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698987" y="4193543"/>
            <a:ext cx="210718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UI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4827758" y="4184142"/>
            <a:ext cx="2695956" cy="574548"/>
            <a:chOff x="0" y="0"/>
            <a:chExt cx="3594608" cy="76606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5080" y="5080"/>
              <a:ext cx="3584448" cy="755904"/>
            </a:xfrm>
            <a:custGeom>
              <a:avLst/>
              <a:gdLst/>
              <a:ahLst/>
              <a:cxnLst/>
              <a:rect r="r" b="b" t="t" l="l"/>
              <a:pathLst>
                <a:path h="755904" w="3584448">
                  <a:moveTo>
                    <a:pt x="0" y="0"/>
                  </a:moveTo>
                  <a:lnTo>
                    <a:pt x="3584448" y="0"/>
                  </a:lnTo>
                  <a:lnTo>
                    <a:pt x="3584448" y="755904"/>
                  </a:lnTo>
                  <a:lnTo>
                    <a:pt x="0" y="755904"/>
                  </a:lnTo>
                  <a:close/>
                </a:path>
              </a:pathLst>
            </a:custGeom>
            <a:solidFill>
              <a:srgbClr val="E6FAF5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594608" cy="766064"/>
            </a:xfrm>
            <a:custGeom>
              <a:avLst/>
              <a:gdLst/>
              <a:ahLst/>
              <a:cxnLst/>
              <a:rect r="r" b="b" t="t" l="l"/>
              <a:pathLst>
                <a:path h="766064" w="3594608">
                  <a:moveTo>
                    <a:pt x="5080" y="0"/>
                  </a:moveTo>
                  <a:lnTo>
                    <a:pt x="3589528" y="0"/>
                  </a:lnTo>
                  <a:cubicBezTo>
                    <a:pt x="3592322" y="0"/>
                    <a:pt x="3594608" y="2286"/>
                    <a:pt x="3594608" y="5080"/>
                  </a:cubicBezTo>
                  <a:lnTo>
                    <a:pt x="3594608" y="760984"/>
                  </a:lnTo>
                  <a:cubicBezTo>
                    <a:pt x="3594608" y="763778"/>
                    <a:pt x="3592322" y="766064"/>
                    <a:pt x="3589528" y="766064"/>
                  </a:cubicBezTo>
                  <a:lnTo>
                    <a:pt x="5080" y="766064"/>
                  </a:lnTo>
                  <a:cubicBezTo>
                    <a:pt x="2286" y="766064"/>
                    <a:pt x="0" y="763778"/>
                    <a:pt x="0" y="760984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760984"/>
                  </a:lnTo>
                  <a:lnTo>
                    <a:pt x="5080" y="760984"/>
                  </a:lnTo>
                  <a:lnTo>
                    <a:pt x="5080" y="755904"/>
                  </a:lnTo>
                  <a:lnTo>
                    <a:pt x="3589528" y="755904"/>
                  </a:lnTo>
                  <a:lnTo>
                    <a:pt x="3589528" y="760984"/>
                  </a:lnTo>
                  <a:lnTo>
                    <a:pt x="3584448" y="760984"/>
                  </a:lnTo>
                  <a:lnTo>
                    <a:pt x="3584448" y="5080"/>
                  </a:lnTo>
                  <a:lnTo>
                    <a:pt x="3589528" y="5080"/>
                  </a:lnTo>
                  <a:lnTo>
                    <a:pt x="3589528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BD5E0"/>
            </a:solid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14886175" y="4262947"/>
            <a:ext cx="2637539" cy="49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02C39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PASS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071372" y="9801854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E5D8E"/>
                </a:solidFill>
                <a:latin typeface="Open Sans"/>
                <a:ea typeface="Open Sans"/>
                <a:cs typeface="Open Sans"/>
                <a:sym typeface="Open 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1C2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48640" y="721995"/>
            <a:ext cx="7315200" cy="7690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0"/>
              </a:lnSpc>
            </a:pPr>
            <a:r>
              <a:rPr lang="en-US" sz="24000" b="true">
                <a:solidFill>
                  <a:srgbClr val="28384A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04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12697" y="-12697"/>
            <a:ext cx="354587" cy="10312403"/>
            <a:chOff x="0" y="0"/>
            <a:chExt cx="472783" cy="1374987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6891" y="16891"/>
              <a:ext cx="43891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E05C5C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7269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3732890"/>
                  </a:lnTo>
                  <a:cubicBezTo>
                    <a:pt x="472694" y="13742290"/>
                    <a:pt x="465074" y="13749782"/>
                    <a:pt x="45580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455803" y="13716000"/>
                  </a:lnTo>
                  <a:lnTo>
                    <a:pt x="455803" y="13732890"/>
                  </a:lnTo>
                  <a:lnTo>
                    <a:pt x="438912" y="13732890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5C5C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05840" y="2550795"/>
            <a:ext cx="16459200" cy="2021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 b="true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Rapport de Bugs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5840" y="4688205"/>
            <a:ext cx="1463040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i="true">
                <a:solidFill>
                  <a:srgbClr val="E05C5C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10 </a:t>
            </a:r>
            <a:r>
              <a:rPr lang="en-US" sz="3000" i="true">
                <a:solidFill>
                  <a:srgbClr val="E05C5C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bugs détectés ·  Gravité &amp; Priorité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-12697" y="9588503"/>
            <a:ext cx="18313403" cy="711203"/>
            <a:chOff x="0" y="0"/>
            <a:chExt cx="24417871" cy="9482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4383999" cy="914400"/>
            </a:xfrm>
            <a:custGeom>
              <a:avLst/>
              <a:gdLst/>
              <a:ahLst/>
              <a:cxnLst/>
              <a:rect r="r" b="b" t="t" l="l"/>
              <a:pathLst>
                <a:path h="9144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131E29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417782" cy="948184"/>
            </a:xfrm>
            <a:custGeom>
              <a:avLst/>
              <a:gdLst/>
              <a:ahLst/>
              <a:cxnLst/>
              <a:rect r="r" b="b" t="t" l="l"/>
              <a:pathLst>
                <a:path h="94818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931291"/>
                  </a:lnTo>
                  <a:cubicBezTo>
                    <a:pt x="24417782" y="940689"/>
                    <a:pt x="24410163" y="948182"/>
                    <a:pt x="24400890" y="948182"/>
                  </a:cubicBezTo>
                  <a:lnTo>
                    <a:pt x="16891" y="948182"/>
                  </a:lnTo>
                  <a:cubicBezTo>
                    <a:pt x="7620" y="948309"/>
                    <a:pt x="0" y="940689"/>
                    <a:pt x="0" y="931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31291"/>
                  </a:lnTo>
                  <a:lnTo>
                    <a:pt x="16891" y="931291"/>
                  </a:lnTo>
                  <a:lnTo>
                    <a:pt x="16891" y="914400"/>
                  </a:lnTo>
                  <a:lnTo>
                    <a:pt x="24400890" y="914400"/>
                  </a:lnTo>
                  <a:lnTo>
                    <a:pt x="24400890" y="931291"/>
                  </a:lnTo>
                  <a:lnTo>
                    <a:pt x="24384000" y="931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31E29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05840" y="9599676"/>
            <a:ext cx="16459200" cy="623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Orientini.com  ·  Tests Selenium  ·  2025-2026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071372" y="9801854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E5D8E"/>
                </a:solidFill>
                <a:latin typeface="Open Sans"/>
                <a:ea typeface="Open Sans"/>
                <a:cs typeface="Open Sans"/>
                <a:sym typeface="Open San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183387"/>
            <a:chOff x="0" y="0"/>
            <a:chExt cx="24417871" cy="29111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877312"/>
            </a:xfrm>
            <a:custGeom>
              <a:avLst/>
              <a:gdLst/>
              <a:ahLst/>
              <a:cxnLst/>
              <a:rect r="r" b="b" t="t" l="l"/>
              <a:pathLst>
                <a:path h="287731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877312"/>
                  </a:lnTo>
                  <a:lnTo>
                    <a:pt x="0" y="2877312"/>
                  </a:lnTo>
                  <a:close/>
                </a:path>
              </a:pathLst>
            </a:custGeom>
            <a:solidFill>
              <a:srgbClr val="1C2B3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911094"/>
            </a:xfrm>
            <a:custGeom>
              <a:avLst/>
              <a:gdLst/>
              <a:ahLst/>
              <a:cxnLst/>
              <a:rect r="r" b="b" t="t" l="l"/>
              <a:pathLst>
                <a:path h="291109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894203"/>
                  </a:lnTo>
                  <a:cubicBezTo>
                    <a:pt x="24417782" y="2903601"/>
                    <a:pt x="24410163" y="2911094"/>
                    <a:pt x="24400890" y="2911094"/>
                  </a:cubicBezTo>
                  <a:lnTo>
                    <a:pt x="16891" y="2911094"/>
                  </a:lnTo>
                  <a:cubicBezTo>
                    <a:pt x="7493" y="2911094"/>
                    <a:pt x="0" y="2903474"/>
                    <a:pt x="0" y="28942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94203"/>
                  </a:lnTo>
                  <a:lnTo>
                    <a:pt x="16891" y="2894203"/>
                  </a:lnTo>
                  <a:lnTo>
                    <a:pt x="16891" y="2877312"/>
                  </a:lnTo>
                  <a:lnTo>
                    <a:pt x="24400890" y="2877312"/>
                  </a:lnTo>
                  <a:lnTo>
                    <a:pt x="24400890" y="2894203"/>
                  </a:lnTo>
                  <a:lnTo>
                    <a:pt x="24384000" y="289420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B3A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731520" y="173355"/>
            <a:ext cx="16824960" cy="1143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200" b="true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Tableau de Bord des Bugs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31520" y="1278636"/>
            <a:ext cx="1682496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i="true">
                <a:solidFill>
                  <a:srgbClr val="02809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10 bugs détectés lors des tests automatisés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99367" y="2218439"/>
            <a:ext cx="17289275" cy="756923"/>
            <a:chOff x="0" y="0"/>
            <a:chExt cx="23052367" cy="100923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6891" y="16891"/>
              <a:ext cx="23018497" cy="975360"/>
            </a:xfrm>
            <a:custGeom>
              <a:avLst/>
              <a:gdLst/>
              <a:ahLst/>
              <a:cxnLst/>
              <a:rect r="r" b="b" t="t" l="l"/>
              <a:pathLst>
                <a:path h="975360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1C2B3A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052278" cy="1009144"/>
            </a:xfrm>
            <a:custGeom>
              <a:avLst/>
              <a:gdLst/>
              <a:ahLst/>
              <a:cxnLst/>
              <a:rect r="r" b="b" t="t" l="l"/>
              <a:pathLst>
                <a:path h="1009144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992251"/>
                  </a:lnTo>
                  <a:cubicBezTo>
                    <a:pt x="23052278" y="1001649"/>
                    <a:pt x="23044658" y="1009142"/>
                    <a:pt x="23035388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23035388" y="975360"/>
                  </a:lnTo>
                  <a:lnTo>
                    <a:pt x="23035388" y="992251"/>
                  </a:lnTo>
                  <a:lnTo>
                    <a:pt x="23018497" y="992251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B3A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20347" y="2245490"/>
            <a:ext cx="1083059" cy="655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54203" y="2245490"/>
            <a:ext cx="6990083" cy="655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Titre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895083" y="2245490"/>
            <a:ext cx="2418083" cy="655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Module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363963" y="2245490"/>
            <a:ext cx="2546099" cy="655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Gravité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960859" y="2245490"/>
            <a:ext cx="1997459" cy="655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Priorité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009115" y="2245490"/>
            <a:ext cx="1924307" cy="655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TC lié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508254" y="3013710"/>
            <a:ext cx="17271492" cy="958596"/>
            <a:chOff x="0" y="0"/>
            <a:chExt cx="23028656" cy="127812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5080" y="5080"/>
              <a:ext cx="23018496" cy="1267968"/>
            </a:xfrm>
            <a:custGeom>
              <a:avLst/>
              <a:gdLst/>
              <a:ahLst/>
              <a:cxnLst/>
              <a:rect r="r" b="b" t="t" l="l"/>
              <a:pathLst>
                <a:path h="1267968" w="23018496">
                  <a:moveTo>
                    <a:pt x="0" y="0"/>
                  </a:moveTo>
                  <a:lnTo>
                    <a:pt x="23018496" y="0"/>
                  </a:lnTo>
                  <a:lnTo>
                    <a:pt x="23018496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3028656" cy="1278128"/>
            </a:xfrm>
            <a:custGeom>
              <a:avLst/>
              <a:gdLst/>
              <a:ahLst/>
              <a:cxnLst/>
              <a:rect r="r" b="b" t="t" l="l"/>
              <a:pathLst>
                <a:path h="1278128" w="23028656">
                  <a:moveTo>
                    <a:pt x="5080" y="0"/>
                  </a:moveTo>
                  <a:lnTo>
                    <a:pt x="23023576" y="0"/>
                  </a:lnTo>
                  <a:cubicBezTo>
                    <a:pt x="23026370" y="0"/>
                    <a:pt x="23028656" y="2286"/>
                    <a:pt x="23028656" y="5080"/>
                  </a:cubicBezTo>
                  <a:lnTo>
                    <a:pt x="23028656" y="1273048"/>
                  </a:lnTo>
                  <a:cubicBezTo>
                    <a:pt x="23028656" y="1275842"/>
                    <a:pt x="23026370" y="1278128"/>
                    <a:pt x="23023576" y="1278128"/>
                  </a:cubicBezTo>
                  <a:lnTo>
                    <a:pt x="5080" y="1278128"/>
                  </a:lnTo>
                  <a:cubicBezTo>
                    <a:pt x="2286" y="1278128"/>
                    <a:pt x="0" y="1275842"/>
                    <a:pt x="0" y="1273048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1273048"/>
                  </a:lnTo>
                  <a:lnTo>
                    <a:pt x="5080" y="1273048"/>
                  </a:lnTo>
                  <a:lnTo>
                    <a:pt x="5080" y="1267968"/>
                  </a:lnTo>
                  <a:lnTo>
                    <a:pt x="23023576" y="1267968"/>
                  </a:lnTo>
                  <a:lnTo>
                    <a:pt x="23023576" y="1273048"/>
                  </a:lnTo>
                  <a:lnTo>
                    <a:pt x="23018496" y="1273048"/>
                  </a:lnTo>
                  <a:lnTo>
                    <a:pt x="23018496" y="5080"/>
                  </a:lnTo>
                  <a:lnTo>
                    <a:pt x="23023576" y="5080"/>
                  </a:lnTo>
                  <a:lnTo>
                    <a:pt x="23023576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BD5E0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720347" y="3105026"/>
            <a:ext cx="1083059" cy="691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2E5D8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B-01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54203" y="3105026"/>
            <a:ext cx="6990083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Tr</a:t>
            </a:r>
            <a:r>
              <a:rPr lang="en-US" sz="21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aduction de la page (FR/AR)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8895083" y="3114551"/>
            <a:ext cx="2418083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Navigation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1435591" y="3205991"/>
            <a:ext cx="2311403" cy="537467"/>
            <a:chOff x="0" y="0"/>
            <a:chExt cx="3081871" cy="71662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6891" y="16891"/>
              <a:ext cx="3048127" cy="682752"/>
            </a:xfrm>
            <a:custGeom>
              <a:avLst/>
              <a:gdLst/>
              <a:ahLst/>
              <a:cxnLst/>
              <a:rect r="r" b="b" t="t" l="l"/>
              <a:pathLst>
                <a:path h="682752" w="3048127">
                  <a:moveTo>
                    <a:pt x="0" y="121920"/>
                  </a:moveTo>
                  <a:cubicBezTo>
                    <a:pt x="0" y="54610"/>
                    <a:pt x="56642" y="0"/>
                    <a:pt x="126619" y="0"/>
                  </a:cubicBezTo>
                  <a:lnTo>
                    <a:pt x="2921508" y="0"/>
                  </a:lnTo>
                  <a:cubicBezTo>
                    <a:pt x="2991358" y="0"/>
                    <a:pt x="3048127" y="54610"/>
                    <a:pt x="3048127" y="121920"/>
                  </a:cubicBezTo>
                  <a:lnTo>
                    <a:pt x="3048127" y="560832"/>
                  </a:lnTo>
                  <a:cubicBezTo>
                    <a:pt x="3048127" y="628142"/>
                    <a:pt x="2991485" y="682752"/>
                    <a:pt x="2921508" y="682752"/>
                  </a:cubicBezTo>
                  <a:lnTo>
                    <a:pt x="126619" y="682752"/>
                  </a:lnTo>
                  <a:cubicBezTo>
                    <a:pt x="56769" y="682752"/>
                    <a:pt x="0" y="628142"/>
                    <a:pt x="0" y="560832"/>
                  </a:cubicBezTo>
                  <a:close/>
                </a:path>
              </a:pathLst>
            </a:custGeom>
            <a:solidFill>
              <a:srgbClr val="E05C5C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081909" cy="716534"/>
            </a:xfrm>
            <a:custGeom>
              <a:avLst/>
              <a:gdLst/>
              <a:ahLst/>
              <a:cxnLst/>
              <a:rect r="r" b="b" t="t" l="l"/>
              <a:pathLst>
                <a:path h="716534" w="3081909">
                  <a:moveTo>
                    <a:pt x="0" y="138811"/>
                  </a:moveTo>
                  <a:cubicBezTo>
                    <a:pt x="0" y="61595"/>
                    <a:pt x="64897" y="0"/>
                    <a:pt x="143510" y="0"/>
                  </a:cubicBezTo>
                  <a:lnTo>
                    <a:pt x="2938399" y="0"/>
                  </a:lnTo>
                  <a:lnTo>
                    <a:pt x="2938399" y="16891"/>
                  </a:lnTo>
                  <a:lnTo>
                    <a:pt x="2938399" y="0"/>
                  </a:lnTo>
                  <a:cubicBezTo>
                    <a:pt x="3017012" y="0"/>
                    <a:pt x="3081909" y="61595"/>
                    <a:pt x="3081909" y="138811"/>
                  </a:cubicBezTo>
                  <a:lnTo>
                    <a:pt x="3065018" y="138811"/>
                  </a:lnTo>
                  <a:lnTo>
                    <a:pt x="3081909" y="138811"/>
                  </a:lnTo>
                  <a:lnTo>
                    <a:pt x="3081909" y="577723"/>
                  </a:lnTo>
                  <a:lnTo>
                    <a:pt x="3065018" y="577723"/>
                  </a:lnTo>
                  <a:lnTo>
                    <a:pt x="3081909" y="577723"/>
                  </a:lnTo>
                  <a:cubicBezTo>
                    <a:pt x="3081909" y="654939"/>
                    <a:pt x="3017012" y="716534"/>
                    <a:pt x="2938399" y="716534"/>
                  </a:cubicBezTo>
                  <a:lnTo>
                    <a:pt x="2938399" y="699643"/>
                  </a:lnTo>
                  <a:lnTo>
                    <a:pt x="2938399" y="716534"/>
                  </a:lnTo>
                  <a:lnTo>
                    <a:pt x="143510" y="716534"/>
                  </a:lnTo>
                  <a:lnTo>
                    <a:pt x="143510" y="699643"/>
                  </a:lnTo>
                  <a:lnTo>
                    <a:pt x="143510" y="716534"/>
                  </a:lnTo>
                  <a:cubicBezTo>
                    <a:pt x="64897" y="716661"/>
                    <a:pt x="0" y="655066"/>
                    <a:pt x="0" y="577723"/>
                  </a:cubicBezTo>
                  <a:lnTo>
                    <a:pt x="0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lnTo>
                    <a:pt x="33909" y="577723"/>
                  </a:lnTo>
                  <a:lnTo>
                    <a:pt x="16891" y="577723"/>
                  </a:lnTo>
                  <a:lnTo>
                    <a:pt x="33909" y="577723"/>
                  </a:lnTo>
                  <a:cubicBezTo>
                    <a:pt x="33909" y="635127"/>
                    <a:pt x="82423" y="682752"/>
                    <a:pt x="143510" y="682752"/>
                  </a:cubicBezTo>
                  <a:lnTo>
                    <a:pt x="2938399" y="682752"/>
                  </a:lnTo>
                  <a:cubicBezTo>
                    <a:pt x="2999486" y="682752"/>
                    <a:pt x="3048000" y="635127"/>
                    <a:pt x="3048000" y="577723"/>
                  </a:cubicBezTo>
                  <a:lnTo>
                    <a:pt x="3048000" y="138811"/>
                  </a:lnTo>
                  <a:cubicBezTo>
                    <a:pt x="3048000" y="81407"/>
                    <a:pt x="2999486" y="33782"/>
                    <a:pt x="2938399" y="33782"/>
                  </a:cubicBezTo>
                  <a:lnTo>
                    <a:pt x="143510" y="33782"/>
                  </a:lnTo>
                  <a:lnTo>
                    <a:pt x="143510" y="16891"/>
                  </a:lnTo>
                  <a:lnTo>
                    <a:pt x="143510" y="33909"/>
                  </a:lnTo>
                  <a:cubicBezTo>
                    <a:pt x="82423" y="33909"/>
                    <a:pt x="33909" y="81534"/>
                    <a:pt x="33909" y="138938"/>
                  </a:cubicBezTo>
                  <a:close/>
                </a:path>
              </a:pathLst>
            </a:custGeom>
            <a:solidFill>
              <a:srgbClr val="E05C5C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1448288" y="3218688"/>
            <a:ext cx="2286000" cy="512064"/>
            <a:chOff x="0" y="0"/>
            <a:chExt cx="3048000" cy="68275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048000" cy="682752"/>
            </a:xfrm>
            <a:custGeom>
              <a:avLst/>
              <a:gdLst/>
              <a:ahLst/>
              <a:cxnLst/>
              <a:rect r="r" b="b" t="t" l="l"/>
              <a:pathLst>
                <a:path h="682752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86" r="0" b="-36986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3048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Critique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3960859" y="3105026"/>
            <a:ext cx="1997459" cy="691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b="true">
                <a:solidFill>
                  <a:srgbClr val="E05C5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P1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009115" y="3114551"/>
            <a:ext cx="192430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TC-03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508254" y="4001262"/>
            <a:ext cx="17271492" cy="958596"/>
            <a:chOff x="0" y="0"/>
            <a:chExt cx="23028656" cy="127812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5080" y="5080"/>
              <a:ext cx="23018496" cy="1267968"/>
            </a:xfrm>
            <a:custGeom>
              <a:avLst/>
              <a:gdLst/>
              <a:ahLst/>
              <a:cxnLst/>
              <a:rect r="r" b="b" t="t" l="l"/>
              <a:pathLst>
                <a:path h="1267968" w="23018496">
                  <a:moveTo>
                    <a:pt x="0" y="0"/>
                  </a:moveTo>
                  <a:lnTo>
                    <a:pt x="23018496" y="0"/>
                  </a:lnTo>
                  <a:lnTo>
                    <a:pt x="23018496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EDF2F7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3028656" cy="1278128"/>
            </a:xfrm>
            <a:custGeom>
              <a:avLst/>
              <a:gdLst/>
              <a:ahLst/>
              <a:cxnLst/>
              <a:rect r="r" b="b" t="t" l="l"/>
              <a:pathLst>
                <a:path h="1278128" w="23028656">
                  <a:moveTo>
                    <a:pt x="5080" y="0"/>
                  </a:moveTo>
                  <a:lnTo>
                    <a:pt x="23023576" y="0"/>
                  </a:lnTo>
                  <a:cubicBezTo>
                    <a:pt x="23026370" y="0"/>
                    <a:pt x="23028656" y="2286"/>
                    <a:pt x="23028656" y="5080"/>
                  </a:cubicBezTo>
                  <a:lnTo>
                    <a:pt x="23028656" y="1273048"/>
                  </a:lnTo>
                  <a:cubicBezTo>
                    <a:pt x="23028656" y="1275842"/>
                    <a:pt x="23026370" y="1278128"/>
                    <a:pt x="23023576" y="1278128"/>
                  </a:cubicBezTo>
                  <a:lnTo>
                    <a:pt x="5080" y="1278128"/>
                  </a:lnTo>
                  <a:cubicBezTo>
                    <a:pt x="2286" y="1278128"/>
                    <a:pt x="0" y="1275842"/>
                    <a:pt x="0" y="1273048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1273048"/>
                  </a:lnTo>
                  <a:lnTo>
                    <a:pt x="5080" y="1273048"/>
                  </a:lnTo>
                  <a:lnTo>
                    <a:pt x="5080" y="1267968"/>
                  </a:lnTo>
                  <a:lnTo>
                    <a:pt x="23023576" y="1267968"/>
                  </a:lnTo>
                  <a:lnTo>
                    <a:pt x="23023576" y="1273048"/>
                  </a:lnTo>
                  <a:lnTo>
                    <a:pt x="23018496" y="1273048"/>
                  </a:lnTo>
                  <a:lnTo>
                    <a:pt x="23018496" y="5080"/>
                  </a:lnTo>
                  <a:lnTo>
                    <a:pt x="23023576" y="5080"/>
                  </a:lnTo>
                  <a:lnTo>
                    <a:pt x="23023576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BD5E0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720347" y="4092578"/>
            <a:ext cx="1083059" cy="691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2E5D8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B-02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854203" y="4092578"/>
            <a:ext cx="6990083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URL f</a:t>
            </a:r>
            <a:r>
              <a:rPr lang="en-US" sz="21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rançaise en session vierge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8895083" y="4102103"/>
            <a:ext cx="2418083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Navigation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1435591" y="4193543"/>
            <a:ext cx="2311403" cy="537467"/>
            <a:chOff x="0" y="0"/>
            <a:chExt cx="3081871" cy="71662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16891" y="16891"/>
              <a:ext cx="3048127" cy="682752"/>
            </a:xfrm>
            <a:custGeom>
              <a:avLst/>
              <a:gdLst/>
              <a:ahLst/>
              <a:cxnLst/>
              <a:rect r="r" b="b" t="t" l="l"/>
              <a:pathLst>
                <a:path h="682752" w="3048127">
                  <a:moveTo>
                    <a:pt x="0" y="121920"/>
                  </a:moveTo>
                  <a:cubicBezTo>
                    <a:pt x="0" y="54610"/>
                    <a:pt x="56642" y="0"/>
                    <a:pt x="126619" y="0"/>
                  </a:cubicBezTo>
                  <a:lnTo>
                    <a:pt x="2921508" y="0"/>
                  </a:lnTo>
                  <a:cubicBezTo>
                    <a:pt x="2991358" y="0"/>
                    <a:pt x="3048127" y="54610"/>
                    <a:pt x="3048127" y="121920"/>
                  </a:cubicBezTo>
                  <a:lnTo>
                    <a:pt x="3048127" y="560832"/>
                  </a:lnTo>
                  <a:cubicBezTo>
                    <a:pt x="3048127" y="628142"/>
                    <a:pt x="2991485" y="682752"/>
                    <a:pt x="2921508" y="682752"/>
                  </a:cubicBezTo>
                  <a:lnTo>
                    <a:pt x="126619" y="682752"/>
                  </a:lnTo>
                  <a:cubicBezTo>
                    <a:pt x="56769" y="682752"/>
                    <a:pt x="0" y="628142"/>
                    <a:pt x="0" y="560832"/>
                  </a:cubicBezTo>
                  <a:close/>
                </a:path>
              </a:pathLst>
            </a:custGeom>
            <a:solidFill>
              <a:srgbClr val="F4A623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081909" cy="716534"/>
            </a:xfrm>
            <a:custGeom>
              <a:avLst/>
              <a:gdLst/>
              <a:ahLst/>
              <a:cxnLst/>
              <a:rect r="r" b="b" t="t" l="l"/>
              <a:pathLst>
                <a:path h="716534" w="3081909">
                  <a:moveTo>
                    <a:pt x="0" y="138811"/>
                  </a:moveTo>
                  <a:cubicBezTo>
                    <a:pt x="0" y="61595"/>
                    <a:pt x="64897" y="0"/>
                    <a:pt x="143510" y="0"/>
                  </a:cubicBezTo>
                  <a:lnTo>
                    <a:pt x="2938399" y="0"/>
                  </a:lnTo>
                  <a:lnTo>
                    <a:pt x="2938399" y="16891"/>
                  </a:lnTo>
                  <a:lnTo>
                    <a:pt x="2938399" y="0"/>
                  </a:lnTo>
                  <a:cubicBezTo>
                    <a:pt x="3017012" y="0"/>
                    <a:pt x="3081909" y="61595"/>
                    <a:pt x="3081909" y="138811"/>
                  </a:cubicBezTo>
                  <a:lnTo>
                    <a:pt x="3065018" y="138811"/>
                  </a:lnTo>
                  <a:lnTo>
                    <a:pt x="3081909" y="138811"/>
                  </a:lnTo>
                  <a:lnTo>
                    <a:pt x="3081909" y="577723"/>
                  </a:lnTo>
                  <a:lnTo>
                    <a:pt x="3065018" y="577723"/>
                  </a:lnTo>
                  <a:lnTo>
                    <a:pt x="3081909" y="577723"/>
                  </a:lnTo>
                  <a:cubicBezTo>
                    <a:pt x="3081909" y="654939"/>
                    <a:pt x="3017012" y="716534"/>
                    <a:pt x="2938399" y="716534"/>
                  </a:cubicBezTo>
                  <a:lnTo>
                    <a:pt x="2938399" y="699643"/>
                  </a:lnTo>
                  <a:lnTo>
                    <a:pt x="2938399" y="716534"/>
                  </a:lnTo>
                  <a:lnTo>
                    <a:pt x="143510" y="716534"/>
                  </a:lnTo>
                  <a:lnTo>
                    <a:pt x="143510" y="699643"/>
                  </a:lnTo>
                  <a:lnTo>
                    <a:pt x="143510" y="716534"/>
                  </a:lnTo>
                  <a:cubicBezTo>
                    <a:pt x="64897" y="716661"/>
                    <a:pt x="0" y="655066"/>
                    <a:pt x="0" y="577723"/>
                  </a:cubicBezTo>
                  <a:lnTo>
                    <a:pt x="0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lnTo>
                    <a:pt x="33909" y="577723"/>
                  </a:lnTo>
                  <a:lnTo>
                    <a:pt x="16891" y="577723"/>
                  </a:lnTo>
                  <a:lnTo>
                    <a:pt x="33909" y="577723"/>
                  </a:lnTo>
                  <a:cubicBezTo>
                    <a:pt x="33909" y="635127"/>
                    <a:pt x="82423" y="682752"/>
                    <a:pt x="143510" y="682752"/>
                  </a:cubicBezTo>
                  <a:lnTo>
                    <a:pt x="2938399" y="682752"/>
                  </a:lnTo>
                  <a:cubicBezTo>
                    <a:pt x="2999486" y="682752"/>
                    <a:pt x="3048000" y="635127"/>
                    <a:pt x="3048000" y="577723"/>
                  </a:cubicBezTo>
                  <a:lnTo>
                    <a:pt x="3048000" y="138811"/>
                  </a:lnTo>
                  <a:cubicBezTo>
                    <a:pt x="3048000" y="81407"/>
                    <a:pt x="2999486" y="33782"/>
                    <a:pt x="2938399" y="33782"/>
                  </a:cubicBezTo>
                  <a:lnTo>
                    <a:pt x="143510" y="33782"/>
                  </a:lnTo>
                  <a:lnTo>
                    <a:pt x="143510" y="16891"/>
                  </a:lnTo>
                  <a:lnTo>
                    <a:pt x="143510" y="33909"/>
                  </a:lnTo>
                  <a:cubicBezTo>
                    <a:pt x="82423" y="33909"/>
                    <a:pt x="33909" y="81534"/>
                    <a:pt x="33909" y="138938"/>
                  </a:cubicBezTo>
                  <a:close/>
                </a:path>
              </a:pathLst>
            </a:custGeom>
            <a:solidFill>
              <a:srgbClr val="F4A623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1448288" y="4206240"/>
            <a:ext cx="2286000" cy="512064"/>
            <a:chOff x="0" y="0"/>
            <a:chExt cx="3048000" cy="68275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048000" cy="682752"/>
            </a:xfrm>
            <a:custGeom>
              <a:avLst/>
              <a:gdLst/>
              <a:ahLst/>
              <a:cxnLst/>
              <a:rect r="r" b="b" t="t" l="l"/>
              <a:pathLst>
                <a:path h="682752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86" r="0" b="-36986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3048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Majeure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3960859" y="4092578"/>
            <a:ext cx="1997459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b="true">
                <a:solidFill>
                  <a:srgbClr val="F4A6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P2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6009115" y="4102103"/>
            <a:ext cx="192430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TC-35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508254" y="4988814"/>
            <a:ext cx="17271492" cy="958596"/>
            <a:chOff x="0" y="0"/>
            <a:chExt cx="23028656" cy="127812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5080" y="5080"/>
              <a:ext cx="23018496" cy="1267968"/>
            </a:xfrm>
            <a:custGeom>
              <a:avLst/>
              <a:gdLst/>
              <a:ahLst/>
              <a:cxnLst/>
              <a:rect r="r" b="b" t="t" l="l"/>
              <a:pathLst>
                <a:path h="1267968" w="23018496">
                  <a:moveTo>
                    <a:pt x="0" y="0"/>
                  </a:moveTo>
                  <a:lnTo>
                    <a:pt x="23018496" y="0"/>
                  </a:lnTo>
                  <a:lnTo>
                    <a:pt x="23018496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3028656" cy="1278128"/>
            </a:xfrm>
            <a:custGeom>
              <a:avLst/>
              <a:gdLst/>
              <a:ahLst/>
              <a:cxnLst/>
              <a:rect r="r" b="b" t="t" l="l"/>
              <a:pathLst>
                <a:path h="1278128" w="23028656">
                  <a:moveTo>
                    <a:pt x="5080" y="0"/>
                  </a:moveTo>
                  <a:lnTo>
                    <a:pt x="23023576" y="0"/>
                  </a:lnTo>
                  <a:cubicBezTo>
                    <a:pt x="23026370" y="0"/>
                    <a:pt x="23028656" y="2286"/>
                    <a:pt x="23028656" y="5080"/>
                  </a:cubicBezTo>
                  <a:lnTo>
                    <a:pt x="23028656" y="1273048"/>
                  </a:lnTo>
                  <a:cubicBezTo>
                    <a:pt x="23028656" y="1275842"/>
                    <a:pt x="23026370" y="1278128"/>
                    <a:pt x="23023576" y="1278128"/>
                  </a:cubicBezTo>
                  <a:lnTo>
                    <a:pt x="5080" y="1278128"/>
                  </a:lnTo>
                  <a:cubicBezTo>
                    <a:pt x="2286" y="1278128"/>
                    <a:pt x="0" y="1275842"/>
                    <a:pt x="0" y="1273048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1273048"/>
                  </a:lnTo>
                  <a:lnTo>
                    <a:pt x="5080" y="1273048"/>
                  </a:lnTo>
                  <a:lnTo>
                    <a:pt x="5080" y="1267968"/>
                  </a:lnTo>
                  <a:lnTo>
                    <a:pt x="23023576" y="1267968"/>
                  </a:lnTo>
                  <a:lnTo>
                    <a:pt x="23023576" y="1273048"/>
                  </a:lnTo>
                  <a:lnTo>
                    <a:pt x="23018496" y="1273048"/>
                  </a:lnTo>
                  <a:lnTo>
                    <a:pt x="23018496" y="5080"/>
                  </a:lnTo>
                  <a:lnTo>
                    <a:pt x="23023576" y="5080"/>
                  </a:lnTo>
                  <a:lnTo>
                    <a:pt x="23023576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BD5E0"/>
            </a:solidFill>
          </p:spPr>
        </p:sp>
      </p:grpSp>
      <p:sp>
        <p:nvSpPr>
          <p:cNvPr name="TextBox 47" id="47"/>
          <p:cNvSpPr txBox="true"/>
          <p:nvPr/>
        </p:nvSpPr>
        <p:spPr>
          <a:xfrm rot="0">
            <a:off x="720347" y="5080130"/>
            <a:ext cx="1083059" cy="691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2E5D8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B-03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854203" y="5080130"/>
            <a:ext cx="6990083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Li</a:t>
            </a:r>
            <a:r>
              <a:rPr lang="en-US" sz="21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ens en double dans le menu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49" id="49"/>
          <p:cNvSpPr txBox="true"/>
          <p:nvPr/>
        </p:nvSpPr>
        <p:spPr>
          <a:xfrm rot="0">
            <a:off x="8895083" y="5089655"/>
            <a:ext cx="2418083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Navigation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1435591" y="5181095"/>
            <a:ext cx="2311403" cy="537467"/>
            <a:chOff x="0" y="0"/>
            <a:chExt cx="3081871" cy="716623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3048127" cy="682752"/>
            </a:xfrm>
            <a:custGeom>
              <a:avLst/>
              <a:gdLst/>
              <a:ahLst/>
              <a:cxnLst/>
              <a:rect r="r" b="b" t="t" l="l"/>
              <a:pathLst>
                <a:path h="682752" w="3048127">
                  <a:moveTo>
                    <a:pt x="0" y="121920"/>
                  </a:moveTo>
                  <a:cubicBezTo>
                    <a:pt x="0" y="54610"/>
                    <a:pt x="56642" y="0"/>
                    <a:pt x="126619" y="0"/>
                  </a:cubicBezTo>
                  <a:lnTo>
                    <a:pt x="2921508" y="0"/>
                  </a:lnTo>
                  <a:cubicBezTo>
                    <a:pt x="2991358" y="0"/>
                    <a:pt x="3048127" y="54610"/>
                    <a:pt x="3048127" y="121920"/>
                  </a:cubicBezTo>
                  <a:lnTo>
                    <a:pt x="3048127" y="560832"/>
                  </a:lnTo>
                  <a:cubicBezTo>
                    <a:pt x="3048127" y="628142"/>
                    <a:pt x="2991485" y="682752"/>
                    <a:pt x="2921508" y="682752"/>
                  </a:cubicBezTo>
                  <a:lnTo>
                    <a:pt x="126619" y="682752"/>
                  </a:lnTo>
                  <a:cubicBezTo>
                    <a:pt x="56769" y="682752"/>
                    <a:pt x="0" y="628142"/>
                    <a:pt x="0" y="560832"/>
                  </a:cubicBezTo>
                  <a:close/>
                </a:path>
              </a:pathLst>
            </a:custGeom>
            <a:solidFill>
              <a:srgbClr val="718096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081909" cy="716534"/>
            </a:xfrm>
            <a:custGeom>
              <a:avLst/>
              <a:gdLst/>
              <a:ahLst/>
              <a:cxnLst/>
              <a:rect r="r" b="b" t="t" l="l"/>
              <a:pathLst>
                <a:path h="716534" w="3081909">
                  <a:moveTo>
                    <a:pt x="0" y="138811"/>
                  </a:moveTo>
                  <a:cubicBezTo>
                    <a:pt x="0" y="61595"/>
                    <a:pt x="64897" y="0"/>
                    <a:pt x="143510" y="0"/>
                  </a:cubicBezTo>
                  <a:lnTo>
                    <a:pt x="2938399" y="0"/>
                  </a:lnTo>
                  <a:lnTo>
                    <a:pt x="2938399" y="16891"/>
                  </a:lnTo>
                  <a:lnTo>
                    <a:pt x="2938399" y="0"/>
                  </a:lnTo>
                  <a:cubicBezTo>
                    <a:pt x="3017012" y="0"/>
                    <a:pt x="3081909" y="61595"/>
                    <a:pt x="3081909" y="138811"/>
                  </a:cubicBezTo>
                  <a:lnTo>
                    <a:pt x="3065018" y="138811"/>
                  </a:lnTo>
                  <a:lnTo>
                    <a:pt x="3081909" y="138811"/>
                  </a:lnTo>
                  <a:lnTo>
                    <a:pt x="3081909" y="577723"/>
                  </a:lnTo>
                  <a:lnTo>
                    <a:pt x="3065018" y="577723"/>
                  </a:lnTo>
                  <a:lnTo>
                    <a:pt x="3081909" y="577723"/>
                  </a:lnTo>
                  <a:cubicBezTo>
                    <a:pt x="3081909" y="654939"/>
                    <a:pt x="3017012" y="716534"/>
                    <a:pt x="2938399" y="716534"/>
                  </a:cubicBezTo>
                  <a:lnTo>
                    <a:pt x="2938399" y="699643"/>
                  </a:lnTo>
                  <a:lnTo>
                    <a:pt x="2938399" y="716534"/>
                  </a:lnTo>
                  <a:lnTo>
                    <a:pt x="143510" y="716534"/>
                  </a:lnTo>
                  <a:lnTo>
                    <a:pt x="143510" y="699643"/>
                  </a:lnTo>
                  <a:lnTo>
                    <a:pt x="143510" y="716534"/>
                  </a:lnTo>
                  <a:cubicBezTo>
                    <a:pt x="64897" y="716661"/>
                    <a:pt x="0" y="655066"/>
                    <a:pt x="0" y="577723"/>
                  </a:cubicBezTo>
                  <a:lnTo>
                    <a:pt x="0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lnTo>
                    <a:pt x="33909" y="577723"/>
                  </a:lnTo>
                  <a:lnTo>
                    <a:pt x="16891" y="577723"/>
                  </a:lnTo>
                  <a:lnTo>
                    <a:pt x="33909" y="577723"/>
                  </a:lnTo>
                  <a:cubicBezTo>
                    <a:pt x="33909" y="635127"/>
                    <a:pt x="82423" y="682752"/>
                    <a:pt x="143510" y="682752"/>
                  </a:cubicBezTo>
                  <a:lnTo>
                    <a:pt x="2938399" y="682752"/>
                  </a:lnTo>
                  <a:cubicBezTo>
                    <a:pt x="2999486" y="682752"/>
                    <a:pt x="3048000" y="635127"/>
                    <a:pt x="3048000" y="577723"/>
                  </a:cubicBezTo>
                  <a:lnTo>
                    <a:pt x="3048000" y="138811"/>
                  </a:lnTo>
                  <a:cubicBezTo>
                    <a:pt x="3048000" y="81407"/>
                    <a:pt x="2999486" y="33782"/>
                    <a:pt x="2938399" y="33782"/>
                  </a:cubicBezTo>
                  <a:lnTo>
                    <a:pt x="143510" y="33782"/>
                  </a:lnTo>
                  <a:lnTo>
                    <a:pt x="143510" y="16891"/>
                  </a:lnTo>
                  <a:lnTo>
                    <a:pt x="143510" y="33909"/>
                  </a:lnTo>
                  <a:cubicBezTo>
                    <a:pt x="82423" y="33909"/>
                    <a:pt x="33909" y="81534"/>
                    <a:pt x="33909" y="138938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1448288" y="5193792"/>
            <a:ext cx="2286000" cy="512064"/>
            <a:chOff x="0" y="0"/>
            <a:chExt cx="3048000" cy="68275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048000" cy="682752"/>
            </a:xfrm>
            <a:custGeom>
              <a:avLst/>
              <a:gdLst/>
              <a:ahLst/>
              <a:cxnLst/>
              <a:rect r="r" b="b" t="t" l="l"/>
              <a:pathLst>
                <a:path h="682752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86" r="0" b="-36986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3048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Mineure</a:t>
              </a: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13960859" y="5080130"/>
            <a:ext cx="1997459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b="true">
                <a:solidFill>
                  <a:srgbClr val="02809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P3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6009115" y="5089655"/>
            <a:ext cx="192430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TC-36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508254" y="5976366"/>
            <a:ext cx="17271492" cy="958596"/>
            <a:chOff x="0" y="0"/>
            <a:chExt cx="23028656" cy="127812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5080" y="5080"/>
              <a:ext cx="23018496" cy="1267968"/>
            </a:xfrm>
            <a:custGeom>
              <a:avLst/>
              <a:gdLst/>
              <a:ahLst/>
              <a:cxnLst/>
              <a:rect r="r" b="b" t="t" l="l"/>
              <a:pathLst>
                <a:path h="1267968" w="23018496">
                  <a:moveTo>
                    <a:pt x="0" y="0"/>
                  </a:moveTo>
                  <a:lnTo>
                    <a:pt x="23018496" y="0"/>
                  </a:lnTo>
                  <a:lnTo>
                    <a:pt x="23018496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EDF2F7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3028656" cy="1278128"/>
            </a:xfrm>
            <a:custGeom>
              <a:avLst/>
              <a:gdLst/>
              <a:ahLst/>
              <a:cxnLst/>
              <a:rect r="r" b="b" t="t" l="l"/>
              <a:pathLst>
                <a:path h="1278128" w="23028656">
                  <a:moveTo>
                    <a:pt x="5080" y="0"/>
                  </a:moveTo>
                  <a:lnTo>
                    <a:pt x="23023576" y="0"/>
                  </a:lnTo>
                  <a:cubicBezTo>
                    <a:pt x="23026370" y="0"/>
                    <a:pt x="23028656" y="2286"/>
                    <a:pt x="23028656" y="5080"/>
                  </a:cubicBezTo>
                  <a:lnTo>
                    <a:pt x="23028656" y="1273048"/>
                  </a:lnTo>
                  <a:cubicBezTo>
                    <a:pt x="23028656" y="1275842"/>
                    <a:pt x="23026370" y="1278128"/>
                    <a:pt x="23023576" y="1278128"/>
                  </a:cubicBezTo>
                  <a:lnTo>
                    <a:pt x="5080" y="1278128"/>
                  </a:lnTo>
                  <a:cubicBezTo>
                    <a:pt x="2286" y="1278128"/>
                    <a:pt x="0" y="1275842"/>
                    <a:pt x="0" y="1273048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1273048"/>
                  </a:lnTo>
                  <a:lnTo>
                    <a:pt x="5080" y="1273048"/>
                  </a:lnTo>
                  <a:lnTo>
                    <a:pt x="5080" y="1267968"/>
                  </a:lnTo>
                  <a:lnTo>
                    <a:pt x="23023576" y="1267968"/>
                  </a:lnTo>
                  <a:lnTo>
                    <a:pt x="23023576" y="1273048"/>
                  </a:lnTo>
                  <a:lnTo>
                    <a:pt x="23018496" y="1273048"/>
                  </a:lnTo>
                  <a:lnTo>
                    <a:pt x="23018496" y="5080"/>
                  </a:lnTo>
                  <a:lnTo>
                    <a:pt x="23023576" y="5080"/>
                  </a:lnTo>
                  <a:lnTo>
                    <a:pt x="23023576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BD5E0"/>
            </a:solidFill>
          </p:spPr>
        </p:sp>
      </p:grpSp>
      <p:sp>
        <p:nvSpPr>
          <p:cNvPr name="TextBox 61" id="61"/>
          <p:cNvSpPr txBox="true"/>
          <p:nvPr/>
        </p:nvSpPr>
        <p:spPr>
          <a:xfrm rot="0">
            <a:off x="720347" y="6067682"/>
            <a:ext cx="1083059" cy="691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2E5D8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B-04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854203" y="6067682"/>
            <a:ext cx="6990083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Affi</a:t>
            </a:r>
            <a:r>
              <a:rPr lang="en-US" sz="21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chage en mode mobile (375px)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63" id="63"/>
          <p:cNvSpPr txBox="true"/>
          <p:nvPr/>
        </p:nvSpPr>
        <p:spPr>
          <a:xfrm rot="0">
            <a:off x="8895083" y="6077207"/>
            <a:ext cx="2418083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Responsive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11435591" y="6168647"/>
            <a:ext cx="2311403" cy="537467"/>
            <a:chOff x="0" y="0"/>
            <a:chExt cx="3081871" cy="716623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16891" y="16891"/>
              <a:ext cx="3048127" cy="682752"/>
            </a:xfrm>
            <a:custGeom>
              <a:avLst/>
              <a:gdLst/>
              <a:ahLst/>
              <a:cxnLst/>
              <a:rect r="r" b="b" t="t" l="l"/>
              <a:pathLst>
                <a:path h="682752" w="3048127">
                  <a:moveTo>
                    <a:pt x="0" y="121920"/>
                  </a:moveTo>
                  <a:cubicBezTo>
                    <a:pt x="0" y="54610"/>
                    <a:pt x="56642" y="0"/>
                    <a:pt x="126619" y="0"/>
                  </a:cubicBezTo>
                  <a:lnTo>
                    <a:pt x="2921508" y="0"/>
                  </a:lnTo>
                  <a:cubicBezTo>
                    <a:pt x="2991358" y="0"/>
                    <a:pt x="3048127" y="54610"/>
                    <a:pt x="3048127" y="121920"/>
                  </a:cubicBezTo>
                  <a:lnTo>
                    <a:pt x="3048127" y="560832"/>
                  </a:lnTo>
                  <a:cubicBezTo>
                    <a:pt x="3048127" y="628142"/>
                    <a:pt x="2991485" y="682752"/>
                    <a:pt x="2921508" y="682752"/>
                  </a:cubicBezTo>
                  <a:lnTo>
                    <a:pt x="126619" y="682752"/>
                  </a:lnTo>
                  <a:cubicBezTo>
                    <a:pt x="56769" y="682752"/>
                    <a:pt x="0" y="628142"/>
                    <a:pt x="0" y="560832"/>
                  </a:cubicBezTo>
                  <a:close/>
                </a:path>
              </a:pathLst>
            </a:custGeom>
            <a:solidFill>
              <a:srgbClr val="F4A623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081909" cy="716534"/>
            </a:xfrm>
            <a:custGeom>
              <a:avLst/>
              <a:gdLst/>
              <a:ahLst/>
              <a:cxnLst/>
              <a:rect r="r" b="b" t="t" l="l"/>
              <a:pathLst>
                <a:path h="716534" w="3081909">
                  <a:moveTo>
                    <a:pt x="0" y="138811"/>
                  </a:moveTo>
                  <a:cubicBezTo>
                    <a:pt x="0" y="61595"/>
                    <a:pt x="64897" y="0"/>
                    <a:pt x="143510" y="0"/>
                  </a:cubicBezTo>
                  <a:lnTo>
                    <a:pt x="2938399" y="0"/>
                  </a:lnTo>
                  <a:lnTo>
                    <a:pt x="2938399" y="16891"/>
                  </a:lnTo>
                  <a:lnTo>
                    <a:pt x="2938399" y="0"/>
                  </a:lnTo>
                  <a:cubicBezTo>
                    <a:pt x="3017012" y="0"/>
                    <a:pt x="3081909" y="61595"/>
                    <a:pt x="3081909" y="138811"/>
                  </a:cubicBezTo>
                  <a:lnTo>
                    <a:pt x="3065018" y="138811"/>
                  </a:lnTo>
                  <a:lnTo>
                    <a:pt x="3081909" y="138811"/>
                  </a:lnTo>
                  <a:lnTo>
                    <a:pt x="3081909" y="577723"/>
                  </a:lnTo>
                  <a:lnTo>
                    <a:pt x="3065018" y="577723"/>
                  </a:lnTo>
                  <a:lnTo>
                    <a:pt x="3081909" y="577723"/>
                  </a:lnTo>
                  <a:cubicBezTo>
                    <a:pt x="3081909" y="654939"/>
                    <a:pt x="3017012" y="716534"/>
                    <a:pt x="2938399" y="716534"/>
                  </a:cubicBezTo>
                  <a:lnTo>
                    <a:pt x="2938399" y="699643"/>
                  </a:lnTo>
                  <a:lnTo>
                    <a:pt x="2938399" y="716534"/>
                  </a:lnTo>
                  <a:lnTo>
                    <a:pt x="143510" y="716534"/>
                  </a:lnTo>
                  <a:lnTo>
                    <a:pt x="143510" y="699643"/>
                  </a:lnTo>
                  <a:lnTo>
                    <a:pt x="143510" y="716534"/>
                  </a:lnTo>
                  <a:cubicBezTo>
                    <a:pt x="64897" y="716661"/>
                    <a:pt x="0" y="655066"/>
                    <a:pt x="0" y="577723"/>
                  </a:cubicBezTo>
                  <a:lnTo>
                    <a:pt x="0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lnTo>
                    <a:pt x="33909" y="577723"/>
                  </a:lnTo>
                  <a:lnTo>
                    <a:pt x="16891" y="577723"/>
                  </a:lnTo>
                  <a:lnTo>
                    <a:pt x="33909" y="577723"/>
                  </a:lnTo>
                  <a:cubicBezTo>
                    <a:pt x="33909" y="635127"/>
                    <a:pt x="82423" y="682752"/>
                    <a:pt x="143510" y="682752"/>
                  </a:cubicBezTo>
                  <a:lnTo>
                    <a:pt x="2938399" y="682752"/>
                  </a:lnTo>
                  <a:cubicBezTo>
                    <a:pt x="2999486" y="682752"/>
                    <a:pt x="3048000" y="635127"/>
                    <a:pt x="3048000" y="577723"/>
                  </a:cubicBezTo>
                  <a:lnTo>
                    <a:pt x="3048000" y="138811"/>
                  </a:lnTo>
                  <a:cubicBezTo>
                    <a:pt x="3048000" y="81407"/>
                    <a:pt x="2999486" y="33782"/>
                    <a:pt x="2938399" y="33782"/>
                  </a:cubicBezTo>
                  <a:lnTo>
                    <a:pt x="143510" y="33782"/>
                  </a:lnTo>
                  <a:lnTo>
                    <a:pt x="143510" y="16891"/>
                  </a:lnTo>
                  <a:lnTo>
                    <a:pt x="143510" y="33909"/>
                  </a:lnTo>
                  <a:cubicBezTo>
                    <a:pt x="82423" y="33909"/>
                    <a:pt x="33909" y="81534"/>
                    <a:pt x="33909" y="138938"/>
                  </a:cubicBezTo>
                  <a:close/>
                </a:path>
              </a:pathLst>
            </a:custGeom>
            <a:solidFill>
              <a:srgbClr val="F4A623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1448288" y="6181344"/>
            <a:ext cx="2286000" cy="512064"/>
            <a:chOff x="0" y="0"/>
            <a:chExt cx="3048000" cy="68275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048000" cy="682752"/>
            </a:xfrm>
            <a:custGeom>
              <a:avLst/>
              <a:gdLst/>
              <a:ahLst/>
              <a:cxnLst/>
              <a:rect r="r" b="b" t="t" l="l"/>
              <a:pathLst>
                <a:path h="682752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86" r="0" b="-36986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3048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Majeure</a:t>
              </a:r>
            </a:p>
          </p:txBody>
        </p:sp>
      </p:grpSp>
      <p:sp>
        <p:nvSpPr>
          <p:cNvPr name="TextBox 70" id="70"/>
          <p:cNvSpPr txBox="true"/>
          <p:nvPr/>
        </p:nvSpPr>
        <p:spPr>
          <a:xfrm rot="0">
            <a:off x="13960859" y="6067682"/>
            <a:ext cx="1997459" cy="691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b="true">
                <a:solidFill>
                  <a:srgbClr val="F4A6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P2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6009115" y="6077207"/>
            <a:ext cx="192430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TC-07</a:t>
            </a:r>
          </a:p>
        </p:txBody>
      </p:sp>
      <p:grpSp>
        <p:nvGrpSpPr>
          <p:cNvPr name="Group 72" id="72"/>
          <p:cNvGrpSpPr/>
          <p:nvPr/>
        </p:nvGrpSpPr>
        <p:grpSpPr>
          <a:xfrm rot="0">
            <a:off x="508254" y="6963918"/>
            <a:ext cx="17271492" cy="958596"/>
            <a:chOff x="0" y="0"/>
            <a:chExt cx="23028656" cy="1278128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5080" y="5080"/>
              <a:ext cx="23018496" cy="1267968"/>
            </a:xfrm>
            <a:custGeom>
              <a:avLst/>
              <a:gdLst/>
              <a:ahLst/>
              <a:cxnLst/>
              <a:rect r="r" b="b" t="t" l="l"/>
              <a:pathLst>
                <a:path h="1267968" w="23018496">
                  <a:moveTo>
                    <a:pt x="0" y="0"/>
                  </a:moveTo>
                  <a:lnTo>
                    <a:pt x="23018496" y="0"/>
                  </a:lnTo>
                  <a:lnTo>
                    <a:pt x="23018496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3028656" cy="1278128"/>
            </a:xfrm>
            <a:custGeom>
              <a:avLst/>
              <a:gdLst/>
              <a:ahLst/>
              <a:cxnLst/>
              <a:rect r="r" b="b" t="t" l="l"/>
              <a:pathLst>
                <a:path h="1278128" w="23028656">
                  <a:moveTo>
                    <a:pt x="5080" y="0"/>
                  </a:moveTo>
                  <a:lnTo>
                    <a:pt x="23023576" y="0"/>
                  </a:lnTo>
                  <a:cubicBezTo>
                    <a:pt x="23026370" y="0"/>
                    <a:pt x="23028656" y="2286"/>
                    <a:pt x="23028656" y="5080"/>
                  </a:cubicBezTo>
                  <a:lnTo>
                    <a:pt x="23028656" y="1273048"/>
                  </a:lnTo>
                  <a:cubicBezTo>
                    <a:pt x="23028656" y="1275842"/>
                    <a:pt x="23026370" y="1278128"/>
                    <a:pt x="23023576" y="1278128"/>
                  </a:cubicBezTo>
                  <a:lnTo>
                    <a:pt x="5080" y="1278128"/>
                  </a:lnTo>
                  <a:cubicBezTo>
                    <a:pt x="2286" y="1278128"/>
                    <a:pt x="0" y="1275842"/>
                    <a:pt x="0" y="1273048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1273048"/>
                  </a:lnTo>
                  <a:lnTo>
                    <a:pt x="5080" y="1273048"/>
                  </a:lnTo>
                  <a:lnTo>
                    <a:pt x="5080" y="1267968"/>
                  </a:lnTo>
                  <a:lnTo>
                    <a:pt x="23023576" y="1267968"/>
                  </a:lnTo>
                  <a:lnTo>
                    <a:pt x="23023576" y="1273048"/>
                  </a:lnTo>
                  <a:lnTo>
                    <a:pt x="23018496" y="1273048"/>
                  </a:lnTo>
                  <a:lnTo>
                    <a:pt x="23018496" y="5080"/>
                  </a:lnTo>
                  <a:lnTo>
                    <a:pt x="23023576" y="5080"/>
                  </a:lnTo>
                  <a:lnTo>
                    <a:pt x="23023576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BD5E0"/>
            </a:solidFill>
          </p:spPr>
        </p:sp>
      </p:grpSp>
      <p:sp>
        <p:nvSpPr>
          <p:cNvPr name="TextBox 75" id="75"/>
          <p:cNvSpPr txBox="true"/>
          <p:nvPr/>
        </p:nvSpPr>
        <p:spPr>
          <a:xfrm rot="0">
            <a:off x="720347" y="7055234"/>
            <a:ext cx="1083059" cy="691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2E5D8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B-05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854203" y="7055234"/>
            <a:ext cx="6990083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Temps de chargement des pages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77" id="77"/>
          <p:cNvSpPr txBox="true"/>
          <p:nvPr/>
        </p:nvSpPr>
        <p:spPr>
          <a:xfrm rot="0">
            <a:off x="8895083" y="7064759"/>
            <a:ext cx="2418083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Perfermance</a:t>
            </a:r>
          </a:p>
        </p:txBody>
      </p:sp>
      <p:grpSp>
        <p:nvGrpSpPr>
          <p:cNvPr name="Group 78" id="78"/>
          <p:cNvGrpSpPr/>
          <p:nvPr/>
        </p:nvGrpSpPr>
        <p:grpSpPr>
          <a:xfrm rot="0">
            <a:off x="11435591" y="7156199"/>
            <a:ext cx="2311403" cy="537467"/>
            <a:chOff x="0" y="0"/>
            <a:chExt cx="3081871" cy="716623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16891" y="16891"/>
              <a:ext cx="3048127" cy="682752"/>
            </a:xfrm>
            <a:custGeom>
              <a:avLst/>
              <a:gdLst/>
              <a:ahLst/>
              <a:cxnLst/>
              <a:rect r="r" b="b" t="t" l="l"/>
              <a:pathLst>
                <a:path h="682752" w="3048127">
                  <a:moveTo>
                    <a:pt x="0" y="121920"/>
                  </a:moveTo>
                  <a:cubicBezTo>
                    <a:pt x="0" y="54610"/>
                    <a:pt x="56642" y="0"/>
                    <a:pt x="126619" y="0"/>
                  </a:cubicBezTo>
                  <a:lnTo>
                    <a:pt x="2921508" y="0"/>
                  </a:lnTo>
                  <a:cubicBezTo>
                    <a:pt x="2991358" y="0"/>
                    <a:pt x="3048127" y="54610"/>
                    <a:pt x="3048127" y="121920"/>
                  </a:cubicBezTo>
                  <a:lnTo>
                    <a:pt x="3048127" y="560832"/>
                  </a:lnTo>
                  <a:cubicBezTo>
                    <a:pt x="3048127" y="628142"/>
                    <a:pt x="2991485" y="682752"/>
                    <a:pt x="2921508" y="682752"/>
                  </a:cubicBezTo>
                  <a:lnTo>
                    <a:pt x="126619" y="682752"/>
                  </a:lnTo>
                  <a:cubicBezTo>
                    <a:pt x="56769" y="682752"/>
                    <a:pt x="0" y="628142"/>
                    <a:pt x="0" y="560832"/>
                  </a:cubicBezTo>
                  <a:close/>
                </a:path>
              </a:pathLst>
            </a:custGeom>
            <a:solidFill>
              <a:srgbClr val="E05C5C"/>
            </a:solidFill>
          </p:spPr>
        </p:sp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081909" cy="716534"/>
            </a:xfrm>
            <a:custGeom>
              <a:avLst/>
              <a:gdLst/>
              <a:ahLst/>
              <a:cxnLst/>
              <a:rect r="r" b="b" t="t" l="l"/>
              <a:pathLst>
                <a:path h="716534" w="3081909">
                  <a:moveTo>
                    <a:pt x="0" y="138811"/>
                  </a:moveTo>
                  <a:cubicBezTo>
                    <a:pt x="0" y="61595"/>
                    <a:pt x="64897" y="0"/>
                    <a:pt x="143510" y="0"/>
                  </a:cubicBezTo>
                  <a:lnTo>
                    <a:pt x="2938399" y="0"/>
                  </a:lnTo>
                  <a:lnTo>
                    <a:pt x="2938399" y="16891"/>
                  </a:lnTo>
                  <a:lnTo>
                    <a:pt x="2938399" y="0"/>
                  </a:lnTo>
                  <a:cubicBezTo>
                    <a:pt x="3017012" y="0"/>
                    <a:pt x="3081909" y="61595"/>
                    <a:pt x="3081909" y="138811"/>
                  </a:cubicBezTo>
                  <a:lnTo>
                    <a:pt x="3065018" y="138811"/>
                  </a:lnTo>
                  <a:lnTo>
                    <a:pt x="3081909" y="138811"/>
                  </a:lnTo>
                  <a:lnTo>
                    <a:pt x="3081909" y="577723"/>
                  </a:lnTo>
                  <a:lnTo>
                    <a:pt x="3065018" y="577723"/>
                  </a:lnTo>
                  <a:lnTo>
                    <a:pt x="3081909" y="577723"/>
                  </a:lnTo>
                  <a:cubicBezTo>
                    <a:pt x="3081909" y="654939"/>
                    <a:pt x="3017012" y="716534"/>
                    <a:pt x="2938399" y="716534"/>
                  </a:cubicBezTo>
                  <a:lnTo>
                    <a:pt x="2938399" y="699643"/>
                  </a:lnTo>
                  <a:lnTo>
                    <a:pt x="2938399" y="716534"/>
                  </a:lnTo>
                  <a:lnTo>
                    <a:pt x="143510" y="716534"/>
                  </a:lnTo>
                  <a:lnTo>
                    <a:pt x="143510" y="699643"/>
                  </a:lnTo>
                  <a:lnTo>
                    <a:pt x="143510" y="716534"/>
                  </a:lnTo>
                  <a:cubicBezTo>
                    <a:pt x="64897" y="716661"/>
                    <a:pt x="0" y="655066"/>
                    <a:pt x="0" y="577723"/>
                  </a:cubicBezTo>
                  <a:lnTo>
                    <a:pt x="0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lnTo>
                    <a:pt x="33909" y="577723"/>
                  </a:lnTo>
                  <a:lnTo>
                    <a:pt x="16891" y="577723"/>
                  </a:lnTo>
                  <a:lnTo>
                    <a:pt x="33909" y="577723"/>
                  </a:lnTo>
                  <a:cubicBezTo>
                    <a:pt x="33909" y="635127"/>
                    <a:pt x="82423" y="682752"/>
                    <a:pt x="143510" y="682752"/>
                  </a:cubicBezTo>
                  <a:lnTo>
                    <a:pt x="2938399" y="682752"/>
                  </a:lnTo>
                  <a:cubicBezTo>
                    <a:pt x="2999486" y="682752"/>
                    <a:pt x="3048000" y="635127"/>
                    <a:pt x="3048000" y="577723"/>
                  </a:cubicBezTo>
                  <a:lnTo>
                    <a:pt x="3048000" y="138811"/>
                  </a:lnTo>
                  <a:cubicBezTo>
                    <a:pt x="3048000" y="81407"/>
                    <a:pt x="2999486" y="33782"/>
                    <a:pt x="2938399" y="33782"/>
                  </a:cubicBezTo>
                  <a:lnTo>
                    <a:pt x="143510" y="33782"/>
                  </a:lnTo>
                  <a:lnTo>
                    <a:pt x="143510" y="16891"/>
                  </a:lnTo>
                  <a:lnTo>
                    <a:pt x="143510" y="33909"/>
                  </a:lnTo>
                  <a:cubicBezTo>
                    <a:pt x="82423" y="33909"/>
                    <a:pt x="33909" y="81534"/>
                    <a:pt x="33909" y="138938"/>
                  </a:cubicBezTo>
                  <a:close/>
                </a:path>
              </a:pathLst>
            </a:custGeom>
            <a:solidFill>
              <a:srgbClr val="E05C5C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1448288" y="7168896"/>
            <a:ext cx="2286000" cy="512064"/>
            <a:chOff x="0" y="0"/>
            <a:chExt cx="3048000" cy="682752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3048000" cy="682752"/>
            </a:xfrm>
            <a:custGeom>
              <a:avLst/>
              <a:gdLst/>
              <a:ahLst/>
              <a:cxnLst/>
              <a:rect r="r" b="b" t="t" l="l"/>
              <a:pathLst>
                <a:path h="682752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86" r="0" b="-36986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3048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Critique</a:t>
              </a:r>
            </a:p>
          </p:txBody>
        </p:sp>
      </p:grpSp>
      <p:sp>
        <p:nvSpPr>
          <p:cNvPr name="TextBox 84" id="84"/>
          <p:cNvSpPr txBox="true"/>
          <p:nvPr/>
        </p:nvSpPr>
        <p:spPr>
          <a:xfrm rot="0">
            <a:off x="13960859" y="7055234"/>
            <a:ext cx="1997459" cy="691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b="true">
                <a:solidFill>
                  <a:srgbClr val="E05C5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P1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6009115" y="7064759"/>
            <a:ext cx="192430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TC-08</a:t>
            </a:r>
          </a:p>
        </p:txBody>
      </p:sp>
      <p:grpSp>
        <p:nvGrpSpPr>
          <p:cNvPr name="Group 86" id="86"/>
          <p:cNvGrpSpPr/>
          <p:nvPr/>
        </p:nvGrpSpPr>
        <p:grpSpPr>
          <a:xfrm rot="0">
            <a:off x="508254" y="7951470"/>
            <a:ext cx="17271492" cy="958596"/>
            <a:chOff x="0" y="0"/>
            <a:chExt cx="23028656" cy="1278128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5080" y="5080"/>
              <a:ext cx="23018496" cy="1267968"/>
            </a:xfrm>
            <a:custGeom>
              <a:avLst/>
              <a:gdLst/>
              <a:ahLst/>
              <a:cxnLst/>
              <a:rect r="r" b="b" t="t" l="l"/>
              <a:pathLst>
                <a:path h="1267968" w="23018496">
                  <a:moveTo>
                    <a:pt x="0" y="0"/>
                  </a:moveTo>
                  <a:lnTo>
                    <a:pt x="23018496" y="0"/>
                  </a:lnTo>
                  <a:lnTo>
                    <a:pt x="23018496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EDF2F7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3028656" cy="1278128"/>
            </a:xfrm>
            <a:custGeom>
              <a:avLst/>
              <a:gdLst/>
              <a:ahLst/>
              <a:cxnLst/>
              <a:rect r="r" b="b" t="t" l="l"/>
              <a:pathLst>
                <a:path h="1278128" w="23028656">
                  <a:moveTo>
                    <a:pt x="5080" y="0"/>
                  </a:moveTo>
                  <a:lnTo>
                    <a:pt x="23023576" y="0"/>
                  </a:lnTo>
                  <a:cubicBezTo>
                    <a:pt x="23026370" y="0"/>
                    <a:pt x="23028656" y="2286"/>
                    <a:pt x="23028656" y="5080"/>
                  </a:cubicBezTo>
                  <a:lnTo>
                    <a:pt x="23028656" y="1273048"/>
                  </a:lnTo>
                  <a:cubicBezTo>
                    <a:pt x="23028656" y="1275842"/>
                    <a:pt x="23026370" y="1278128"/>
                    <a:pt x="23023576" y="1278128"/>
                  </a:cubicBezTo>
                  <a:lnTo>
                    <a:pt x="5080" y="1278128"/>
                  </a:lnTo>
                  <a:cubicBezTo>
                    <a:pt x="2286" y="1278128"/>
                    <a:pt x="0" y="1275842"/>
                    <a:pt x="0" y="1273048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1273048"/>
                  </a:lnTo>
                  <a:lnTo>
                    <a:pt x="5080" y="1273048"/>
                  </a:lnTo>
                  <a:lnTo>
                    <a:pt x="5080" y="1267968"/>
                  </a:lnTo>
                  <a:lnTo>
                    <a:pt x="23023576" y="1267968"/>
                  </a:lnTo>
                  <a:lnTo>
                    <a:pt x="23023576" y="1273048"/>
                  </a:lnTo>
                  <a:lnTo>
                    <a:pt x="23018496" y="1273048"/>
                  </a:lnTo>
                  <a:lnTo>
                    <a:pt x="23018496" y="5080"/>
                  </a:lnTo>
                  <a:lnTo>
                    <a:pt x="23023576" y="5080"/>
                  </a:lnTo>
                  <a:lnTo>
                    <a:pt x="23023576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BD5E0"/>
            </a:solidFill>
          </p:spPr>
        </p:sp>
      </p:grpSp>
      <p:sp>
        <p:nvSpPr>
          <p:cNvPr name="TextBox 89" id="89"/>
          <p:cNvSpPr txBox="true"/>
          <p:nvPr/>
        </p:nvSpPr>
        <p:spPr>
          <a:xfrm rot="0">
            <a:off x="720347" y="8042786"/>
            <a:ext cx="1083059" cy="691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2E5D8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B-06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854203" y="8042786"/>
            <a:ext cx="6990083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Ouv</a:t>
            </a:r>
            <a:r>
              <a:rPr lang="en-US" sz="21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erture et fermeture d'une publicité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91" id="91"/>
          <p:cNvSpPr txBox="true"/>
          <p:nvPr/>
        </p:nvSpPr>
        <p:spPr>
          <a:xfrm rot="0">
            <a:off x="8895083" y="8052311"/>
            <a:ext cx="2418083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UI</a:t>
            </a:r>
          </a:p>
        </p:txBody>
      </p:sp>
      <p:grpSp>
        <p:nvGrpSpPr>
          <p:cNvPr name="Group 92" id="92"/>
          <p:cNvGrpSpPr/>
          <p:nvPr/>
        </p:nvGrpSpPr>
        <p:grpSpPr>
          <a:xfrm rot="0">
            <a:off x="11435591" y="8143751"/>
            <a:ext cx="2311403" cy="537467"/>
            <a:chOff x="0" y="0"/>
            <a:chExt cx="3081871" cy="716623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16891" y="16891"/>
              <a:ext cx="3048127" cy="682752"/>
            </a:xfrm>
            <a:custGeom>
              <a:avLst/>
              <a:gdLst/>
              <a:ahLst/>
              <a:cxnLst/>
              <a:rect r="r" b="b" t="t" l="l"/>
              <a:pathLst>
                <a:path h="682752" w="3048127">
                  <a:moveTo>
                    <a:pt x="0" y="121920"/>
                  </a:moveTo>
                  <a:cubicBezTo>
                    <a:pt x="0" y="54610"/>
                    <a:pt x="56642" y="0"/>
                    <a:pt x="126619" y="0"/>
                  </a:cubicBezTo>
                  <a:lnTo>
                    <a:pt x="2921508" y="0"/>
                  </a:lnTo>
                  <a:cubicBezTo>
                    <a:pt x="2991358" y="0"/>
                    <a:pt x="3048127" y="54610"/>
                    <a:pt x="3048127" y="121920"/>
                  </a:cubicBezTo>
                  <a:lnTo>
                    <a:pt x="3048127" y="560832"/>
                  </a:lnTo>
                  <a:cubicBezTo>
                    <a:pt x="3048127" y="628142"/>
                    <a:pt x="2991485" y="682752"/>
                    <a:pt x="2921508" y="682752"/>
                  </a:cubicBezTo>
                  <a:lnTo>
                    <a:pt x="126619" y="682752"/>
                  </a:lnTo>
                  <a:cubicBezTo>
                    <a:pt x="56769" y="682752"/>
                    <a:pt x="0" y="628142"/>
                    <a:pt x="0" y="560832"/>
                  </a:cubicBezTo>
                  <a:close/>
                </a:path>
              </a:pathLst>
            </a:custGeom>
            <a:solidFill>
              <a:srgbClr val="718096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3081909" cy="716534"/>
            </a:xfrm>
            <a:custGeom>
              <a:avLst/>
              <a:gdLst/>
              <a:ahLst/>
              <a:cxnLst/>
              <a:rect r="r" b="b" t="t" l="l"/>
              <a:pathLst>
                <a:path h="716534" w="3081909">
                  <a:moveTo>
                    <a:pt x="0" y="138811"/>
                  </a:moveTo>
                  <a:cubicBezTo>
                    <a:pt x="0" y="61595"/>
                    <a:pt x="64897" y="0"/>
                    <a:pt x="143510" y="0"/>
                  </a:cubicBezTo>
                  <a:lnTo>
                    <a:pt x="2938399" y="0"/>
                  </a:lnTo>
                  <a:lnTo>
                    <a:pt x="2938399" y="16891"/>
                  </a:lnTo>
                  <a:lnTo>
                    <a:pt x="2938399" y="0"/>
                  </a:lnTo>
                  <a:cubicBezTo>
                    <a:pt x="3017012" y="0"/>
                    <a:pt x="3081909" y="61595"/>
                    <a:pt x="3081909" y="138811"/>
                  </a:cubicBezTo>
                  <a:lnTo>
                    <a:pt x="3065018" y="138811"/>
                  </a:lnTo>
                  <a:lnTo>
                    <a:pt x="3081909" y="138811"/>
                  </a:lnTo>
                  <a:lnTo>
                    <a:pt x="3081909" y="577723"/>
                  </a:lnTo>
                  <a:lnTo>
                    <a:pt x="3065018" y="577723"/>
                  </a:lnTo>
                  <a:lnTo>
                    <a:pt x="3081909" y="577723"/>
                  </a:lnTo>
                  <a:cubicBezTo>
                    <a:pt x="3081909" y="654939"/>
                    <a:pt x="3017012" y="716534"/>
                    <a:pt x="2938399" y="716534"/>
                  </a:cubicBezTo>
                  <a:lnTo>
                    <a:pt x="2938399" y="699643"/>
                  </a:lnTo>
                  <a:lnTo>
                    <a:pt x="2938399" y="716534"/>
                  </a:lnTo>
                  <a:lnTo>
                    <a:pt x="143510" y="716534"/>
                  </a:lnTo>
                  <a:lnTo>
                    <a:pt x="143510" y="699643"/>
                  </a:lnTo>
                  <a:lnTo>
                    <a:pt x="143510" y="716534"/>
                  </a:lnTo>
                  <a:cubicBezTo>
                    <a:pt x="64897" y="716661"/>
                    <a:pt x="0" y="655066"/>
                    <a:pt x="0" y="577723"/>
                  </a:cubicBezTo>
                  <a:lnTo>
                    <a:pt x="0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lnTo>
                    <a:pt x="33909" y="577723"/>
                  </a:lnTo>
                  <a:lnTo>
                    <a:pt x="16891" y="577723"/>
                  </a:lnTo>
                  <a:lnTo>
                    <a:pt x="33909" y="577723"/>
                  </a:lnTo>
                  <a:cubicBezTo>
                    <a:pt x="33909" y="635127"/>
                    <a:pt x="82423" y="682752"/>
                    <a:pt x="143510" y="682752"/>
                  </a:cubicBezTo>
                  <a:lnTo>
                    <a:pt x="2938399" y="682752"/>
                  </a:lnTo>
                  <a:cubicBezTo>
                    <a:pt x="2999486" y="682752"/>
                    <a:pt x="3048000" y="635127"/>
                    <a:pt x="3048000" y="577723"/>
                  </a:cubicBezTo>
                  <a:lnTo>
                    <a:pt x="3048000" y="138811"/>
                  </a:lnTo>
                  <a:cubicBezTo>
                    <a:pt x="3048000" y="81407"/>
                    <a:pt x="2999486" y="33782"/>
                    <a:pt x="2938399" y="33782"/>
                  </a:cubicBezTo>
                  <a:lnTo>
                    <a:pt x="143510" y="33782"/>
                  </a:lnTo>
                  <a:lnTo>
                    <a:pt x="143510" y="16891"/>
                  </a:lnTo>
                  <a:lnTo>
                    <a:pt x="143510" y="33909"/>
                  </a:lnTo>
                  <a:cubicBezTo>
                    <a:pt x="82423" y="33909"/>
                    <a:pt x="33909" y="81534"/>
                    <a:pt x="33909" y="138938"/>
                  </a:cubicBezTo>
                  <a:close/>
                </a:path>
              </a:pathLst>
            </a:custGeom>
            <a:solidFill>
              <a:srgbClr val="718096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1448288" y="8156448"/>
            <a:ext cx="2286000" cy="512064"/>
            <a:chOff x="0" y="0"/>
            <a:chExt cx="3048000" cy="682752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3048000" cy="682752"/>
            </a:xfrm>
            <a:custGeom>
              <a:avLst/>
              <a:gdLst/>
              <a:ahLst/>
              <a:cxnLst/>
              <a:rect r="r" b="b" t="t" l="l"/>
              <a:pathLst>
                <a:path h="682752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028090">
                <a:alpha val="0"/>
              </a:srgbClr>
            </a:solid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3048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Mineure</a:t>
              </a:r>
            </a:p>
          </p:txBody>
        </p:sp>
      </p:grpSp>
      <p:sp>
        <p:nvSpPr>
          <p:cNvPr name="TextBox 98" id="98"/>
          <p:cNvSpPr txBox="true"/>
          <p:nvPr/>
        </p:nvSpPr>
        <p:spPr>
          <a:xfrm rot="0">
            <a:off x="13960859" y="8042786"/>
            <a:ext cx="1997459" cy="691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b="true">
                <a:solidFill>
                  <a:srgbClr val="71809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P3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16009115" y="8052311"/>
            <a:ext cx="192430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TC-10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9071372" y="9801854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E5D8E"/>
                </a:solidFill>
                <a:latin typeface="Open Sans"/>
                <a:ea typeface="Open Sans"/>
                <a:cs typeface="Open Sans"/>
                <a:sym typeface="Open San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183387"/>
            <a:chOff x="0" y="0"/>
            <a:chExt cx="24417871" cy="29111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877312"/>
            </a:xfrm>
            <a:custGeom>
              <a:avLst/>
              <a:gdLst/>
              <a:ahLst/>
              <a:cxnLst/>
              <a:rect r="r" b="b" t="t" l="l"/>
              <a:pathLst>
                <a:path h="287731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877312"/>
                  </a:lnTo>
                  <a:lnTo>
                    <a:pt x="0" y="2877312"/>
                  </a:lnTo>
                  <a:close/>
                </a:path>
              </a:pathLst>
            </a:custGeom>
            <a:solidFill>
              <a:srgbClr val="1C2B3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911094"/>
            </a:xfrm>
            <a:custGeom>
              <a:avLst/>
              <a:gdLst/>
              <a:ahLst/>
              <a:cxnLst/>
              <a:rect r="r" b="b" t="t" l="l"/>
              <a:pathLst>
                <a:path h="291109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894203"/>
                  </a:lnTo>
                  <a:cubicBezTo>
                    <a:pt x="24417782" y="2903601"/>
                    <a:pt x="24410163" y="2911094"/>
                    <a:pt x="24400890" y="2911094"/>
                  </a:cubicBezTo>
                  <a:lnTo>
                    <a:pt x="16891" y="2911094"/>
                  </a:lnTo>
                  <a:cubicBezTo>
                    <a:pt x="7493" y="2911094"/>
                    <a:pt x="0" y="2903474"/>
                    <a:pt x="0" y="28942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94203"/>
                  </a:lnTo>
                  <a:lnTo>
                    <a:pt x="16891" y="2894203"/>
                  </a:lnTo>
                  <a:lnTo>
                    <a:pt x="16891" y="2877312"/>
                  </a:lnTo>
                  <a:lnTo>
                    <a:pt x="24400890" y="2877312"/>
                  </a:lnTo>
                  <a:lnTo>
                    <a:pt x="24400890" y="2894203"/>
                  </a:lnTo>
                  <a:lnTo>
                    <a:pt x="24384000" y="289420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B3A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731520" y="173355"/>
            <a:ext cx="16824960" cy="1143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200" b="true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Tableau de Bord des Bugs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31520" y="1278636"/>
            <a:ext cx="1682496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i="true">
                <a:solidFill>
                  <a:srgbClr val="02809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10 bugs détectés lors des tests automatisés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99367" y="2218439"/>
            <a:ext cx="17289275" cy="756923"/>
            <a:chOff x="0" y="0"/>
            <a:chExt cx="23052367" cy="100923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6891" y="16891"/>
              <a:ext cx="23018497" cy="975360"/>
            </a:xfrm>
            <a:custGeom>
              <a:avLst/>
              <a:gdLst/>
              <a:ahLst/>
              <a:cxnLst/>
              <a:rect r="r" b="b" t="t" l="l"/>
              <a:pathLst>
                <a:path h="975360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1C2B3A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052278" cy="1009144"/>
            </a:xfrm>
            <a:custGeom>
              <a:avLst/>
              <a:gdLst/>
              <a:ahLst/>
              <a:cxnLst/>
              <a:rect r="r" b="b" t="t" l="l"/>
              <a:pathLst>
                <a:path h="1009144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992251"/>
                  </a:lnTo>
                  <a:cubicBezTo>
                    <a:pt x="23052278" y="1001649"/>
                    <a:pt x="23044658" y="1009142"/>
                    <a:pt x="23035388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23035388" y="975360"/>
                  </a:lnTo>
                  <a:lnTo>
                    <a:pt x="23035388" y="992251"/>
                  </a:lnTo>
                  <a:lnTo>
                    <a:pt x="23018497" y="992251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B3A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20347" y="2245490"/>
            <a:ext cx="1083059" cy="655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54203" y="2245490"/>
            <a:ext cx="6990083" cy="655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Titre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895083" y="2245490"/>
            <a:ext cx="2418083" cy="655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Module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363963" y="2245490"/>
            <a:ext cx="2546099" cy="655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Gravité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960859" y="2245490"/>
            <a:ext cx="1997459" cy="655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Priorité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009115" y="2245490"/>
            <a:ext cx="1924307" cy="655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TC lié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508254" y="3013710"/>
            <a:ext cx="17271492" cy="958596"/>
            <a:chOff x="0" y="0"/>
            <a:chExt cx="23028656" cy="127812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5080" y="5080"/>
              <a:ext cx="23018496" cy="1267968"/>
            </a:xfrm>
            <a:custGeom>
              <a:avLst/>
              <a:gdLst/>
              <a:ahLst/>
              <a:cxnLst/>
              <a:rect r="r" b="b" t="t" l="l"/>
              <a:pathLst>
                <a:path h="1267968" w="23018496">
                  <a:moveTo>
                    <a:pt x="0" y="0"/>
                  </a:moveTo>
                  <a:lnTo>
                    <a:pt x="23018496" y="0"/>
                  </a:lnTo>
                  <a:lnTo>
                    <a:pt x="23018496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3028656" cy="1278128"/>
            </a:xfrm>
            <a:custGeom>
              <a:avLst/>
              <a:gdLst/>
              <a:ahLst/>
              <a:cxnLst/>
              <a:rect r="r" b="b" t="t" l="l"/>
              <a:pathLst>
                <a:path h="1278128" w="23028656">
                  <a:moveTo>
                    <a:pt x="5080" y="0"/>
                  </a:moveTo>
                  <a:lnTo>
                    <a:pt x="23023576" y="0"/>
                  </a:lnTo>
                  <a:cubicBezTo>
                    <a:pt x="23026370" y="0"/>
                    <a:pt x="23028656" y="2286"/>
                    <a:pt x="23028656" y="5080"/>
                  </a:cubicBezTo>
                  <a:lnTo>
                    <a:pt x="23028656" y="1273048"/>
                  </a:lnTo>
                  <a:cubicBezTo>
                    <a:pt x="23028656" y="1275842"/>
                    <a:pt x="23026370" y="1278128"/>
                    <a:pt x="23023576" y="1278128"/>
                  </a:cubicBezTo>
                  <a:lnTo>
                    <a:pt x="5080" y="1278128"/>
                  </a:lnTo>
                  <a:cubicBezTo>
                    <a:pt x="2286" y="1278128"/>
                    <a:pt x="0" y="1275842"/>
                    <a:pt x="0" y="1273048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1273048"/>
                  </a:lnTo>
                  <a:lnTo>
                    <a:pt x="5080" y="1273048"/>
                  </a:lnTo>
                  <a:lnTo>
                    <a:pt x="5080" y="1267968"/>
                  </a:lnTo>
                  <a:lnTo>
                    <a:pt x="23023576" y="1267968"/>
                  </a:lnTo>
                  <a:lnTo>
                    <a:pt x="23023576" y="1273048"/>
                  </a:lnTo>
                  <a:lnTo>
                    <a:pt x="23018496" y="1273048"/>
                  </a:lnTo>
                  <a:lnTo>
                    <a:pt x="23018496" y="5080"/>
                  </a:lnTo>
                  <a:lnTo>
                    <a:pt x="23023576" y="5080"/>
                  </a:lnTo>
                  <a:lnTo>
                    <a:pt x="23023576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BD5E0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720347" y="3105026"/>
            <a:ext cx="1083059" cy="691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2E5D8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B-07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54203" y="3105026"/>
            <a:ext cx="6990083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Créa</a:t>
            </a:r>
            <a:r>
              <a:rPr lang="en-US" sz="21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tion de compte (inscription)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8895083" y="3114551"/>
            <a:ext cx="2418083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Auth</a:t>
            </a:r>
          </a:p>
          <a:p>
            <a:pPr algn="l">
              <a:lnSpc>
                <a:spcPts val="2400"/>
              </a:lnSpc>
            </a:pPr>
          </a:p>
        </p:txBody>
      </p:sp>
      <p:grpSp>
        <p:nvGrpSpPr>
          <p:cNvPr name="Group 22" id="22"/>
          <p:cNvGrpSpPr/>
          <p:nvPr/>
        </p:nvGrpSpPr>
        <p:grpSpPr>
          <a:xfrm rot="0">
            <a:off x="11435591" y="3205991"/>
            <a:ext cx="2311403" cy="537467"/>
            <a:chOff x="0" y="0"/>
            <a:chExt cx="3081871" cy="71662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6891" y="16891"/>
              <a:ext cx="3048127" cy="682752"/>
            </a:xfrm>
            <a:custGeom>
              <a:avLst/>
              <a:gdLst/>
              <a:ahLst/>
              <a:cxnLst/>
              <a:rect r="r" b="b" t="t" l="l"/>
              <a:pathLst>
                <a:path h="682752" w="3048127">
                  <a:moveTo>
                    <a:pt x="0" y="121920"/>
                  </a:moveTo>
                  <a:cubicBezTo>
                    <a:pt x="0" y="54610"/>
                    <a:pt x="56642" y="0"/>
                    <a:pt x="126619" y="0"/>
                  </a:cubicBezTo>
                  <a:lnTo>
                    <a:pt x="2921508" y="0"/>
                  </a:lnTo>
                  <a:cubicBezTo>
                    <a:pt x="2991358" y="0"/>
                    <a:pt x="3048127" y="54610"/>
                    <a:pt x="3048127" y="121920"/>
                  </a:cubicBezTo>
                  <a:lnTo>
                    <a:pt x="3048127" y="560832"/>
                  </a:lnTo>
                  <a:cubicBezTo>
                    <a:pt x="3048127" y="628142"/>
                    <a:pt x="2991485" y="682752"/>
                    <a:pt x="2921508" y="682752"/>
                  </a:cubicBezTo>
                  <a:lnTo>
                    <a:pt x="126619" y="682752"/>
                  </a:lnTo>
                  <a:cubicBezTo>
                    <a:pt x="56769" y="682752"/>
                    <a:pt x="0" y="628142"/>
                    <a:pt x="0" y="560832"/>
                  </a:cubicBezTo>
                  <a:close/>
                </a:path>
              </a:pathLst>
            </a:custGeom>
            <a:solidFill>
              <a:srgbClr val="E05C5C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081909" cy="716534"/>
            </a:xfrm>
            <a:custGeom>
              <a:avLst/>
              <a:gdLst/>
              <a:ahLst/>
              <a:cxnLst/>
              <a:rect r="r" b="b" t="t" l="l"/>
              <a:pathLst>
                <a:path h="716534" w="3081909">
                  <a:moveTo>
                    <a:pt x="0" y="138811"/>
                  </a:moveTo>
                  <a:cubicBezTo>
                    <a:pt x="0" y="61595"/>
                    <a:pt x="64897" y="0"/>
                    <a:pt x="143510" y="0"/>
                  </a:cubicBezTo>
                  <a:lnTo>
                    <a:pt x="2938399" y="0"/>
                  </a:lnTo>
                  <a:lnTo>
                    <a:pt x="2938399" y="16891"/>
                  </a:lnTo>
                  <a:lnTo>
                    <a:pt x="2938399" y="0"/>
                  </a:lnTo>
                  <a:cubicBezTo>
                    <a:pt x="3017012" y="0"/>
                    <a:pt x="3081909" y="61595"/>
                    <a:pt x="3081909" y="138811"/>
                  </a:cubicBezTo>
                  <a:lnTo>
                    <a:pt x="3065018" y="138811"/>
                  </a:lnTo>
                  <a:lnTo>
                    <a:pt x="3081909" y="138811"/>
                  </a:lnTo>
                  <a:lnTo>
                    <a:pt x="3081909" y="577723"/>
                  </a:lnTo>
                  <a:lnTo>
                    <a:pt x="3065018" y="577723"/>
                  </a:lnTo>
                  <a:lnTo>
                    <a:pt x="3081909" y="577723"/>
                  </a:lnTo>
                  <a:cubicBezTo>
                    <a:pt x="3081909" y="654939"/>
                    <a:pt x="3017012" y="716534"/>
                    <a:pt x="2938399" y="716534"/>
                  </a:cubicBezTo>
                  <a:lnTo>
                    <a:pt x="2938399" y="699643"/>
                  </a:lnTo>
                  <a:lnTo>
                    <a:pt x="2938399" y="716534"/>
                  </a:lnTo>
                  <a:lnTo>
                    <a:pt x="143510" y="716534"/>
                  </a:lnTo>
                  <a:lnTo>
                    <a:pt x="143510" y="699643"/>
                  </a:lnTo>
                  <a:lnTo>
                    <a:pt x="143510" y="716534"/>
                  </a:lnTo>
                  <a:cubicBezTo>
                    <a:pt x="64897" y="716661"/>
                    <a:pt x="0" y="655066"/>
                    <a:pt x="0" y="577723"/>
                  </a:cubicBezTo>
                  <a:lnTo>
                    <a:pt x="0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lnTo>
                    <a:pt x="33909" y="577723"/>
                  </a:lnTo>
                  <a:lnTo>
                    <a:pt x="16891" y="577723"/>
                  </a:lnTo>
                  <a:lnTo>
                    <a:pt x="33909" y="577723"/>
                  </a:lnTo>
                  <a:cubicBezTo>
                    <a:pt x="33909" y="635127"/>
                    <a:pt x="82423" y="682752"/>
                    <a:pt x="143510" y="682752"/>
                  </a:cubicBezTo>
                  <a:lnTo>
                    <a:pt x="2938399" y="682752"/>
                  </a:lnTo>
                  <a:cubicBezTo>
                    <a:pt x="2999486" y="682752"/>
                    <a:pt x="3048000" y="635127"/>
                    <a:pt x="3048000" y="577723"/>
                  </a:cubicBezTo>
                  <a:lnTo>
                    <a:pt x="3048000" y="138811"/>
                  </a:lnTo>
                  <a:cubicBezTo>
                    <a:pt x="3048000" y="81407"/>
                    <a:pt x="2999486" y="33782"/>
                    <a:pt x="2938399" y="33782"/>
                  </a:cubicBezTo>
                  <a:lnTo>
                    <a:pt x="143510" y="33782"/>
                  </a:lnTo>
                  <a:lnTo>
                    <a:pt x="143510" y="16891"/>
                  </a:lnTo>
                  <a:lnTo>
                    <a:pt x="143510" y="33909"/>
                  </a:lnTo>
                  <a:cubicBezTo>
                    <a:pt x="82423" y="33909"/>
                    <a:pt x="33909" y="81534"/>
                    <a:pt x="33909" y="138938"/>
                  </a:cubicBezTo>
                  <a:close/>
                </a:path>
              </a:pathLst>
            </a:custGeom>
            <a:solidFill>
              <a:srgbClr val="E05C5C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1448288" y="3218688"/>
            <a:ext cx="2286000" cy="512064"/>
            <a:chOff x="0" y="0"/>
            <a:chExt cx="3048000" cy="68275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048000" cy="682752"/>
            </a:xfrm>
            <a:custGeom>
              <a:avLst/>
              <a:gdLst/>
              <a:ahLst/>
              <a:cxnLst/>
              <a:rect r="r" b="b" t="t" l="l"/>
              <a:pathLst>
                <a:path h="682752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86" r="0" b="-36986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3048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Critique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3960859" y="3105026"/>
            <a:ext cx="1997459" cy="691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b="true">
                <a:solidFill>
                  <a:srgbClr val="E05C5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P1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009115" y="3114551"/>
            <a:ext cx="192430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TC-16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508254" y="4001262"/>
            <a:ext cx="17271492" cy="958596"/>
            <a:chOff x="0" y="0"/>
            <a:chExt cx="23028656" cy="127812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5080" y="5080"/>
              <a:ext cx="23018496" cy="1267968"/>
            </a:xfrm>
            <a:custGeom>
              <a:avLst/>
              <a:gdLst/>
              <a:ahLst/>
              <a:cxnLst/>
              <a:rect r="r" b="b" t="t" l="l"/>
              <a:pathLst>
                <a:path h="1267968" w="23018496">
                  <a:moveTo>
                    <a:pt x="0" y="0"/>
                  </a:moveTo>
                  <a:lnTo>
                    <a:pt x="23018496" y="0"/>
                  </a:lnTo>
                  <a:lnTo>
                    <a:pt x="23018496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EDF2F7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3028656" cy="1278128"/>
            </a:xfrm>
            <a:custGeom>
              <a:avLst/>
              <a:gdLst/>
              <a:ahLst/>
              <a:cxnLst/>
              <a:rect r="r" b="b" t="t" l="l"/>
              <a:pathLst>
                <a:path h="1278128" w="23028656">
                  <a:moveTo>
                    <a:pt x="5080" y="0"/>
                  </a:moveTo>
                  <a:lnTo>
                    <a:pt x="23023576" y="0"/>
                  </a:lnTo>
                  <a:cubicBezTo>
                    <a:pt x="23026370" y="0"/>
                    <a:pt x="23028656" y="2286"/>
                    <a:pt x="23028656" y="5080"/>
                  </a:cubicBezTo>
                  <a:lnTo>
                    <a:pt x="23028656" y="1273048"/>
                  </a:lnTo>
                  <a:cubicBezTo>
                    <a:pt x="23028656" y="1275842"/>
                    <a:pt x="23026370" y="1278128"/>
                    <a:pt x="23023576" y="1278128"/>
                  </a:cubicBezTo>
                  <a:lnTo>
                    <a:pt x="5080" y="1278128"/>
                  </a:lnTo>
                  <a:cubicBezTo>
                    <a:pt x="2286" y="1278128"/>
                    <a:pt x="0" y="1275842"/>
                    <a:pt x="0" y="1273048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1273048"/>
                  </a:lnTo>
                  <a:lnTo>
                    <a:pt x="5080" y="1273048"/>
                  </a:lnTo>
                  <a:lnTo>
                    <a:pt x="5080" y="1267968"/>
                  </a:lnTo>
                  <a:lnTo>
                    <a:pt x="23023576" y="1267968"/>
                  </a:lnTo>
                  <a:lnTo>
                    <a:pt x="23023576" y="1273048"/>
                  </a:lnTo>
                  <a:lnTo>
                    <a:pt x="23018496" y="1273048"/>
                  </a:lnTo>
                  <a:lnTo>
                    <a:pt x="23018496" y="5080"/>
                  </a:lnTo>
                  <a:lnTo>
                    <a:pt x="23023576" y="5080"/>
                  </a:lnTo>
                  <a:lnTo>
                    <a:pt x="23023576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BD5E0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720347" y="4092578"/>
            <a:ext cx="1083059" cy="691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2E5D8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B-08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854203" y="4092578"/>
            <a:ext cx="6990083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Connexion</a:t>
            </a:r>
            <a:r>
              <a:rPr lang="en-US" sz="21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 (authentification)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8895083" y="4102103"/>
            <a:ext cx="2418083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A</a:t>
            </a: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uth</a:t>
            </a:r>
          </a:p>
          <a:p>
            <a:pPr algn="l">
              <a:lnSpc>
                <a:spcPts val="2400"/>
              </a:lnSpc>
            </a:pPr>
          </a:p>
        </p:txBody>
      </p:sp>
      <p:grpSp>
        <p:nvGrpSpPr>
          <p:cNvPr name="Group 36" id="36"/>
          <p:cNvGrpSpPr/>
          <p:nvPr/>
        </p:nvGrpSpPr>
        <p:grpSpPr>
          <a:xfrm rot="0">
            <a:off x="11435591" y="4193543"/>
            <a:ext cx="2311403" cy="537467"/>
            <a:chOff x="0" y="0"/>
            <a:chExt cx="3081871" cy="71662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16891" y="16891"/>
              <a:ext cx="3048127" cy="682752"/>
            </a:xfrm>
            <a:custGeom>
              <a:avLst/>
              <a:gdLst/>
              <a:ahLst/>
              <a:cxnLst/>
              <a:rect r="r" b="b" t="t" l="l"/>
              <a:pathLst>
                <a:path h="682752" w="3048127">
                  <a:moveTo>
                    <a:pt x="0" y="121920"/>
                  </a:moveTo>
                  <a:cubicBezTo>
                    <a:pt x="0" y="54610"/>
                    <a:pt x="56642" y="0"/>
                    <a:pt x="126619" y="0"/>
                  </a:cubicBezTo>
                  <a:lnTo>
                    <a:pt x="2921508" y="0"/>
                  </a:lnTo>
                  <a:cubicBezTo>
                    <a:pt x="2991358" y="0"/>
                    <a:pt x="3048127" y="54610"/>
                    <a:pt x="3048127" y="121920"/>
                  </a:cubicBezTo>
                  <a:lnTo>
                    <a:pt x="3048127" y="560832"/>
                  </a:lnTo>
                  <a:cubicBezTo>
                    <a:pt x="3048127" y="628142"/>
                    <a:pt x="2991485" y="682752"/>
                    <a:pt x="2921508" y="682752"/>
                  </a:cubicBezTo>
                  <a:lnTo>
                    <a:pt x="126619" y="682752"/>
                  </a:lnTo>
                  <a:cubicBezTo>
                    <a:pt x="56769" y="682752"/>
                    <a:pt x="0" y="628142"/>
                    <a:pt x="0" y="560832"/>
                  </a:cubicBezTo>
                  <a:close/>
                </a:path>
              </a:pathLst>
            </a:custGeom>
            <a:solidFill>
              <a:srgbClr val="F4A623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081909" cy="716534"/>
            </a:xfrm>
            <a:custGeom>
              <a:avLst/>
              <a:gdLst/>
              <a:ahLst/>
              <a:cxnLst/>
              <a:rect r="r" b="b" t="t" l="l"/>
              <a:pathLst>
                <a:path h="716534" w="3081909">
                  <a:moveTo>
                    <a:pt x="0" y="138811"/>
                  </a:moveTo>
                  <a:cubicBezTo>
                    <a:pt x="0" y="61595"/>
                    <a:pt x="64897" y="0"/>
                    <a:pt x="143510" y="0"/>
                  </a:cubicBezTo>
                  <a:lnTo>
                    <a:pt x="2938399" y="0"/>
                  </a:lnTo>
                  <a:lnTo>
                    <a:pt x="2938399" y="16891"/>
                  </a:lnTo>
                  <a:lnTo>
                    <a:pt x="2938399" y="0"/>
                  </a:lnTo>
                  <a:cubicBezTo>
                    <a:pt x="3017012" y="0"/>
                    <a:pt x="3081909" y="61595"/>
                    <a:pt x="3081909" y="138811"/>
                  </a:cubicBezTo>
                  <a:lnTo>
                    <a:pt x="3065018" y="138811"/>
                  </a:lnTo>
                  <a:lnTo>
                    <a:pt x="3081909" y="138811"/>
                  </a:lnTo>
                  <a:lnTo>
                    <a:pt x="3081909" y="577723"/>
                  </a:lnTo>
                  <a:lnTo>
                    <a:pt x="3065018" y="577723"/>
                  </a:lnTo>
                  <a:lnTo>
                    <a:pt x="3081909" y="577723"/>
                  </a:lnTo>
                  <a:cubicBezTo>
                    <a:pt x="3081909" y="654939"/>
                    <a:pt x="3017012" y="716534"/>
                    <a:pt x="2938399" y="716534"/>
                  </a:cubicBezTo>
                  <a:lnTo>
                    <a:pt x="2938399" y="699643"/>
                  </a:lnTo>
                  <a:lnTo>
                    <a:pt x="2938399" y="716534"/>
                  </a:lnTo>
                  <a:lnTo>
                    <a:pt x="143510" y="716534"/>
                  </a:lnTo>
                  <a:lnTo>
                    <a:pt x="143510" y="699643"/>
                  </a:lnTo>
                  <a:lnTo>
                    <a:pt x="143510" y="716534"/>
                  </a:lnTo>
                  <a:cubicBezTo>
                    <a:pt x="64897" y="716661"/>
                    <a:pt x="0" y="655066"/>
                    <a:pt x="0" y="577723"/>
                  </a:cubicBezTo>
                  <a:lnTo>
                    <a:pt x="0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lnTo>
                    <a:pt x="33909" y="577723"/>
                  </a:lnTo>
                  <a:lnTo>
                    <a:pt x="16891" y="577723"/>
                  </a:lnTo>
                  <a:lnTo>
                    <a:pt x="33909" y="577723"/>
                  </a:lnTo>
                  <a:cubicBezTo>
                    <a:pt x="33909" y="635127"/>
                    <a:pt x="82423" y="682752"/>
                    <a:pt x="143510" y="682752"/>
                  </a:cubicBezTo>
                  <a:lnTo>
                    <a:pt x="2938399" y="682752"/>
                  </a:lnTo>
                  <a:cubicBezTo>
                    <a:pt x="2999486" y="682752"/>
                    <a:pt x="3048000" y="635127"/>
                    <a:pt x="3048000" y="577723"/>
                  </a:cubicBezTo>
                  <a:lnTo>
                    <a:pt x="3048000" y="138811"/>
                  </a:lnTo>
                  <a:cubicBezTo>
                    <a:pt x="3048000" y="81407"/>
                    <a:pt x="2999486" y="33782"/>
                    <a:pt x="2938399" y="33782"/>
                  </a:cubicBezTo>
                  <a:lnTo>
                    <a:pt x="143510" y="33782"/>
                  </a:lnTo>
                  <a:lnTo>
                    <a:pt x="143510" y="16891"/>
                  </a:lnTo>
                  <a:lnTo>
                    <a:pt x="143510" y="33909"/>
                  </a:lnTo>
                  <a:cubicBezTo>
                    <a:pt x="82423" y="33909"/>
                    <a:pt x="33909" y="81534"/>
                    <a:pt x="33909" y="138938"/>
                  </a:cubicBezTo>
                  <a:close/>
                </a:path>
              </a:pathLst>
            </a:custGeom>
            <a:solidFill>
              <a:srgbClr val="F4A623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1448288" y="4206240"/>
            <a:ext cx="2286000" cy="512064"/>
            <a:chOff x="0" y="0"/>
            <a:chExt cx="3048000" cy="68275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048000" cy="682752"/>
            </a:xfrm>
            <a:custGeom>
              <a:avLst/>
              <a:gdLst/>
              <a:ahLst/>
              <a:cxnLst/>
              <a:rect r="r" b="b" t="t" l="l"/>
              <a:pathLst>
                <a:path h="682752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86" r="0" b="-36986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3048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Majeure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3960859" y="4092578"/>
            <a:ext cx="1997459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b="true">
                <a:solidFill>
                  <a:srgbClr val="F4A6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P2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6009115" y="4102103"/>
            <a:ext cx="192430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TC-17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1439401" y="4206240"/>
            <a:ext cx="2286000" cy="512064"/>
            <a:chOff x="0" y="0"/>
            <a:chExt cx="3048000" cy="68275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048000" cy="682752"/>
            </a:xfrm>
            <a:custGeom>
              <a:avLst/>
              <a:gdLst/>
              <a:ahLst/>
              <a:cxnLst/>
              <a:rect r="r" b="b" t="t" l="l"/>
              <a:pathLst>
                <a:path h="682752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86" r="0" b="-3698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3048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499367" y="4988814"/>
            <a:ext cx="17271492" cy="958596"/>
            <a:chOff x="0" y="0"/>
            <a:chExt cx="23028656" cy="127812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5080" y="5080"/>
              <a:ext cx="23018496" cy="1267968"/>
            </a:xfrm>
            <a:custGeom>
              <a:avLst/>
              <a:gdLst/>
              <a:ahLst/>
              <a:cxnLst/>
              <a:rect r="r" b="b" t="t" l="l"/>
              <a:pathLst>
                <a:path h="1267968" w="23018496">
                  <a:moveTo>
                    <a:pt x="0" y="0"/>
                  </a:moveTo>
                  <a:lnTo>
                    <a:pt x="23018496" y="0"/>
                  </a:lnTo>
                  <a:lnTo>
                    <a:pt x="23018496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3028656" cy="1278128"/>
            </a:xfrm>
            <a:custGeom>
              <a:avLst/>
              <a:gdLst/>
              <a:ahLst/>
              <a:cxnLst/>
              <a:rect r="r" b="b" t="t" l="l"/>
              <a:pathLst>
                <a:path h="1278128" w="23028656">
                  <a:moveTo>
                    <a:pt x="5080" y="0"/>
                  </a:moveTo>
                  <a:lnTo>
                    <a:pt x="23023576" y="0"/>
                  </a:lnTo>
                  <a:cubicBezTo>
                    <a:pt x="23026370" y="0"/>
                    <a:pt x="23028656" y="2286"/>
                    <a:pt x="23028656" y="5080"/>
                  </a:cubicBezTo>
                  <a:lnTo>
                    <a:pt x="23028656" y="1273048"/>
                  </a:lnTo>
                  <a:cubicBezTo>
                    <a:pt x="23028656" y="1275842"/>
                    <a:pt x="23026370" y="1278128"/>
                    <a:pt x="23023576" y="1278128"/>
                  </a:cubicBezTo>
                  <a:lnTo>
                    <a:pt x="5080" y="1278128"/>
                  </a:lnTo>
                  <a:cubicBezTo>
                    <a:pt x="2286" y="1278128"/>
                    <a:pt x="0" y="1275842"/>
                    <a:pt x="0" y="1273048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1273048"/>
                  </a:lnTo>
                  <a:lnTo>
                    <a:pt x="5080" y="1273048"/>
                  </a:lnTo>
                  <a:lnTo>
                    <a:pt x="5080" y="1267968"/>
                  </a:lnTo>
                  <a:lnTo>
                    <a:pt x="23023576" y="1267968"/>
                  </a:lnTo>
                  <a:lnTo>
                    <a:pt x="23023576" y="1273048"/>
                  </a:lnTo>
                  <a:lnTo>
                    <a:pt x="23018496" y="1273048"/>
                  </a:lnTo>
                  <a:lnTo>
                    <a:pt x="23018496" y="5080"/>
                  </a:lnTo>
                  <a:lnTo>
                    <a:pt x="23023576" y="5080"/>
                  </a:lnTo>
                  <a:lnTo>
                    <a:pt x="23023576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BD5E0"/>
            </a:solid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711460" y="5080130"/>
            <a:ext cx="1083059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2E5D8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B-09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845316" y="5080130"/>
            <a:ext cx="699008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Rej</a:t>
            </a:r>
            <a:r>
              <a:rPr lang="en-US" sz="21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et d'un email invalide (côté serveur)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8886196" y="5089655"/>
            <a:ext cx="2418083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A</a:t>
            </a: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uth</a:t>
            </a:r>
          </a:p>
          <a:p>
            <a:pPr algn="l">
              <a:lnSpc>
                <a:spcPts val="2400"/>
              </a:lnSpc>
            </a:pPr>
          </a:p>
        </p:txBody>
      </p:sp>
      <p:grpSp>
        <p:nvGrpSpPr>
          <p:cNvPr name="Group 53" id="53"/>
          <p:cNvGrpSpPr/>
          <p:nvPr/>
        </p:nvGrpSpPr>
        <p:grpSpPr>
          <a:xfrm rot="0">
            <a:off x="11426704" y="5181095"/>
            <a:ext cx="2311403" cy="537467"/>
            <a:chOff x="0" y="0"/>
            <a:chExt cx="3081871" cy="716623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3048127" cy="682752"/>
            </a:xfrm>
            <a:custGeom>
              <a:avLst/>
              <a:gdLst/>
              <a:ahLst/>
              <a:cxnLst/>
              <a:rect r="r" b="b" t="t" l="l"/>
              <a:pathLst>
                <a:path h="682752" w="3048127">
                  <a:moveTo>
                    <a:pt x="0" y="121920"/>
                  </a:moveTo>
                  <a:cubicBezTo>
                    <a:pt x="0" y="54610"/>
                    <a:pt x="56642" y="0"/>
                    <a:pt x="126619" y="0"/>
                  </a:cubicBezTo>
                  <a:lnTo>
                    <a:pt x="2921508" y="0"/>
                  </a:lnTo>
                  <a:cubicBezTo>
                    <a:pt x="2991358" y="0"/>
                    <a:pt x="3048127" y="54610"/>
                    <a:pt x="3048127" y="121920"/>
                  </a:cubicBezTo>
                  <a:lnTo>
                    <a:pt x="3048127" y="560832"/>
                  </a:lnTo>
                  <a:cubicBezTo>
                    <a:pt x="3048127" y="628142"/>
                    <a:pt x="2991485" y="682752"/>
                    <a:pt x="2921508" y="682752"/>
                  </a:cubicBezTo>
                  <a:lnTo>
                    <a:pt x="126619" y="682752"/>
                  </a:lnTo>
                  <a:cubicBezTo>
                    <a:pt x="56769" y="682752"/>
                    <a:pt x="0" y="628142"/>
                    <a:pt x="0" y="560832"/>
                  </a:cubicBezTo>
                  <a:close/>
                </a:path>
              </a:pathLst>
            </a:custGeom>
            <a:solidFill>
              <a:srgbClr val="F4A623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081909" cy="716534"/>
            </a:xfrm>
            <a:custGeom>
              <a:avLst/>
              <a:gdLst/>
              <a:ahLst/>
              <a:cxnLst/>
              <a:rect r="r" b="b" t="t" l="l"/>
              <a:pathLst>
                <a:path h="716534" w="3081909">
                  <a:moveTo>
                    <a:pt x="0" y="138811"/>
                  </a:moveTo>
                  <a:cubicBezTo>
                    <a:pt x="0" y="61595"/>
                    <a:pt x="64897" y="0"/>
                    <a:pt x="143510" y="0"/>
                  </a:cubicBezTo>
                  <a:lnTo>
                    <a:pt x="2938399" y="0"/>
                  </a:lnTo>
                  <a:lnTo>
                    <a:pt x="2938399" y="16891"/>
                  </a:lnTo>
                  <a:lnTo>
                    <a:pt x="2938399" y="0"/>
                  </a:lnTo>
                  <a:cubicBezTo>
                    <a:pt x="3017012" y="0"/>
                    <a:pt x="3081909" y="61595"/>
                    <a:pt x="3081909" y="138811"/>
                  </a:cubicBezTo>
                  <a:lnTo>
                    <a:pt x="3065018" y="138811"/>
                  </a:lnTo>
                  <a:lnTo>
                    <a:pt x="3081909" y="138811"/>
                  </a:lnTo>
                  <a:lnTo>
                    <a:pt x="3081909" y="577723"/>
                  </a:lnTo>
                  <a:lnTo>
                    <a:pt x="3065018" y="577723"/>
                  </a:lnTo>
                  <a:lnTo>
                    <a:pt x="3081909" y="577723"/>
                  </a:lnTo>
                  <a:cubicBezTo>
                    <a:pt x="3081909" y="654939"/>
                    <a:pt x="3017012" y="716534"/>
                    <a:pt x="2938399" y="716534"/>
                  </a:cubicBezTo>
                  <a:lnTo>
                    <a:pt x="2938399" y="699643"/>
                  </a:lnTo>
                  <a:lnTo>
                    <a:pt x="2938399" y="716534"/>
                  </a:lnTo>
                  <a:lnTo>
                    <a:pt x="143510" y="716534"/>
                  </a:lnTo>
                  <a:lnTo>
                    <a:pt x="143510" y="699643"/>
                  </a:lnTo>
                  <a:lnTo>
                    <a:pt x="143510" y="716534"/>
                  </a:lnTo>
                  <a:cubicBezTo>
                    <a:pt x="64897" y="716661"/>
                    <a:pt x="0" y="655066"/>
                    <a:pt x="0" y="577723"/>
                  </a:cubicBezTo>
                  <a:lnTo>
                    <a:pt x="0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lnTo>
                    <a:pt x="33909" y="577723"/>
                  </a:lnTo>
                  <a:lnTo>
                    <a:pt x="16891" y="577723"/>
                  </a:lnTo>
                  <a:lnTo>
                    <a:pt x="33909" y="577723"/>
                  </a:lnTo>
                  <a:cubicBezTo>
                    <a:pt x="33909" y="635127"/>
                    <a:pt x="82423" y="682752"/>
                    <a:pt x="143510" y="682752"/>
                  </a:cubicBezTo>
                  <a:lnTo>
                    <a:pt x="2938399" y="682752"/>
                  </a:lnTo>
                  <a:cubicBezTo>
                    <a:pt x="2999486" y="682752"/>
                    <a:pt x="3048000" y="635127"/>
                    <a:pt x="3048000" y="577723"/>
                  </a:cubicBezTo>
                  <a:lnTo>
                    <a:pt x="3048000" y="138811"/>
                  </a:lnTo>
                  <a:cubicBezTo>
                    <a:pt x="3048000" y="81407"/>
                    <a:pt x="2999486" y="33782"/>
                    <a:pt x="2938399" y="33782"/>
                  </a:cubicBezTo>
                  <a:lnTo>
                    <a:pt x="143510" y="33782"/>
                  </a:lnTo>
                  <a:lnTo>
                    <a:pt x="143510" y="16891"/>
                  </a:lnTo>
                  <a:lnTo>
                    <a:pt x="143510" y="33909"/>
                  </a:lnTo>
                  <a:cubicBezTo>
                    <a:pt x="82423" y="33909"/>
                    <a:pt x="33909" y="81534"/>
                    <a:pt x="33909" y="138938"/>
                  </a:cubicBezTo>
                  <a:close/>
                </a:path>
              </a:pathLst>
            </a:custGeom>
            <a:solidFill>
              <a:srgbClr val="F4A623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1439401" y="5193792"/>
            <a:ext cx="2286000" cy="512064"/>
            <a:chOff x="0" y="0"/>
            <a:chExt cx="3048000" cy="68275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048000" cy="682752"/>
            </a:xfrm>
            <a:custGeom>
              <a:avLst/>
              <a:gdLst/>
              <a:ahLst/>
              <a:cxnLst/>
              <a:rect r="r" b="b" t="t" l="l"/>
              <a:pathLst>
                <a:path h="682752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86" r="0" b="-36986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3048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Majeure</a:t>
              </a: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13951972" y="5080130"/>
            <a:ext cx="1997459" cy="691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b="true">
                <a:solidFill>
                  <a:srgbClr val="F4A6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P2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6000228" y="5089655"/>
            <a:ext cx="192430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TC-27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499367" y="5976366"/>
            <a:ext cx="17271492" cy="958596"/>
            <a:chOff x="0" y="0"/>
            <a:chExt cx="23028656" cy="127812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5080" y="5080"/>
              <a:ext cx="23018496" cy="1267968"/>
            </a:xfrm>
            <a:custGeom>
              <a:avLst/>
              <a:gdLst/>
              <a:ahLst/>
              <a:cxnLst/>
              <a:rect r="r" b="b" t="t" l="l"/>
              <a:pathLst>
                <a:path h="1267968" w="23018496">
                  <a:moveTo>
                    <a:pt x="0" y="0"/>
                  </a:moveTo>
                  <a:lnTo>
                    <a:pt x="23018496" y="0"/>
                  </a:lnTo>
                  <a:lnTo>
                    <a:pt x="23018496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EDF2F7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3028656" cy="1278128"/>
            </a:xfrm>
            <a:custGeom>
              <a:avLst/>
              <a:gdLst/>
              <a:ahLst/>
              <a:cxnLst/>
              <a:rect r="r" b="b" t="t" l="l"/>
              <a:pathLst>
                <a:path h="1278128" w="23028656">
                  <a:moveTo>
                    <a:pt x="5080" y="0"/>
                  </a:moveTo>
                  <a:lnTo>
                    <a:pt x="23023576" y="0"/>
                  </a:lnTo>
                  <a:cubicBezTo>
                    <a:pt x="23026370" y="0"/>
                    <a:pt x="23028656" y="2286"/>
                    <a:pt x="23028656" y="5080"/>
                  </a:cubicBezTo>
                  <a:lnTo>
                    <a:pt x="23028656" y="1273048"/>
                  </a:lnTo>
                  <a:cubicBezTo>
                    <a:pt x="23028656" y="1275842"/>
                    <a:pt x="23026370" y="1278128"/>
                    <a:pt x="23023576" y="1278128"/>
                  </a:cubicBezTo>
                  <a:lnTo>
                    <a:pt x="5080" y="1278128"/>
                  </a:lnTo>
                  <a:cubicBezTo>
                    <a:pt x="2286" y="1278128"/>
                    <a:pt x="0" y="1275842"/>
                    <a:pt x="0" y="1273048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1273048"/>
                  </a:lnTo>
                  <a:lnTo>
                    <a:pt x="5080" y="1273048"/>
                  </a:lnTo>
                  <a:lnTo>
                    <a:pt x="5080" y="1267968"/>
                  </a:lnTo>
                  <a:lnTo>
                    <a:pt x="23023576" y="1267968"/>
                  </a:lnTo>
                  <a:lnTo>
                    <a:pt x="23023576" y="1273048"/>
                  </a:lnTo>
                  <a:lnTo>
                    <a:pt x="23018496" y="1273048"/>
                  </a:lnTo>
                  <a:lnTo>
                    <a:pt x="23018496" y="5080"/>
                  </a:lnTo>
                  <a:lnTo>
                    <a:pt x="23023576" y="5080"/>
                  </a:lnTo>
                  <a:lnTo>
                    <a:pt x="23023576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BD5E0"/>
            </a:solidFill>
          </p:spPr>
        </p:sp>
      </p:grpSp>
      <p:sp>
        <p:nvSpPr>
          <p:cNvPr name="TextBox 64" id="64"/>
          <p:cNvSpPr txBox="true"/>
          <p:nvPr/>
        </p:nvSpPr>
        <p:spPr>
          <a:xfrm rot="0">
            <a:off x="711460" y="6067682"/>
            <a:ext cx="1083059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2E5D8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B-10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845316" y="6067682"/>
            <a:ext cx="699008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Rej</a:t>
            </a:r>
            <a:r>
              <a:rPr lang="en-US" sz="21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et d'un email invalide (côté serveur)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8886196" y="6077207"/>
            <a:ext cx="2418083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Forms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11426704" y="6168647"/>
            <a:ext cx="2311403" cy="537467"/>
            <a:chOff x="0" y="0"/>
            <a:chExt cx="3081871" cy="716623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16891" y="16891"/>
              <a:ext cx="3048127" cy="682752"/>
            </a:xfrm>
            <a:custGeom>
              <a:avLst/>
              <a:gdLst/>
              <a:ahLst/>
              <a:cxnLst/>
              <a:rect r="r" b="b" t="t" l="l"/>
              <a:pathLst>
                <a:path h="682752" w="3048127">
                  <a:moveTo>
                    <a:pt x="0" y="121920"/>
                  </a:moveTo>
                  <a:cubicBezTo>
                    <a:pt x="0" y="54610"/>
                    <a:pt x="56642" y="0"/>
                    <a:pt x="126619" y="0"/>
                  </a:cubicBezTo>
                  <a:lnTo>
                    <a:pt x="2921508" y="0"/>
                  </a:lnTo>
                  <a:cubicBezTo>
                    <a:pt x="2991358" y="0"/>
                    <a:pt x="3048127" y="54610"/>
                    <a:pt x="3048127" y="121920"/>
                  </a:cubicBezTo>
                  <a:lnTo>
                    <a:pt x="3048127" y="560832"/>
                  </a:lnTo>
                  <a:cubicBezTo>
                    <a:pt x="3048127" y="628142"/>
                    <a:pt x="2991485" y="682752"/>
                    <a:pt x="2921508" y="682752"/>
                  </a:cubicBezTo>
                  <a:lnTo>
                    <a:pt x="126619" y="682752"/>
                  </a:lnTo>
                  <a:cubicBezTo>
                    <a:pt x="56769" y="682752"/>
                    <a:pt x="0" y="628142"/>
                    <a:pt x="0" y="560832"/>
                  </a:cubicBezTo>
                  <a:close/>
                </a:path>
              </a:pathLst>
            </a:custGeom>
            <a:solidFill>
              <a:srgbClr val="E05C5C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081909" cy="716534"/>
            </a:xfrm>
            <a:custGeom>
              <a:avLst/>
              <a:gdLst/>
              <a:ahLst/>
              <a:cxnLst/>
              <a:rect r="r" b="b" t="t" l="l"/>
              <a:pathLst>
                <a:path h="716534" w="3081909">
                  <a:moveTo>
                    <a:pt x="0" y="138811"/>
                  </a:moveTo>
                  <a:cubicBezTo>
                    <a:pt x="0" y="61595"/>
                    <a:pt x="64897" y="0"/>
                    <a:pt x="143510" y="0"/>
                  </a:cubicBezTo>
                  <a:lnTo>
                    <a:pt x="2938399" y="0"/>
                  </a:lnTo>
                  <a:lnTo>
                    <a:pt x="2938399" y="16891"/>
                  </a:lnTo>
                  <a:lnTo>
                    <a:pt x="2938399" y="0"/>
                  </a:lnTo>
                  <a:cubicBezTo>
                    <a:pt x="3017012" y="0"/>
                    <a:pt x="3081909" y="61595"/>
                    <a:pt x="3081909" y="138811"/>
                  </a:cubicBezTo>
                  <a:lnTo>
                    <a:pt x="3065018" y="138811"/>
                  </a:lnTo>
                  <a:lnTo>
                    <a:pt x="3081909" y="138811"/>
                  </a:lnTo>
                  <a:lnTo>
                    <a:pt x="3081909" y="577723"/>
                  </a:lnTo>
                  <a:lnTo>
                    <a:pt x="3065018" y="577723"/>
                  </a:lnTo>
                  <a:lnTo>
                    <a:pt x="3081909" y="577723"/>
                  </a:lnTo>
                  <a:cubicBezTo>
                    <a:pt x="3081909" y="654939"/>
                    <a:pt x="3017012" y="716534"/>
                    <a:pt x="2938399" y="716534"/>
                  </a:cubicBezTo>
                  <a:lnTo>
                    <a:pt x="2938399" y="699643"/>
                  </a:lnTo>
                  <a:lnTo>
                    <a:pt x="2938399" y="716534"/>
                  </a:lnTo>
                  <a:lnTo>
                    <a:pt x="143510" y="716534"/>
                  </a:lnTo>
                  <a:lnTo>
                    <a:pt x="143510" y="699643"/>
                  </a:lnTo>
                  <a:lnTo>
                    <a:pt x="143510" y="716534"/>
                  </a:lnTo>
                  <a:cubicBezTo>
                    <a:pt x="64897" y="716661"/>
                    <a:pt x="0" y="655066"/>
                    <a:pt x="0" y="577723"/>
                  </a:cubicBezTo>
                  <a:lnTo>
                    <a:pt x="0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lnTo>
                    <a:pt x="33909" y="577723"/>
                  </a:lnTo>
                  <a:lnTo>
                    <a:pt x="16891" y="577723"/>
                  </a:lnTo>
                  <a:lnTo>
                    <a:pt x="33909" y="577723"/>
                  </a:lnTo>
                  <a:cubicBezTo>
                    <a:pt x="33909" y="635127"/>
                    <a:pt x="82423" y="682752"/>
                    <a:pt x="143510" y="682752"/>
                  </a:cubicBezTo>
                  <a:lnTo>
                    <a:pt x="2938399" y="682752"/>
                  </a:lnTo>
                  <a:cubicBezTo>
                    <a:pt x="2999486" y="682752"/>
                    <a:pt x="3048000" y="635127"/>
                    <a:pt x="3048000" y="577723"/>
                  </a:cubicBezTo>
                  <a:lnTo>
                    <a:pt x="3048000" y="138811"/>
                  </a:lnTo>
                  <a:cubicBezTo>
                    <a:pt x="3048000" y="81407"/>
                    <a:pt x="2999486" y="33782"/>
                    <a:pt x="2938399" y="33782"/>
                  </a:cubicBezTo>
                  <a:lnTo>
                    <a:pt x="143510" y="33782"/>
                  </a:lnTo>
                  <a:lnTo>
                    <a:pt x="143510" y="16891"/>
                  </a:lnTo>
                  <a:lnTo>
                    <a:pt x="143510" y="33909"/>
                  </a:lnTo>
                  <a:cubicBezTo>
                    <a:pt x="82423" y="33909"/>
                    <a:pt x="33909" y="81534"/>
                    <a:pt x="33909" y="138938"/>
                  </a:cubicBezTo>
                  <a:close/>
                </a:path>
              </a:pathLst>
            </a:custGeom>
            <a:solidFill>
              <a:srgbClr val="E05C5C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1439401" y="6181344"/>
            <a:ext cx="2286000" cy="512064"/>
            <a:chOff x="0" y="0"/>
            <a:chExt cx="3048000" cy="68275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048000" cy="682752"/>
            </a:xfrm>
            <a:custGeom>
              <a:avLst/>
              <a:gdLst/>
              <a:ahLst/>
              <a:cxnLst/>
              <a:rect r="r" b="b" t="t" l="l"/>
              <a:pathLst>
                <a:path h="682752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86" r="0" b="-36986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3048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Critique</a:t>
              </a:r>
            </a:p>
          </p:txBody>
        </p:sp>
      </p:grpSp>
      <p:sp>
        <p:nvSpPr>
          <p:cNvPr name="TextBox 73" id="73"/>
          <p:cNvSpPr txBox="true"/>
          <p:nvPr/>
        </p:nvSpPr>
        <p:spPr>
          <a:xfrm rot="0">
            <a:off x="13951972" y="6067682"/>
            <a:ext cx="1997459" cy="691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b="true">
                <a:solidFill>
                  <a:srgbClr val="E05C5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P1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6000228" y="6077207"/>
            <a:ext cx="192430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TC-31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9071372" y="9801854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E5D8E"/>
                </a:solidFill>
                <a:latin typeface="Open Sans"/>
                <a:ea typeface="Open Sans"/>
                <a:cs typeface="Open Sans"/>
                <a:sym typeface="Open San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1C2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48640" y="721995"/>
            <a:ext cx="7315200" cy="7690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0"/>
              </a:lnSpc>
            </a:pPr>
            <a:r>
              <a:rPr lang="en-US" sz="24000" b="true">
                <a:solidFill>
                  <a:srgbClr val="28384A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05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12697" y="-12697"/>
            <a:ext cx="354587" cy="10312403"/>
            <a:chOff x="0" y="0"/>
            <a:chExt cx="472783" cy="1374987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6891" y="16891"/>
              <a:ext cx="43891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6C63FF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7269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3732890"/>
                  </a:lnTo>
                  <a:cubicBezTo>
                    <a:pt x="472694" y="13742290"/>
                    <a:pt x="465074" y="13749782"/>
                    <a:pt x="45580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455803" y="13716000"/>
                  </a:lnTo>
                  <a:lnTo>
                    <a:pt x="455803" y="13732890"/>
                  </a:lnTo>
                  <a:lnTo>
                    <a:pt x="438912" y="13732890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C63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05840" y="2550795"/>
            <a:ext cx="16459200" cy="2021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 b="true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Intégration de l'IA Générative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5840" y="4688205"/>
            <a:ext cx="14630400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i="true">
                <a:solidFill>
                  <a:srgbClr val="6C63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Cas d'usage · Prompts · Scripts générés · Justifications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-12697" y="9588503"/>
            <a:ext cx="18313403" cy="711203"/>
            <a:chOff x="0" y="0"/>
            <a:chExt cx="24417871" cy="9482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4383999" cy="914400"/>
            </a:xfrm>
            <a:custGeom>
              <a:avLst/>
              <a:gdLst/>
              <a:ahLst/>
              <a:cxnLst/>
              <a:rect r="r" b="b" t="t" l="l"/>
              <a:pathLst>
                <a:path h="9144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131E29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417782" cy="948184"/>
            </a:xfrm>
            <a:custGeom>
              <a:avLst/>
              <a:gdLst/>
              <a:ahLst/>
              <a:cxnLst/>
              <a:rect r="r" b="b" t="t" l="l"/>
              <a:pathLst>
                <a:path h="94818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931291"/>
                  </a:lnTo>
                  <a:cubicBezTo>
                    <a:pt x="24417782" y="940689"/>
                    <a:pt x="24410163" y="948182"/>
                    <a:pt x="24400890" y="948182"/>
                  </a:cubicBezTo>
                  <a:lnTo>
                    <a:pt x="16891" y="948182"/>
                  </a:lnTo>
                  <a:cubicBezTo>
                    <a:pt x="7620" y="948309"/>
                    <a:pt x="0" y="940689"/>
                    <a:pt x="0" y="931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31291"/>
                  </a:lnTo>
                  <a:lnTo>
                    <a:pt x="16891" y="931291"/>
                  </a:lnTo>
                  <a:lnTo>
                    <a:pt x="16891" y="914400"/>
                  </a:lnTo>
                  <a:lnTo>
                    <a:pt x="24400890" y="914400"/>
                  </a:lnTo>
                  <a:lnTo>
                    <a:pt x="24400890" y="931291"/>
                  </a:lnTo>
                  <a:lnTo>
                    <a:pt x="24384000" y="931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31E29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05840" y="9599676"/>
            <a:ext cx="16459200" cy="623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Orientini.com  ·  Tests Selenium  ·  2025-2026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071372" y="9801854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E5D8E"/>
                </a:solidFill>
                <a:latin typeface="Open Sans"/>
                <a:ea typeface="Open Sans"/>
                <a:cs typeface="Open Sans"/>
                <a:sym typeface="Open San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183387"/>
            <a:chOff x="0" y="0"/>
            <a:chExt cx="24417871" cy="29111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877312"/>
            </a:xfrm>
            <a:custGeom>
              <a:avLst/>
              <a:gdLst/>
              <a:ahLst/>
              <a:cxnLst/>
              <a:rect r="r" b="b" t="t" l="l"/>
              <a:pathLst>
                <a:path h="287731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877312"/>
                  </a:lnTo>
                  <a:lnTo>
                    <a:pt x="0" y="2877312"/>
                  </a:lnTo>
                  <a:close/>
                </a:path>
              </a:pathLst>
            </a:custGeom>
            <a:solidFill>
              <a:srgbClr val="1C2B3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911094"/>
            </a:xfrm>
            <a:custGeom>
              <a:avLst/>
              <a:gdLst/>
              <a:ahLst/>
              <a:cxnLst/>
              <a:rect r="r" b="b" t="t" l="l"/>
              <a:pathLst>
                <a:path h="291109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894203"/>
                  </a:lnTo>
                  <a:cubicBezTo>
                    <a:pt x="24417782" y="2903601"/>
                    <a:pt x="24410163" y="2911094"/>
                    <a:pt x="24400890" y="2911094"/>
                  </a:cubicBezTo>
                  <a:lnTo>
                    <a:pt x="16891" y="2911094"/>
                  </a:lnTo>
                  <a:cubicBezTo>
                    <a:pt x="7493" y="2911094"/>
                    <a:pt x="0" y="2903474"/>
                    <a:pt x="0" y="28942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94203"/>
                  </a:lnTo>
                  <a:lnTo>
                    <a:pt x="16891" y="2894203"/>
                  </a:lnTo>
                  <a:lnTo>
                    <a:pt x="16891" y="2877312"/>
                  </a:lnTo>
                  <a:lnTo>
                    <a:pt x="24400890" y="2877312"/>
                  </a:lnTo>
                  <a:lnTo>
                    <a:pt x="24400890" y="2894203"/>
                  </a:lnTo>
                  <a:lnTo>
                    <a:pt x="24384000" y="289420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B3A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731520" y="173355"/>
            <a:ext cx="16824960" cy="1143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200" b="true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Usages de l'IA Générative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31520" y="1278636"/>
            <a:ext cx="16824960" cy="733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i="true">
                <a:solidFill>
                  <a:srgbClr val="02809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4 cas d'usage concrets appliqués au projet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505711" y="2371087"/>
            <a:ext cx="17276569" cy="1658617"/>
            <a:chOff x="0" y="0"/>
            <a:chExt cx="23035425" cy="22114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8509" y="8509"/>
              <a:ext cx="23018369" cy="2194560"/>
            </a:xfrm>
            <a:custGeom>
              <a:avLst/>
              <a:gdLst/>
              <a:ahLst/>
              <a:cxnLst/>
              <a:rect r="r" b="b" t="t" l="l"/>
              <a:pathLst>
                <a:path h="2194560" w="23018369">
                  <a:moveTo>
                    <a:pt x="0" y="243840"/>
                  </a:moveTo>
                  <a:cubicBezTo>
                    <a:pt x="0" y="109093"/>
                    <a:pt x="109855" y="0"/>
                    <a:pt x="245491" y="0"/>
                  </a:cubicBezTo>
                  <a:lnTo>
                    <a:pt x="22772879" y="0"/>
                  </a:lnTo>
                  <a:cubicBezTo>
                    <a:pt x="22908515" y="0"/>
                    <a:pt x="23018369" y="109220"/>
                    <a:pt x="23018369" y="243840"/>
                  </a:cubicBezTo>
                  <a:lnTo>
                    <a:pt x="23018369" y="1950720"/>
                  </a:lnTo>
                  <a:cubicBezTo>
                    <a:pt x="23018369" y="2085340"/>
                    <a:pt x="22908388" y="2194560"/>
                    <a:pt x="22772879" y="2194560"/>
                  </a:cubicBezTo>
                  <a:lnTo>
                    <a:pt x="245491" y="2194560"/>
                  </a:lnTo>
                  <a:cubicBezTo>
                    <a:pt x="109855" y="2194560"/>
                    <a:pt x="0" y="2085340"/>
                    <a:pt x="0" y="19507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035388" cy="2211578"/>
            </a:xfrm>
            <a:custGeom>
              <a:avLst/>
              <a:gdLst/>
              <a:ahLst/>
              <a:cxnLst/>
              <a:rect r="r" b="b" t="t" l="l"/>
              <a:pathLst>
                <a:path h="2211578" w="23035388">
                  <a:moveTo>
                    <a:pt x="0" y="252349"/>
                  </a:moveTo>
                  <a:cubicBezTo>
                    <a:pt x="0" y="112903"/>
                    <a:pt x="113792" y="0"/>
                    <a:pt x="254000" y="0"/>
                  </a:cubicBezTo>
                  <a:lnTo>
                    <a:pt x="22781388" y="0"/>
                  </a:lnTo>
                  <a:lnTo>
                    <a:pt x="22781388" y="8509"/>
                  </a:lnTo>
                  <a:lnTo>
                    <a:pt x="22781388" y="0"/>
                  </a:lnTo>
                  <a:cubicBezTo>
                    <a:pt x="22921596" y="0"/>
                    <a:pt x="23035388" y="112903"/>
                    <a:pt x="23035388" y="252349"/>
                  </a:cubicBezTo>
                  <a:lnTo>
                    <a:pt x="23026878" y="252349"/>
                  </a:lnTo>
                  <a:lnTo>
                    <a:pt x="23035388" y="252349"/>
                  </a:lnTo>
                  <a:lnTo>
                    <a:pt x="23035388" y="1959229"/>
                  </a:lnTo>
                  <a:lnTo>
                    <a:pt x="23026878" y="1959229"/>
                  </a:lnTo>
                  <a:lnTo>
                    <a:pt x="23035388" y="1959229"/>
                  </a:lnTo>
                  <a:cubicBezTo>
                    <a:pt x="23035388" y="2098675"/>
                    <a:pt x="22921596" y="2211578"/>
                    <a:pt x="22781388" y="2211578"/>
                  </a:cubicBezTo>
                  <a:lnTo>
                    <a:pt x="22781388" y="2203069"/>
                  </a:lnTo>
                  <a:lnTo>
                    <a:pt x="22781388" y="2211578"/>
                  </a:lnTo>
                  <a:lnTo>
                    <a:pt x="254000" y="2211578"/>
                  </a:lnTo>
                  <a:lnTo>
                    <a:pt x="254000" y="2203069"/>
                  </a:lnTo>
                  <a:lnTo>
                    <a:pt x="254000" y="2211578"/>
                  </a:lnTo>
                  <a:cubicBezTo>
                    <a:pt x="113792" y="2211578"/>
                    <a:pt x="0" y="2098675"/>
                    <a:pt x="0" y="1959229"/>
                  </a:cubicBezTo>
                  <a:lnTo>
                    <a:pt x="0" y="252349"/>
                  </a:lnTo>
                  <a:lnTo>
                    <a:pt x="8509" y="252349"/>
                  </a:lnTo>
                  <a:lnTo>
                    <a:pt x="0" y="252349"/>
                  </a:lnTo>
                  <a:moveTo>
                    <a:pt x="16891" y="252349"/>
                  </a:moveTo>
                  <a:lnTo>
                    <a:pt x="16891" y="1959229"/>
                  </a:lnTo>
                  <a:lnTo>
                    <a:pt x="8509" y="1959229"/>
                  </a:lnTo>
                  <a:lnTo>
                    <a:pt x="17018" y="1959229"/>
                  </a:lnTo>
                  <a:cubicBezTo>
                    <a:pt x="16891" y="2089150"/>
                    <a:pt x="123063" y="2194560"/>
                    <a:pt x="254000" y="2194560"/>
                  </a:cubicBezTo>
                  <a:lnTo>
                    <a:pt x="22781388" y="2194560"/>
                  </a:lnTo>
                  <a:cubicBezTo>
                    <a:pt x="22912325" y="2194560"/>
                    <a:pt x="23018497" y="2089150"/>
                    <a:pt x="23018497" y="1959229"/>
                  </a:cubicBezTo>
                  <a:lnTo>
                    <a:pt x="23018497" y="252349"/>
                  </a:lnTo>
                  <a:cubicBezTo>
                    <a:pt x="23018497" y="122428"/>
                    <a:pt x="22912451" y="17018"/>
                    <a:pt x="22781388" y="17018"/>
                  </a:cubicBezTo>
                  <a:lnTo>
                    <a:pt x="254000" y="17018"/>
                  </a:lnTo>
                  <a:lnTo>
                    <a:pt x="254000" y="8509"/>
                  </a:lnTo>
                  <a:lnTo>
                    <a:pt x="254000" y="17018"/>
                  </a:lnTo>
                  <a:cubicBezTo>
                    <a:pt x="123063" y="16891"/>
                    <a:pt x="16891" y="122428"/>
                    <a:pt x="16891" y="252349"/>
                  </a:cubicBezTo>
                  <a:close/>
                </a:path>
              </a:pathLst>
            </a:custGeom>
            <a:solidFill>
              <a:srgbClr val="CBD5E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18823" y="2620775"/>
            <a:ext cx="1122683" cy="1122683"/>
            <a:chOff x="0" y="0"/>
            <a:chExt cx="1496911" cy="14969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6891" y="16891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6C63F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96822" cy="1496822"/>
            </a:xfrm>
            <a:custGeom>
              <a:avLst/>
              <a:gdLst/>
              <a:ahLst/>
              <a:cxnLst/>
              <a:rect r="r" b="b" t="t" l="l"/>
              <a:pathLst>
                <a:path h="1496822" w="1496822">
                  <a:moveTo>
                    <a:pt x="0" y="748411"/>
                  </a:moveTo>
                  <a:cubicBezTo>
                    <a:pt x="0" y="335153"/>
                    <a:pt x="335153" y="0"/>
                    <a:pt x="748411" y="0"/>
                  </a:cubicBezTo>
                  <a:lnTo>
                    <a:pt x="748411" y="16891"/>
                  </a:lnTo>
                  <a:lnTo>
                    <a:pt x="748411" y="0"/>
                  </a:lnTo>
                  <a:cubicBezTo>
                    <a:pt x="1161796" y="0"/>
                    <a:pt x="1496822" y="335153"/>
                    <a:pt x="1496822" y="748411"/>
                  </a:cubicBezTo>
                  <a:lnTo>
                    <a:pt x="1479931" y="748411"/>
                  </a:lnTo>
                  <a:lnTo>
                    <a:pt x="1496822" y="748411"/>
                  </a:lnTo>
                  <a:cubicBezTo>
                    <a:pt x="1496822" y="1161796"/>
                    <a:pt x="1161669" y="1496822"/>
                    <a:pt x="748411" y="1496822"/>
                  </a:cubicBezTo>
                  <a:lnTo>
                    <a:pt x="748411" y="1479931"/>
                  </a:lnTo>
                  <a:lnTo>
                    <a:pt x="748411" y="1496822"/>
                  </a:lnTo>
                  <a:cubicBezTo>
                    <a:pt x="335153" y="1496949"/>
                    <a:pt x="0" y="1161796"/>
                    <a:pt x="0" y="748411"/>
                  </a:cubicBezTo>
                  <a:lnTo>
                    <a:pt x="16891" y="74841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0" y="748411"/>
                  </a:lnTo>
                  <a:moveTo>
                    <a:pt x="33909" y="748411"/>
                  </a:moveTo>
                  <a:cubicBezTo>
                    <a:pt x="33909" y="757809"/>
                    <a:pt x="26289" y="765302"/>
                    <a:pt x="17018" y="765302"/>
                  </a:cubicBezTo>
                  <a:cubicBezTo>
                    <a:pt x="7747" y="765302"/>
                    <a:pt x="0" y="757809"/>
                    <a:pt x="0" y="748411"/>
                  </a:cubicBezTo>
                  <a:cubicBezTo>
                    <a:pt x="0" y="739013"/>
                    <a:pt x="7620" y="731520"/>
                    <a:pt x="16891" y="731520"/>
                  </a:cubicBezTo>
                  <a:cubicBezTo>
                    <a:pt x="26162" y="731520"/>
                    <a:pt x="33782" y="739140"/>
                    <a:pt x="33782" y="748411"/>
                  </a:cubicBezTo>
                  <a:cubicBezTo>
                    <a:pt x="33782" y="1143127"/>
                    <a:pt x="353695" y="1463040"/>
                    <a:pt x="748411" y="1463040"/>
                  </a:cubicBezTo>
                  <a:cubicBezTo>
                    <a:pt x="1143127" y="1463040"/>
                    <a:pt x="1463040" y="1143127"/>
                    <a:pt x="1463040" y="748411"/>
                  </a:cubicBezTo>
                  <a:cubicBezTo>
                    <a:pt x="1463040" y="353695"/>
                    <a:pt x="1143127" y="33782"/>
                    <a:pt x="748411" y="33782"/>
                  </a:cubicBezTo>
                  <a:lnTo>
                    <a:pt x="748411" y="16891"/>
                  </a:lnTo>
                  <a:lnTo>
                    <a:pt x="748411" y="33909"/>
                  </a:lnTo>
                  <a:cubicBezTo>
                    <a:pt x="353822" y="33909"/>
                    <a:pt x="33909" y="353822"/>
                    <a:pt x="33909" y="748411"/>
                  </a:cubicBezTo>
                  <a:close/>
                </a:path>
              </a:pathLst>
            </a:custGeom>
            <a:solidFill>
              <a:srgbClr val="6C63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731520" y="2633472"/>
            <a:ext cx="1097280" cy="1097280"/>
            <a:chOff x="0" y="0"/>
            <a:chExt cx="1463040" cy="14630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46304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1C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🧠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2066544" y="2550795"/>
            <a:ext cx="51206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6C63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Génération de cas de test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066544" y="3244215"/>
            <a:ext cx="1545336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Prompt : « Génère des cas de test Selenium pour la page de login d'un portail éducatif tunisien bilingue AR/FR ».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05711" y="4236463"/>
            <a:ext cx="17276569" cy="1658617"/>
            <a:chOff x="0" y="0"/>
            <a:chExt cx="23035425" cy="221148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8509" y="8509"/>
              <a:ext cx="23018369" cy="2194560"/>
            </a:xfrm>
            <a:custGeom>
              <a:avLst/>
              <a:gdLst/>
              <a:ahLst/>
              <a:cxnLst/>
              <a:rect r="r" b="b" t="t" l="l"/>
              <a:pathLst>
                <a:path h="2194560" w="23018369">
                  <a:moveTo>
                    <a:pt x="0" y="243840"/>
                  </a:moveTo>
                  <a:cubicBezTo>
                    <a:pt x="0" y="109093"/>
                    <a:pt x="109855" y="0"/>
                    <a:pt x="245491" y="0"/>
                  </a:cubicBezTo>
                  <a:lnTo>
                    <a:pt x="22772879" y="0"/>
                  </a:lnTo>
                  <a:cubicBezTo>
                    <a:pt x="22908515" y="0"/>
                    <a:pt x="23018369" y="109220"/>
                    <a:pt x="23018369" y="243840"/>
                  </a:cubicBezTo>
                  <a:lnTo>
                    <a:pt x="23018369" y="1950720"/>
                  </a:lnTo>
                  <a:cubicBezTo>
                    <a:pt x="23018369" y="2085340"/>
                    <a:pt x="22908388" y="2194560"/>
                    <a:pt x="22772879" y="2194560"/>
                  </a:cubicBezTo>
                  <a:lnTo>
                    <a:pt x="245491" y="2194560"/>
                  </a:lnTo>
                  <a:cubicBezTo>
                    <a:pt x="109855" y="2194560"/>
                    <a:pt x="0" y="2085340"/>
                    <a:pt x="0" y="19507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3035388" cy="2211578"/>
            </a:xfrm>
            <a:custGeom>
              <a:avLst/>
              <a:gdLst/>
              <a:ahLst/>
              <a:cxnLst/>
              <a:rect r="r" b="b" t="t" l="l"/>
              <a:pathLst>
                <a:path h="2211578" w="23035388">
                  <a:moveTo>
                    <a:pt x="0" y="252349"/>
                  </a:moveTo>
                  <a:cubicBezTo>
                    <a:pt x="0" y="112903"/>
                    <a:pt x="113792" y="0"/>
                    <a:pt x="254000" y="0"/>
                  </a:cubicBezTo>
                  <a:lnTo>
                    <a:pt x="22781388" y="0"/>
                  </a:lnTo>
                  <a:lnTo>
                    <a:pt x="22781388" y="8509"/>
                  </a:lnTo>
                  <a:lnTo>
                    <a:pt x="22781388" y="0"/>
                  </a:lnTo>
                  <a:cubicBezTo>
                    <a:pt x="22921596" y="0"/>
                    <a:pt x="23035388" y="112903"/>
                    <a:pt x="23035388" y="252349"/>
                  </a:cubicBezTo>
                  <a:lnTo>
                    <a:pt x="23026878" y="252349"/>
                  </a:lnTo>
                  <a:lnTo>
                    <a:pt x="23035388" y="252349"/>
                  </a:lnTo>
                  <a:lnTo>
                    <a:pt x="23035388" y="1959229"/>
                  </a:lnTo>
                  <a:lnTo>
                    <a:pt x="23026878" y="1959229"/>
                  </a:lnTo>
                  <a:lnTo>
                    <a:pt x="23035388" y="1959229"/>
                  </a:lnTo>
                  <a:cubicBezTo>
                    <a:pt x="23035388" y="2098675"/>
                    <a:pt x="22921596" y="2211578"/>
                    <a:pt x="22781388" y="2211578"/>
                  </a:cubicBezTo>
                  <a:lnTo>
                    <a:pt x="22781388" y="2203069"/>
                  </a:lnTo>
                  <a:lnTo>
                    <a:pt x="22781388" y="2211578"/>
                  </a:lnTo>
                  <a:lnTo>
                    <a:pt x="254000" y="2211578"/>
                  </a:lnTo>
                  <a:lnTo>
                    <a:pt x="254000" y="2203069"/>
                  </a:lnTo>
                  <a:lnTo>
                    <a:pt x="254000" y="2211578"/>
                  </a:lnTo>
                  <a:cubicBezTo>
                    <a:pt x="113792" y="2211578"/>
                    <a:pt x="0" y="2098675"/>
                    <a:pt x="0" y="1959229"/>
                  </a:cubicBezTo>
                  <a:lnTo>
                    <a:pt x="0" y="252349"/>
                  </a:lnTo>
                  <a:lnTo>
                    <a:pt x="8509" y="252349"/>
                  </a:lnTo>
                  <a:lnTo>
                    <a:pt x="0" y="252349"/>
                  </a:lnTo>
                  <a:moveTo>
                    <a:pt x="16891" y="252349"/>
                  </a:moveTo>
                  <a:lnTo>
                    <a:pt x="16891" y="1959229"/>
                  </a:lnTo>
                  <a:lnTo>
                    <a:pt x="8509" y="1959229"/>
                  </a:lnTo>
                  <a:lnTo>
                    <a:pt x="17018" y="1959229"/>
                  </a:lnTo>
                  <a:cubicBezTo>
                    <a:pt x="16891" y="2089150"/>
                    <a:pt x="123063" y="2194560"/>
                    <a:pt x="254000" y="2194560"/>
                  </a:cubicBezTo>
                  <a:lnTo>
                    <a:pt x="22781388" y="2194560"/>
                  </a:lnTo>
                  <a:cubicBezTo>
                    <a:pt x="22912325" y="2194560"/>
                    <a:pt x="23018497" y="2089150"/>
                    <a:pt x="23018497" y="1959229"/>
                  </a:cubicBezTo>
                  <a:lnTo>
                    <a:pt x="23018497" y="252349"/>
                  </a:lnTo>
                  <a:cubicBezTo>
                    <a:pt x="23018497" y="122428"/>
                    <a:pt x="22912451" y="17018"/>
                    <a:pt x="22781388" y="17018"/>
                  </a:cubicBezTo>
                  <a:lnTo>
                    <a:pt x="254000" y="17018"/>
                  </a:lnTo>
                  <a:lnTo>
                    <a:pt x="254000" y="8509"/>
                  </a:lnTo>
                  <a:lnTo>
                    <a:pt x="254000" y="17018"/>
                  </a:lnTo>
                  <a:cubicBezTo>
                    <a:pt x="123063" y="16891"/>
                    <a:pt x="16891" y="122428"/>
                    <a:pt x="16891" y="252349"/>
                  </a:cubicBezTo>
                  <a:close/>
                </a:path>
              </a:pathLst>
            </a:custGeom>
            <a:solidFill>
              <a:srgbClr val="CBD5E0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718823" y="4486151"/>
            <a:ext cx="1122683" cy="1122683"/>
            <a:chOff x="0" y="0"/>
            <a:chExt cx="1496911" cy="149691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6891" y="16891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E05C5C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96822" cy="1496822"/>
            </a:xfrm>
            <a:custGeom>
              <a:avLst/>
              <a:gdLst/>
              <a:ahLst/>
              <a:cxnLst/>
              <a:rect r="r" b="b" t="t" l="l"/>
              <a:pathLst>
                <a:path h="1496822" w="1496822">
                  <a:moveTo>
                    <a:pt x="0" y="748411"/>
                  </a:moveTo>
                  <a:cubicBezTo>
                    <a:pt x="0" y="335153"/>
                    <a:pt x="335153" y="0"/>
                    <a:pt x="748411" y="0"/>
                  </a:cubicBezTo>
                  <a:lnTo>
                    <a:pt x="748411" y="16891"/>
                  </a:lnTo>
                  <a:lnTo>
                    <a:pt x="748411" y="0"/>
                  </a:lnTo>
                  <a:cubicBezTo>
                    <a:pt x="1161796" y="0"/>
                    <a:pt x="1496822" y="335153"/>
                    <a:pt x="1496822" y="748411"/>
                  </a:cubicBezTo>
                  <a:lnTo>
                    <a:pt x="1479931" y="748411"/>
                  </a:lnTo>
                  <a:lnTo>
                    <a:pt x="1496822" y="748411"/>
                  </a:lnTo>
                  <a:cubicBezTo>
                    <a:pt x="1496822" y="1161796"/>
                    <a:pt x="1161669" y="1496822"/>
                    <a:pt x="748411" y="1496822"/>
                  </a:cubicBezTo>
                  <a:lnTo>
                    <a:pt x="748411" y="1479931"/>
                  </a:lnTo>
                  <a:lnTo>
                    <a:pt x="748411" y="1496822"/>
                  </a:lnTo>
                  <a:cubicBezTo>
                    <a:pt x="335153" y="1496949"/>
                    <a:pt x="0" y="1161796"/>
                    <a:pt x="0" y="748411"/>
                  </a:cubicBezTo>
                  <a:lnTo>
                    <a:pt x="16891" y="74841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0" y="748411"/>
                  </a:lnTo>
                  <a:moveTo>
                    <a:pt x="33909" y="748411"/>
                  </a:moveTo>
                  <a:cubicBezTo>
                    <a:pt x="33909" y="757809"/>
                    <a:pt x="26289" y="765302"/>
                    <a:pt x="17018" y="765302"/>
                  </a:cubicBezTo>
                  <a:cubicBezTo>
                    <a:pt x="7747" y="765302"/>
                    <a:pt x="0" y="757809"/>
                    <a:pt x="0" y="748411"/>
                  </a:cubicBezTo>
                  <a:cubicBezTo>
                    <a:pt x="0" y="739013"/>
                    <a:pt x="7620" y="731520"/>
                    <a:pt x="16891" y="731520"/>
                  </a:cubicBezTo>
                  <a:cubicBezTo>
                    <a:pt x="26162" y="731520"/>
                    <a:pt x="33782" y="739140"/>
                    <a:pt x="33782" y="748411"/>
                  </a:cubicBezTo>
                  <a:cubicBezTo>
                    <a:pt x="33782" y="1143127"/>
                    <a:pt x="353695" y="1463040"/>
                    <a:pt x="748411" y="1463040"/>
                  </a:cubicBezTo>
                  <a:cubicBezTo>
                    <a:pt x="1143127" y="1463040"/>
                    <a:pt x="1463040" y="1143127"/>
                    <a:pt x="1463040" y="748411"/>
                  </a:cubicBezTo>
                  <a:cubicBezTo>
                    <a:pt x="1463040" y="353695"/>
                    <a:pt x="1143127" y="33782"/>
                    <a:pt x="748411" y="33782"/>
                  </a:cubicBezTo>
                  <a:lnTo>
                    <a:pt x="748411" y="16891"/>
                  </a:lnTo>
                  <a:lnTo>
                    <a:pt x="748411" y="33909"/>
                  </a:lnTo>
                  <a:cubicBezTo>
                    <a:pt x="353822" y="33909"/>
                    <a:pt x="33909" y="353822"/>
                    <a:pt x="33909" y="748411"/>
                  </a:cubicBezTo>
                  <a:close/>
                </a:path>
              </a:pathLst>
            </a:custGeom>
            <a:solidFill>
              <a:srgbClr val="E05C5C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31520" y="4498848"/>
            <a:ext cx="1097280" cy="1097280"/>
            <a:chOff x="0" y="0"/>
            <a:chExt cx="1463040" cy="14630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146304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1C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🐛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2066544" y="4416171"/>
            <a:ext cx="51206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E05C5C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Analyse des logs d'erreur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066544" y="5109591"/>
            <a:ext cx="15453360" cy="669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Soumission des traces Selenium (ElementNotFound, TimeoutException) à l'IA pour identifier la cause racine et proposer des sélecteurs CSS alternatifs.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505711" y="6101839"/>
            <a:ext cx="17276569" cy="1658617"/>
            <a:chOff x="0" y="0"/>
            <a:chExt cx="23035425" cy="221148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8509" y="8509"/>
              <a:ext cx="23018369" cy="2194560"/>
            </a:xfrm>
            <a:custGeom>
              <a:avLst/>
              <a:gdLst/>
              <a:ahLst/>
              <a:cxnLst/>
              <a:rect r="r" b="b" t="t" l="l"/>
              <a:pathLst>
                <a:path h="2194560" w="23018369">
                  <a:moveTo>
                    <a:pt x="0" y="243840"/>
                  </a:moveTo>
                  <a:cubicBezTo>
                    <a:pt x="0" y="109093"/>
                    <a:pt x="109855" y="0"/>
                    <a:pt x="245491" y="0"/>
                  </a:cubicBezTo>
                  <a:lnTo>
                    <a:pt x="22772879" y="0"/>
                  </a:lnTo>
                  <a:cubicBezTo>
                    <a:pt x="22908515" y="0"/>
                    <a:pt x="23018369" y="109220"/>
                    <a:pt x="23018369" y="243840"/>
                  </a:cubicBezTo>
                  <a:lnTo>
                    <a:pt x="23018369" y="1950720"/>
                  </a:lnTo>
                  <a:cubicBezTo>
                    <a:pt x="23018369" y="2085340"/>
                    <a:pt x="22908388" y="2194560"/>
                    <a:pt x="22772879" y="2194560"/>
                  </a:cubicBezTo>
                  <a:lnTo>
                    <a:pt x="245491" y="2194560"/>
                  </a:lnTo>
                  <a:cubicBezTo>
                    <a:pt x="109855" y="2194560"/>
                    <a:pt x="0" y="2085340"/>
                    <a:pt x="0" y="19507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3035388" cy="2211578"/>
            </a:xfrm>
            <a:custGeom>
              <a:avLst/>
              <a:gdLst/>
              <a:ahLst/>
              <a:cxnLst/>
              <a:rect r="r" b="b" t="t" l="l"/>
              <a:pathLst>
                <a:path h="2211578" w="23035388">
                  <a:moveTo>
                    <a:pt x="0" y="252349"/>
                  </a:moveTo>
                  <a:cubicBezTo>
                    <a:pt x="0" y="112903"/>
                    <a:pt x="113792" y="0"/>
                    <a:pt x="254000" y="0"/>
                  </a:cubicBezTo>
                  <a:lnTo>
                    <a:pt x="22781388" y="0"/>
                  </a:lnTo>
                  <a:lnTo>
                    <a:pt x="22781388" y="8509"/>
                  </a:lnTo>
                  <a:lnTo>
                    <a:pt x="22781388" y="0"/>
                  </a:lnTo>
                  <a:cubicBezTo>
                    <a:pt x="22921596" y="0"/>
                    <a:pt x="23035388" y="112903"/>
                    <a:pt x="23035388" y="252349"/>
                  </a:cubicBezTo>
                  <a:lnTo>
                    <a:pt x="23026878" y="252349"/>
                  </a:lnTo>
                  <a:lnTo>
                    <a:pt x="23035388" y="252349"/>
                  </a:lnTo>
                  <a:lnTo>
                    <a:pt x="23035388" y="1959229"/>
                  </a:lnTo>
                  <a:lnTo>
                    <a:pt x="23026878" y="1959229"/>
                  </a:lnTo>
                  <a:lnTo>
                    <a:pt x="23035388" y="1959229"/>
                  </a:lnTo>
                  <a:cubicBezTo>
                    <a:pt x="23035388" y="2098675"/>
                    <a:pt x="22921596" y="2211578"/>
                    <a:pt x="22781388" y="2211578"/>
                  </a:cubicBezTo>
                  <a:lnTo>
                    <a:pt x="22781388" y="2203069"/>
                  </a:lnTo>
                  <a:lnTo>
                    <a:pt x="22781388" y="2211578"/>
                  </a:lnTo>
                  <a:lnTo>
                    <a:pt x="254000" y="2211578"/>
                  </a:lnTo>
                  <a:lnTo>
                    <a:pt x="254000" y="2203069"/>
                  </a:lnTo>
                  <a:lnTo>
                    <a:pt x="254000" y="2211578"/>
                  </a:lnTo>
                  <a:cubicBezTo>
                    <a:pt x="113792" y="2211578"/>
                    <a:pt x="0" y="2098675"/>
                    <a:pt x="0" y="1959229"/>
                  </a:cubicBezTo>
                  <a:lnTo>
                    <a:pt x="0" y="252349"/>
                  </a:lnTo>
                  <a:lnTo>
                    <a:pt x="8509" y="252349"/>
                  </a:lnTo>
                  <a:lnTo>
                    <a:pt x="0" y="252349"/>
                  </a:lnTo>
                  <a:moveTo>
                    <a:pt x="16891" y="252349"/>
                  </a:moveTo>
                  <a:lnTo>
                    <a:pt x="16891" y="1959229"/>
                  </a:lnTo>
                  <a:lnTo>
                    <a:pt x="8509" y="1959229"/>
                  </a:lnTo>
                  <a:lnTo>
                    <a:pt x="17018" y="1959229"/>
                  </a:lnTo>
                  <a:cubicBezTo>
                    <a:pt x="16891" y="2089150"/>
                    <a:pt x="123063" y="2194560"/>
                    <a:pt x="254000" y="2194560"/>
                  </a:cubicBezTo>
                  <a:lnTo>
                    <a:pt x="22781388" y="2194560"/>
                  </a:lnTo>
                  <a:cubicBezTo>
                    <a:pt x="22912325" y="2194560"/>
                    <a:pt x="23018497" y="2089150"/>
                    <a:pt x="23018497" y="1959229"/>
                  </a:cubicBezTo>
                  <a:lnTo>
                    <a:pt x="23018497" y="252349"/>
                  </a:lnTo>
                  <a:cubicBezTo>
                    <a:pt x="23018497" y="122428"/>
                    <a:pt x="22912451" y="17018"/>
                    <a:pt x="22781388" y="17018"/>
                  </a:cubicBezTo>
                  <a:lnTo>
                    <a:pt x="254000" y="17018"/>
                  </a:lnTo>
                  <a:lnTo>
                    <a:pt x="254000" y="8509"/>
                  </a:lnTo>
                  <a:lnTo>
                    <a:pt x="254000" y="17018"/>
                  </a:lnTo>
                  <a:cubicBezTo>
                    <a:pt x="123063" y="16891"/>
                    <a:pt x="16891" y="122428"/>
                    <a:pt x="16891" y="252349"/>
                  </a:cubicBezTo>
                  <a:close/>
                </a:path>
              </a:pathLst>
            </a:custGeom>
            <a:solidFill>
              <a:srgbClr val="CBD5E0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718823" y="6351527"/>
            <a:ext cx="1122683" cy="1122683"/>
            <a:chOff x="0" y="0"/>
            <a:chExt cx="1496911" cy="149691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2E5D8E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496822" cy="1496822"/>
            </a:xfrm>
            <a:custGeom>
              <a:avLst/>
              <a:gdLst/>
              <a:ahLst/>
              <a:cxnLst/>
              <a:rect r="r" b="b" t="t" l="l"/>
              <a:pathLst>
                <a:path h="1496822" w="1496822">
                  <a:moveTo>
                    <a:pt x="0" y="748411"/>
                  </a:moveTo>
                  <a:cubicBezTo>
                    <a:pt x="0" y="335153"/>
                    <a:pt x="335153" y="0"/>
                    <a:pt x="748411" y="0"/>
                  </a:cubicBezTo>
                  <a:lnTo>
                    <a:pt x="748411" y="16891"/>
                  </a:lnTo>
                  <a:lnTo>
                    <a:pt x="748411" y="0"/>
                  </a:lnTo>
                  <a:cubicBezTo>
                    <a:pt x="1161796" y="0"/>
                    <a:pt x="1496822" y="335153"/>
                    <a:pt x="1496822" y="748411"/>
                  </a:cubicBezTo>
                  <a:lnTo>
                    <a:pt x="1479931" y="748411"/>
                  </a:lnTo>
                  <a:lnTo>
                    <a:pt x="1496822" y="748411"/>
                  </a:lnTo>
                  <a:cubicBezTo>
                    <a:pt x="1496822" y="1161796"/>
                    <a:pt x="1161669" y="1496822"/>
                    <a:pt x="748411" y="1496822"/>
                  </a:cubicBezTo>
                  <a:lnTo>
                    <a:pt x="748411" y="1479931"/>
                  </a:lnTo>
                  <a:lnTo>
                    <a:pt x="748411" y="1496822"/>
                  </a:lnTo>
                  <a:cubicBezTo>
                    <a:pt x="335153" y="1496949"/>
                    <a:pt x="0" y="1161796"/>
                    <a:pt x="0" y="748411"/>
                  </a:cubicBezTo>
                  <a:lnTo>
                    <a:pt x="16891" y="74841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0" y="748411"/>
                  </a:lnTo>
                  <a:moveTo>
                    <a:pt x="33909" y="748411"/>
                  </a:moveTo>
                  <a:cubicBezTo>
                    <a:pt x="33909" y="757809"/>
                    <a:pt x="26289" y="765302"/>
                    <a:pt x="17018" y="765302"/>
                  </a:cubicBezTo>
                  <a:cubicBezTo>
                    <a:pt x="7747" y="765302"/>
                    <a:pt x="0" y="757809"/>
                    <a:pt x="0" y="748411"/>
                  </a:cubicBezTo>
                  <a:cubicBezTo>
                    <a:pt x="0" y="739013"/>
                    <a:pt x="7620" y="731520"/>
                    <a:pt x="16891" y="731520"/>
                  </a:cubicBezTo>
                  <a:cubicBezTo>
                    <a:pt x="26162" y="731520"/>
                    <a:pt x="33782" y="739140"/>
                    <a:pt x="33782" y="748411"/>
                  </a:cubicBezTo>
                  <a:cubicBezTo>
                    <a:pt x="33782" y="1143127"/>
                    <a:pt x="353695" y="1463040"/>
                    <a:pt x="748411" y="1463040"/>
                  </a:cubicBezTo>
                  <a:cubicBezTo>
                    <a:pt x="1143127" y="1463040"/>
                    <a:pt x="1463040" y="1143127"/>
                    <a:pt x="1463040" y="748411"/>
                  </a:cubicBezTo>
                  <a:cubicBezTo>
                    <a:pt x="1463040" y="353695"/>
                    <a:pt x="1143127" y="33782"/>
                    <a:pt x="748411" y="33782"/>
                  </a:cubicBezTo>
                  <a:lnTo>
                    <a:pt x="748411" y="16891"/>
                  </a:lnTo>
                  <a:lnTo>
                    <a:pt x="748411" y="33909"/>
                  </a:lnTo>
                  <a:cubicBezTo>
                    <a:pt x="353822" y="33909"/>
                    <a:pt x="33909" y="353822"/>
                    <a:pt x="33909" y="748411"/>
                  </a:cubicBezTo>
                  <a:close/>
                </a:path>
              </a:pathLst>
            </a:custGeom>
            <a:solidFill>
              <a:srgbClr val="2E5D8E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731520" y="6364224"/>
            <a:ext cx="1097280" cy="1097280"/>
            <a:chOff x="0" y="0"/>
            <a:chExt cx="1463040" cy="14630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146304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1C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✍️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2066544" y="6281547"/>
            <a:ext cx="7004828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2E5D8E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Génération de scripts Python/Selenium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066544" y="6974967"/>
            <a:ext cx="1545336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Génération automatique des scripts selenium.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731520" y="8274806"/>
            <a:ext cx="17276569" cy="962149"/>
            <a:chOff x="0" y="0"/>
            <a:chExt cx="23035425" cy="1282865"/>
          </a:xfrm>
        </p:grpSpPr>
        <p:grpSp>
          <p:nvGrpSpPr>
            <p:cNvPr name="Group 41" id="41"/>
            <p:cNvGrpSpPr/>
            <p:nvPr/>
          </p:nvGrpSpPr>
          <p:grpSpPr>
            <a:xfrm rot="0">
              <a:off x="0" y="0"/>
              <a:ext cx="23035425" cy="1282865"/>
              <a:chOff x="0" y="0"/>
              <a:chExt cx="23035425" cy="1282865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8509" y="21632"/>
                <a:ext cx="23018369" cy="1239826"/>
              </a:xfrm>
              <a:custGeom>
                <a:avLst/>
                <a:gdLst/>
                <a:ahLst/>
                <a:cxnLst/>
                <a:rect r="r" b="b" t="t" l="l"/>
                <a:pathLst>
                  <a:path h="1239826" w="23018369">
                    <a:moveTo>
                      <a:pt x="0" y="619914"/>
                    </a:moveTo>
                    <a:cubicBezTo>
                      <a:pt x="0" y="277347"/>
                      <a:pt x="112776" y="0"/>
                      <a:pt x="252095" y="0"/>
                    </a:cubicBezTo>
                    <a:lnTo>
                      <a:pt x="22766274" y="0"/>
                    </a:lnTo>
                    <a:cubicBezTo>
                      <a:pt x="22905466" y="0"/>
                      <a:pt x="23018369" y="277670"/>
                      <a:pt x="23018369" y="619914"/>
                    </a:cubicBezTo>
                    <a:cubicBezTo>
                      <a:pt x="23018369" y="962157"/>
                      <a:pt x="22905466" y="1239827"/>
                      <a:pt x="22766274" y="1239827"/>
                    </a:cubicBezTo>
                    <a:lnTo>
                      <a:pt x="252095" y="1239827"/>
                    </a:lnTo>
                    <a:cubicBezTo>
                      <a:pt x="112776" y="1239827"/>
                      <a:pt x="0" y="962157"/>
                      <a:pt x="0" y="619914"/>
                    </a:cubicBezTo>
                    <a:close/>
                  </a:path>
                </a:pathLst>
              </a:custGeom>
              <a:solidFill>
                <a:srgbClr val="EDF2F7"/>
              </a:solidFill>
            </p:spPr>
          </p:sp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23035388" cy="1282954"/>
              </a:xfrm>
              <a:custGeom>
                <a:avLst/>
                <a:gdLst/>
                <a:ahLst/>
                <a:cxnLst/>
                <a:rect r="r" b="b" t="t" l="l"/>
                <a:pathLst>
                  <a:path h="1282954" w="23035388">
                    <a:moveTo>
                      <a:pt x="0" y="641546"/>
                    </a:moveTo>
                    <a:cubicBezTo>
                      <a:pt x="0" y="286387"/>
                      <a:pt x="116967" y="0"/>
                      <a:pt x="260604" y="0"/>
                    </a:cubicBezTo>
                    <a:lnTo>
                      <a:pt x="22774783" y="0"/>
                    </a:lnTo>
                    <a:lnTo>
                      <a:pt x="22774783" y="21632"/>
                    </a:lnTo>
                    <a:lnTo>
                      <a:pt x="22774783" y="0"/>
                    </a:lnTo>
                    <a:cubicBezTo>
                      <a:pt x="22918421" y="0"/>
                      <a:pt x="23035388" y="286387"/>
                      <a:pt x="23035388" y="641546"/>
                    </a:cubicBezTo>
                    <a:lnTo>
                      <a:pt x="23026878" y="641546"/>
                    </a:lnTo>
                    <a:lnTo>
                      <a:pt x="23035388" y="641546"/>
                    </a:lnTo>
                    <a:lnTo>
                      <a:pt x="23026878" y="641546"/>
                    </a:lnTo>
                    <a:lnTo>
                      <a:pt x="23035388" y="641546"/>
                    </a:lnTo>
                    <a:cubicBezTo>
                      <a:pt x="23035388" y="996381"/>
                      <a:pt x="22918421" y="1282954"/>
                      <a:pt x="22774783" y="1282954"/>
                    </a:cubicBezTo>
                    <a:lnTo>
                      <a:pt x="22774783" y="1261459"/>
                    </a:lnTo>
                    <a:lnTo>
                      <a:pt x="22774783" y="1282954"/>
                    </a:lnTo>
                    <a:lnTo>
                      <a:pt x="260604" y="1282954"/>
                    </a:lnTo>
                    <a:lnTo>
                      <a:pt x="260604" y="1261459"/>
                    </a:lnTo>
                    <a:lnTo>
                      <a:pt x="260604" y="1282954"/>
                    </a:lnTo>
                    <a:cubicBezTo>
                      <a:pt x="116967" y="1282768"/>
                      <a:pt x="0" y="996381"/>
                      <a:pt x="0" y="641546"/>
                    </a:cubicBezTo>
                    <a:cubicBezTo>
                      <a:pt x="0" y="637348"/>
                      <a:pt x="508" y="633151"/>
                      <a:pt x="1397" y="629599"/>
                    </a:cubicBezTo>
                    <a:lnTo>
                      <a:pt x="8509" y="641546"/>
                    </a:lnTo>
                    <a:lnTo>
                      <a:pt x="0" y="641546"/>
                    </a:lnTo>
                    <a:moveTo>
                      <a:pt x="16891" y="641546"/>
                    </a:moveTo>
                    <a:cubicBezTo>
                      <a:pt x="16891" y="645743"/>
                      <a:pt x="16383" y="649940"/>
                      <a:pt x="15494" y="653492"/>
                    </a:cubicBezTo>
                    <a:lnTo>
                      <a:pt x="8382" y="641546"/>
                    </a:lnTo>
                    <a:lnTo>
                      <a:pt x="16891" y="641546"/>
                    </a:lnTo>
                    <a:cubicBezTo>
                      <a:pt x="16891" y="971197"/>
                      <a:pt x="125730" y="1239826"/>
                      <a:pt x="260604" y="1239826"/>
                    </a:cubicBezTo>
                    <a:lnTo>
                      <a:pt x="22774783" y="1239826"/>
                    </a:lnTo>
                    <a:cubicBezTo>
                      <a:pt x="22909657" y="1239826"/>
                      <a:pt x="23018496" y="971197"/>
                      <a:pt x="23018496" y="641546"/>
                    </a:cubicBezTo>
                    <a:cubicBezTo>
                      <a:pt x="23018496" y="311894"/>
                      <a:pt x="22909657" y="43265"/>
                      <a:pt x="22774783" y="43265"/>
                    </a:cubicBezTo>
                    <a:lnTo>
                      <a:pt x="260604" y="43265"/>
                    </a:lnTo>
                    <a:lnTo>
                      <a:pt x="260604" y="21632"/>
                    </a:lnTo>
                    <a:lnTo>
                      <a:pt x="260604" y="43265"/>
                    </a:lnTo>
                    <a:cubicBezTo>
                      <a:pt x="125730" y="42942"/>
                      <a:pt x="16891" y="311571"/>
                      <a:pt x="16891" y="641546"/>
                    </a:cubicBezTo>
                    <a:close/>
                  </a:path>
                </a:pathLst>
              </a:custGeom>
              <a:solidFill>
                <a:srgbClr val="CBD5E0"/>
              </a:solidFill>
            </p:spPr>
          </p:sp>
        </p:grpSp>
        <p:sp>
          <p:nvSpPr>
            <p:cNvPr name="TextBox 44" id="44"/>
            <p:cNvSpPr txBox="true"/>
            <p:nvPr/>
          </p:nvSpPr>
          <p:spPr>
            <a:xfrm rot="0">
              <a:off x="422999" y="89"/>
              <a:ext cx="22189440" cy="1225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79"/>
                </a:lnSpc>
              </a:pPr>
              <a:r>
                <a:rPr lang="en-US" sz="2899" i="true">
                  <a:solidFill>
                    <a:srgbClr val="71809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Justification : La GenAI accélère la conception et réduit les oublis — sous supervision humaine systématique pour la validation des résultats.</a:t>
              </a: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9071372" y="9801854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E5D8E"/>
                </a:solidFill>
                <a:latin typeface="Open Sans"/>
                <a:ea typeface="Open Sans"/>
                <a:cs typeface="Open Sans"/>
                <a:sym typeface="Open San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183387"/>
            <a:chOff x="0" y="0"/>
            <a:chExt cx="24417871" cy="29111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877312"/>
            </a:xfrm>
            <a:custGeom>
              <a:avLst/>
              <a:gdLst/>
              <a:ahLst/>
              <a:cxnLst/>
              <a:rect r="r" b="b" t="t" l="l"/>
              <a:pathLst>
                <a:path h="287731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877312"/>
                  </a:lnTo>
                  <a:lnTo>
                    <a:pt x="0" y="2877312"/>
                  </a:lnTo>
                  <a:close/>
                </a:path>
              </a:pathLst>
            </a:custGeom>
            <a:solidFill>
              <a:srgbClr val="1C2B3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911094"/>
            </a:xfrm>
            <a:custGeom>
              <a:avLst/>
              <a:gdLst/>
              <a:ahLst/>
              <a:cxnLst/>
              <a:rect r="r" b="b" t="t" l="l"/>
              <a:pathLst>
                <a:path h="291109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894203"/>
                  </a:lnTo>
                  <a:cubicBezTo>
                    <a:pt x="24417782" y="2903601"/>
                    <a:pt x="24410163" y="2911094"/>
                    <a:pt x="24400890" y="2911094"/>
                  </a:cubicBezTo>
                  <a:lnTo>
                    <a:pt x="16891" y="2911094"/>
                  </a:lnTo>
                  <a:cubicBezTo>
                    <a:pt x="7493" y="2911094"/>
                    <a:pt x="0" y="2903474"/>
                    <a:pt x="0" y="28942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94203"/>
                  </a:lnTo>
                  <a:lnTo>
                    <a:pt x="16891" y="2894203"/>
                  </a:lnTo>
                  <a:lnTo>
                    <a:pt x="16891" y="2877312"/>
                  </a:lnTo>
                  <a:lnTo>
                    <a:pt x="24400890" y="2877312"/>
                  </a:lnTo>
                  <a:lnTo>
                    <a:pt x="24400890" y="2894203"/>
                  </a:lnTo>
                  <a:lnTo>
                    <a:pt x="24384000" y="289420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B3A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731520" y="173355"/>
            <a:ext cx="16824960" cy="1143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200" b="true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Exemple : Prompt GenAI → Script Selenium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31520" y="1278636"/>
            <a:ext cx="16824960" cy="733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i="true">
                <a:solidFill>
                  <a:srgbClr val="02809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Génération du cas de test TC-10 (recherche en arabe)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505711" y="2334511"/>
            <a:ext cx="8333737" cy="7547353"/>
            <a:chOff x="0" y="0"/>
            <a:chExt cx="11111649" cy="100631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8509" y="8509"/>
              <a:ext cx="11094720" cy="10046208"/>
            </a:xfrm>
            <a:custGeom>
              <a:avLst/>
              <a:gdLst/>
              <a:ahLst/>
              <a:cxnLst/>
              <a:rect r="r" b="b" t="t" l="l"/>
              <a:pathLst>
                <a:path h="10046208" w="11094720">
                  <a:moveTo>
                    <a:pt x="0" y="243840"/>
                  </a:moveTo>
                  <a:cubicBezTo>
                    <a:pt x="0" y="109093"/>
                    <a:pt x="109093" y="0"/>
                    <a:pt x="243840" y="0"/>
                  </a:cubicBezTo>
                  <a:lnTo>
                    <a:pt x="10850880" y="0"/>
                  </a:lnTo>
                  <a:cubicBezTo>
                    <a:pt x="10985501" y="0"/>
                    <a:pt x="11094720" y="109220"/>
                    <a:pt x="11094720" y="243840"/>
                  </a:cubicBezTo>
                  <a:lnTo>
                    <a:pt x="11094720" y="9802368"/>
                  </a:lnTo>
                  <a:cubicBezTo>
                    <a:pt x="11094720" y="9936988"/>
                    <a:pt x="10985501" y="10046208"/>
                    <a:pt x="10850880" y="10046208"/>
                  </a:cubicBezTo>
                  <a:lnTo>
                    <a:pt x="243840" y="10046208"/>
                  </a:lnTo>
                  <a:cubicBezTo>
                    <a:pt x="109220" y="10046208"/>
                    <a:pt x="0" y="9936988"/>
                    <a:pt x="0" y="980236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111738" cy="10063226"/>
            </a:xfrm>
            <a:custGeom>
              <a:avLst/>
              <a:gdLst/>
              <a:ahLst/>
              <a:cxnLst/>
              <a:rect r="r" b="b" t="t" l="l"/>
              <a:pathLst>
                <a:path h="10063226" w="11111738">
                  <a:moveTo>
                    <a:pt x="0" y="252349"/>
                  </a:moveTo>
                  <a:cubicBezTo>
                    <a:pt x="0" y="112903"/>
                    <a:pt x="113030" y="0"/>
                    <a:pt x="252349" y="0"/>
                  </a:cubicBezTo>
                  <a:lnTo>
                    <a:pt x="10859389" y="0"/>
                  </a:lnTo>
                  <a:lnTo>
                    <a:pt x="10859389" y="8509"/>
                  </a:lnTo>
                  <a:lnTo>
                    <a:pt x="10859389" y="0"/>
                  </a:lnTo>
                  <a:cubicBezTo>
                    <a:pt x="10998708" y="0"/>
                    <a:pt x="11111738" y="112903"/>
                    <a:pt x="11111738" y="252349"/>
                  </a:cubicBezTo>
                  <a:lnTo>
                    <a:pt x="11103229" y="252349"/>
                  </a:lnTo>
                  <a:lnTo>
                    <a:pt x="11111738" y="252349"/>
                  </a:lnTo>
                  <a:lnTo>
                    <a:pt x="11111738" y="9810877"/>
                  </a:lnTo>
                  <a:lnTo>
                    <a:pt x="11103229" y="9810877"/>
                  </a:lnTo>
                  <a:lnTo>
                    <a:pt x="11111738" y="9810877"/>
                  </a:lnTo>
                  <a:cubicBezTo>
                    <a:pt x="11111738" y="9950197"/>
                    <a:pt x="10998708" y="10063226"/>
                    <a:pt x="10859389" y="10063226"/>
                  </a:cubicBezTo>
                  <a:lnTo>
                    <a:pt x="10859389" y="10054717"/>
                  </a:lnTo>
                  <a:lnTo>
                    <a:pt x="10859389" y="10063226"/>
                  </a:lnTo>
                  <a:lnTo>
                    <a:pt x="252349" y="10063226"/>
                  </a:lnTo>
                  <a:lnTo>
                    <a:pt x="252349" y="10054717"/>
                  </a:lnTo>
                  <a:lnTo>
                    <a:pt x="252349" y="10063226"/>
                  </a:lnTo>
                  <a:cubicBezTo>
                    <a:pt x="113030" y="10063099"/>
                    <a:pt x="0" y="9950196"/>
                    <a:pt x="0" y="9810877"/>
                  </a:cubicBezTo>
                  <a:lnTo>
                    <a:pt x="0" y="252349"/>
                  </a:lnTo>
                  <a:lnTo>
                    <a:pt x="8509" y="252349"/>
                  </a:lnTo>
                  <a:lnTo>
                    <a:pt x="0" y="252349"/>
                  </a:lnTo>
                  <a:moveTo>
                    <a:pt x="16891" y="252349"/>
                  </a:moveTo>
                  <a:lnTo>
                    <a:pt x="16891" y="9810877"/>
                  </a:lnTo>
                  <a:lnTo>
                    <a:pt x="8509" y="9810877"/>
                  </a:lnTo>
                  <a:lnTo>
                    <a:pt x="17018" y="9810877"/>
                  </a:lnTo>
                  <a:cubicBezTo>
                    <a:pt x="17018" y="9940798"/>
                    <a:pt x="122428" y="10046208"/>
                    <a:pt x="252349" y="10046208"/>
                  </a:cubicBezTo>
                  <a:lnTo>
                    <a:pt x="10859389" y="10046208"/>
                  </a:lnTo>
                  <a:cubicBezTo>
                    <a:pt x="10989437" y="10046208"/>
                    <a:pt x="11094720" y="9940798"/>
                    <a:pt x="11094720" y="9810877"/>
                  </a:cubicBezTo>
                  <a:lnTo>
                    <a:pt x="11094720" y="252349"/>
                  </a:lnTo>
                  <a:cubicBezTo>
                    <a:pt x="11094720" y="122428"/>
                    <a:pt x="10989310" y="17018"/>
                    <a:pt x="10859389" y="17018"/>
                  </a:cubicBezTo>
                  <a:lnTo>
                    <a:pt x="252349" y="17018"/>
                  </a:lnTo>
                  <a:lnTo>
                    <a:pt x="252349" y="8509"/>
                  </a:lnTo>
                  <a:lnTo>
                    <a:pt x="252349" y="17018"/>
                  </a:lnTo>
                  <a:cubicBezTo>
                    <a:pt x="122301" y="16891"/>
                    <a:pt x="16891" y="122301"/>
                    <a:pt x="16891" y="252349"/>
                  </a:cubicBezTo>
                  <a:close/>
                </a:path>
              </a:pathLst>
            </a:custGeom>
            <a:solidFill>
              <a:srgbClr val="CBD5E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99367" y="2328167"/>
            <a:ext cx="8346443" cy="793499"/>
            <a:chOff x="0" y="0"/>
            <a:chExt cx="11128591" cy="105799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6891" y="16891"/>
              <a:ext cx="110947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6C63F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128501" cy="1057912"/>
            </a:xfrm>
            <a:custGeom>
              <a:avLst/>
              <a:gdLst/>
              <a:ahLst/>
              <a:cxnLst/>
              <a:rect r="r" b="b" t="t" l="l"/>
              <a:pathLst>
                <a:path h="105791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041019"/>
                  </a:lnTo>
                  <a:cubicBezTo>
                    <a:pt x="11128501" y="1050417"/>
                    <a:pt x="11120882" y="1057910"/>
                    <a:pt x="11111611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11111611" y="1024128"/>
                  </a:lnTo>
                  <a:lnTo>
                    <a:pt x="11111611" y="1041019"/>
                  </a:lnTo>
                  <a:lnTo>
                    <a:pt x="11094720" y="1041019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C63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731520" y="2339340"/>
            <a:ext cx="7863840" cy="733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📝 Prompt soumis à l'IA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31520" y="3217164"/>
            <a:ext cx="7772400" cy="461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i="true">
                <a:solidFill>
                  <a:srgbClr val="1C2B3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"Génère un cas de test Selenium Python pour vérifier que le champ de recherche du site orientini.com conserve les caractères arabes (ex: '</a:t>
            </a:r>
            <a:r>
              <a:rPr lang="ar-EG" sz="2400" i="true">
                <a:solidFill>
                  <a:srgbClr val="1C2B3A"/>
                </a:solidFill>
                <a:latin typeface="Calibri (MS) Italics"/>
                <a:ea typeface="Calibri (MS) Italics"/>
                <a:cs typeface="Calibri (MS) Italics"/>
                <a:sym typeface="Calibri (MS) Italics"/>
                <a:rtl val="true"/>
              </a:rPr>
              <a:t>معلوماتية</a:t>
            </a:r>
            <a:r>
              <a:rPr lang="en-US" sz="2400" i="true">
                <a:solidFill>
                  <a:srgbClr val="1C2B3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’). Gère les exceptions et inclut l'assertion sur la valeur du champ."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31520" y="7852791"/>
            <a:ext cx="7772400" cy="1784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Modèle : [  GPT-4o ]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Précision estimée : [ 85% ]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229087" y="2334511"/>
            <a:ext cx="8553193" cy="7547353"/>
            <a:chOff x="0" y="0"/>
            <a:chExt cx="11404257" cy="1006313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8509" y="8509"/>
              <a:ext cx="11387201" cy="10046208"/>
            </a:xfrm>
            <a:custGeom>
              <a:avLst/>
              <a:gdLst/>
              <a:ahLst/>
              <a:cxnLst/>
              <a:rect r="r" b="b" t="t" l="l"/>
              <a:pathLst>
                <a:path h="10046208" w="11387201">
                  <a:moveTo>
                    <a:pt x="0" y="243840"/>
                  </a:moveTo>
                  <a:cubicBezTo>
                    <a:pt x="0" y="109093"/>
                    <a:pt x="109093" y="0"/>
                    <a:pt x="243840" y="0"/>
                  </a:cubicBezTo>
                  <a:lnTo>
                    <a:pt x="11143361" y="0"/>
                  </a:lnTo>
                  <a:cubicBezTo>
                    <a:pt x="11278108" y="0"/>
                    <a:pt x="11387201" y="109220"/>
                    <a:pt x="11387201" y="243840"/>
                  </a:cubicBezTo>
                  <a:lnTo>
                    <a:pt x="11387201" y="9802368"/>
                  </a:lnTo>
                  <a:cubicBezTo>
                    <a:pt x="11387201" y="9936988"/>
                    <a:pt x="11277980" y="10046208"/>
                    <a:pt x="11143361" y="10046208"/>
                  </a:cubicBezTo>
                  <a:lnTo>
                    <a:pt x="243840" y="10046208"/>
                  </a:lnTo>
                  <a:cubicBezTo>
                    <a:pt x="109093" y="10046208"/>
                    <a:pt x="0" y="9936988"/>
                    <a:pt x="0" y="9802368"/>
                  </a:cubicBezTo>
                  <a:close/>
                </a:path>
              </a:pathLst>
            </a:custGeom>
            <a:solidFill>
              <a:srgbClr val="1E2A38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404219" cy="10063226"/>
            </a:xfrm>
            <a:custGeom>
              <a:avLst/>
              <a:gdLst/>
              <a:ahLst/>
              <a:cxnLst/>
              <a:rect r="r" b="b" t="t" l="l"/>
              <a:pathLst>
                <a:path h="10063226" w="11404219">
                  <a:moveTo>
                    <a:pt x="0" y="252349"/>
                  </a:moveTo>
                  <a:cubicBezTo>
                    <a:pt x="0" y="112903"/>
                    <a:pt x="113030" y="0"/>
                    <a:pt x="252349" y="0"/>
                  </a:cubicBezTo>
                  <a:lnTo>
                    <a:pt x="11151870" y="0"/>
                  </a:lnTo>
                  <a:lnTo>
                    <a:pt x="11151870" y="8509"/>
                  </a:lnTo>
                  <a:lnTo>
                    <a:pt x="11151870" y="0"/>
                  </a:lnTo>
                  <a:cubicBezTo>
                    <a:pt x="11291188" y="0"/>
                    <a:pt x="11404219" y="112903"/>
                    <a:pt x="11404219" y="252349"/>
                  </a:cubicBezTo>
                  <a:lnTo>
                    <a:pt x="11395710" y="252349"/>
                  </a:lnTo>
                  <a:lnTo>
                    <a:pt x="11404219" y="252349"/>
                  </a:lnTo>
                  <a:lnTo>
                    <a:pt x="11404219" y="9810877"/>
                  </a:lnTo>
                  <a:lnTo>
                    <a:pt x="11395710" y="9810877"/>
                  </a:lnTo>
                  <a:lnTo>
                    <a:pt x="11404219" y="9810877"/>
                  </a:lnTo>
                  <a:cubicBezTo>
                    <a:pt x="11404219" y="9950197"/>
                    <a:pt x="11291189" y="10063226"/>
                    <a:pt x="11151870" y="10063226"/>
                  </a:cubicBezTo>
                  <a:lnTo>
                    <a:pt x="11151870" y="10054717"/>
                  </a:lnTo>
                  <a:lnTo>
                    <a:pt x="11151870" y="10063226"/>
                  </a:lnTo>
                  <a:lnTo>
                    <a:pt x="252349" y="10063226"/>
                  </a:lnTo>
                  <a:lnTo>
                    <a:pt x="252349" y="10054717"/>
                  </a:lnTo>
                  <a:lnTo>
                    <a:pt x="252349" y="10063226"/>
                  </a:lnTo>
                  <a:cubicBezTo>
                    <a:pt x="113030" y="10063099"/>
                    <a:pt x="0" y="9950196"/>
                    <a:pt x="0" y="9810877"/>
                  </a:cubicBezTo>
                  <a:lnTo>
                    <a:pt x="0" y="252349"/>
                  </a:lnTo>
                  <a:lnTo>
                    <a:pt x="8509" y="252349"/>
                  </a:lnTo>
                  <a:lnTo>
                    <a:pt x="0" y="252349"/>
                  </a:lnTo>
                  <a:moveTo>
                    <a:pt x="16891" y="252349"/>
                  </a:moveTo>
                  <a:lnTo>
                    <a:pt x="16891" y="9810877"/>
                  </a:lnTo>
                  <a:lnTo>
                    <a:pt x="8509" y="9810877"/>
                  </a:lnTo>
                  <a:lnTo>
                    <a:pt x="17018" y="9810877"/>
                  </a:lnTo>
                  <a:cubicBezTo>
                    <a:pt x="17018" y="9940798"/>
                    <a:pt x="122428" y="10046208"/>
                    <a:pt x="252476" y="10046208"/>
                  </a:cubicBezTo>
                  <a:lnTo>
                    <a:pt x="11151870" y="10046208"/>
                  </a:lnTo>
                  <a:cubicBezTo>
                    <a:pt x="11281918" y="10046208"/>
                    <a:pt x="11387327" y="9940798"/>
                    <a:pt x="11387327" y="9810877"/>
                  </a:cubicBezTo>
                  <a:lnTo>
                    <a:pt x="11387327" y="252349"/>
                  </a:lnTo>
                  <a:cubicBezTo>
                    <a:pt x="11387327" y="122428"/>
                    <a:pt x="11281918" y="17018"/>
                    <a:pt x="11151870" y="17018"/>
                  </a:cubicBezTo>
                  <a:lnTo>
                    <a:pt x="252349" y="17018"/>
                  </a:lnTo>
                  <a:lnTo>
                    <a:pt x="252349" y="8509"/>
                  </a:lnTo>
                  <a:lnTo>
                    <a:pt x="252349" y="17018"/>
                  </a:lnTo>
                  <a:cubicBezTo>
                    <a:pt x="122301" y="16891"/>
                    <a:pt x="16891" y="122301"/>
                    <a:pt x="16891" y="252349"/>
                  </a:cubicBezTo>
                  <a:close/>
                </a:path>
              </a:pathLst>
            </a:custGeom>
            <a:solidFill>
              <a:srgbClr val="CBD5E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1404257" cy="10101237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879"/>
                </a:lnSpc>
              </a:pPr>
            </a:p>
            <a:p>
              <a:pPr algn="l">
                <a:lnSpc>
                  <a:spcPts val="2879"/>
                </a:lnSpc>
              </a:pPr>
            </a:p>
            <a:p>
              <a:pPr algn="l">
                <a:lnSpc>
                  <a:spcPts val="2879"/>
                </a:lnSpc>
              </a:pP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E7E6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driver = webdriver.Chrome()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E7E6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driver.get("https://orientini.com")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E7E6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search_box = driver.find_element(By.NAME, "s") # à ajuster si besoin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E7E6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arabic_text = "</a:t>
              </a:r>
              <a:r>
                <a:rPr lang="ar-EG" sz="2400">
                  <a:solidFill>
                    <a:srgbClr val="E7E6E6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معلوماتية</a:t>
              </a:r>
              <a:r>
                <a:rPr lang="en-US" sz="2400">
                  <a:solidFill>
                    <a:srgbClr val="E7E6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"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E7E6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search_box.clear()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E7E6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search_box.send_keys(arabic_text)</a:t>
              </a:r>
            </a:p>
            <a:p>
              <a:pPr algn="l">
                <a:lnSpc>
                  <a:spcPts val="2879"/>
                </a:lnSpc>
              </a:pP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E7E6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entered_value = search_box.get_attribute("value")</a:t>
              </a:r>
            </a:p>
            <a:p>
              <a:pPr algn="l">
                <a:lnSpc>
                  <a:spcPts val="2879"/>
                </a:lnSpc>
              </a:pP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E7E6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assert entered_value == arabic_text, (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E7E6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f"Valeur incorrecte : '{entered_value}' != '{arabic_text}'"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E7E6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)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222743" y="2328167"/>
            <a:ext cx="8565899" cy="793499"/>
            <a:chOff x="0" y="0"/>
            <a:chExt cx="11421199" cy="105799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113873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1387328">
                  <a:moveTo>
                    <a:pt x="0" y="0"/>
                  </a:moveTo>
                  <a:lnTo>
                    <a:pt x="11387328" y="0"/>
                  </a:lnTo>
                  <a:lnTo>
                    <a:pt x="11387328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421110" cy="1057912"/>
            </a:xfrm>
            <a:custGeom>
              <a:avLst/>
              <a:gdLst/>
              <a:ahLst/>
              <a:cxnLst/>
              <a:rect r="r" b="b" t="t" l="l"/>
              <a:pathLst>
                <a:path h="1057912" w="11421110">
                  <a:moveTo>
                    <a:pt x="16891" y="0"/>
                  </a:moveTo>
                  <a:lnTo>
                    <a:pt x="11404219" y="0"/>
                  </a:lnTo>
                  <a:cubicBezTo>
                    <a:pt x="11413617" y="0"/>
                    <a:pt x="11421110" y="7620"/>
                    <a:pt x="11421110" y="16891"/>
                  </a:cubicBezTo>
                  <a:lnTo>
                    <a:pt x="11421110" y="1041019"/>
                  </a:lnTo>
                  <a:cubicBezTo>
                    <a:pt x="11421110" y="1050417"/>
                    <a:pt x="11413489" y="1057910"/>
                    <a:pt x="11404219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11404219" y="1024128"/>
                  </a:lnTo>
                  <a:lnTo>
                    <a:pt x="11404219" y="1041019"/>
                  </a:lnTo>
                  <a:lnTo>
                    <a:pt x="11387327" y="1041019"/>
                  </a:lnTo>
                  <a:lnTo>
                    <a:pt x="11387327" y="16891"/>
                  </a:lnTo>
                  <a:lnTo>
                    <a:pt x="11404219" y="16891"/>
                  </a:lnTo>
                  <a:lnTo>
                    <a:pt x="1140421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9454896" y="2339340"/>
            <a:ext cx="7955280" cy="733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⚡ Code généré (extrait)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071372" y="9801854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E5D8E"/>
                </a:solidFill>
                <a:latin typeface="Open Sans"/>
                <a:ea typeface="Open Sans"/>
                <a:cs typeface="Open Sans"/>
                <a:sym typeface="Open San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1C2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48640" y="721995"/>
            <a:ext cx="7315200" cy="7690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0"/>
              </a:lnSpc>
            </a:pPr>
            <a:r>
              <a:rPr lang="en-US" sz="24000" b="true">
                <a:solidFill>
                  <a:srgbClr val="28384A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06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12697" y="-12697"/>
            <a:ext cx="354587" cy="10312403"/>
            <a:chOff x="0" y="0"/>
            <a:chExt cx="472783" cy="1374987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6891" y="16891"/>
              <a:ext cx="43891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F4A623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7269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3732890"/>
                  </a:lnTo>
                  <a:cubicBezTo>
                    <a:pt x="472694" y="13742290"/>
                    <a:pt x="465074" y="13749782"/>
                    <a:pt x="45580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455803" y="13716000"/>
                  </a:lnTo>
                  <a:lnTo>
                    <a:pt x="455803" y="13732890"/>
                  </a:lnTo>
                  <a:lnTo>
                    <a:pt x="438912" y="13732890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A62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05840" y="2550795"/>
            <a:ext cx="16459200" cy="2021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 b="true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Analyse des Résultats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5840" y="4688205"/>
            <a:ext cx="14630400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i="true">
                <a:solidFill>
                  <a:srgbClr val="F4A623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Comparaisons Manuel vs GenAI · Métriques qualité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-12697" y="9588503"/>
            <a:ext cx="18313403" cy="711203"/>
            <a:chOff x="0" y="0"/>
            <a:chExt cx="24417871" cy="9482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4383999" cy="914400"/>
            </a:xfrm>
            <a:custGeom>
              <a:avLst/>
              <a:gdLst/>
              <a:ahLst/>
              <a:cxnLst/>
              <a:rect r="r" b="b" t="t" l="l"/>
              <a:pathLst>
                <a:path h="9144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131E29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417782" cy="948184"/>
            </a:xfrm>
            <a:custGeom>
              <a:avLst/>
              <a:gdLst/>
              <a:ahLst/>
              <a:cxnLst/>
              <a:rect r="r" b="b" t="t" l="l"/>
              <a:pathLst>
                <a:path h="94818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931291"/>
                  </a:lnTo>
                  <a:cubicBezTo>
                    <a:pt x="24417782" y="940689"/>
                    <a:pt x="24410163" y="948182"/>
                    <a:pt x="24400890" y="948182"/>
                  </a:cubicBezTo>
                  <a:lnTo>
                    <a:pt x="16891" y="948182"/>
                  </a:lnTo>
                  <a:cubicBezTo>
                    <a:pt x="7620" y="948309"/>
                    <a:pt x="0" y="940689"/>
                    <a:pt x="0" y="931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31291"/>
                  </a:lnTo>
                  <a:lnTo>
                    <a:pt x="16891" y="931291"/>
                  </a:lnTo>
                  <a:lnTo>
                    <a:pt x="16891" y="914400"/>
                  </a:lnTo>
                  <a:lnTo>
                    <a:pt x="24400890" y="914400"/>
                  </a:lnTo>
                  <a:lnTo>
                    <a:pt x="24400890" y="931291"/>
                  </a:lnTo>
                  <a:lnTo>
                    <a:pt x="24384000" y="931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31E29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05840" y="9599676"/>
            <a:ext cx="16459200" cy="623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Orientini.com  ·  Tests Selenium  ·  2025-2026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071372" y="9801854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E5D8E"/>
                </a:solidFill>
                <a:latin typeface="Open Sans"/>
                <a:ea typeface="Open Sans"/>
                <a:cs typeface="Open Sans"/>
                <a:sym typeface="Open San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702" y="0"/>
            <a:ext cx="18313403" cy="2183387"/>
            <a:chOff x="0" y="0"/>
            <a:chExt cx="24417871" cy="29111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877312"/>
            </a:xfrm>
            <a:custGeom>
              <a:avLst/>
              <a:gdLst/>
              <a:ahLst/>
              <a:cxnLst/>
              <a:rect r="r" b="b" t="t" l="l"/>
              <a:pathLst>
                <a:path h="287731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877312"/>
                  </a:lnTo>
                  <a:lnTo>
                    <a:pt x="0" y="2877312"/>
                  </a:lnTo>
                  <a:close/>
                </a:path>
              </a:pathLst>
            </a:custGeom>
            <a:solidFill>
              <a:srgbClr val="1C2B3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911094"/>
            </a:xfrm>
            <a:custGeom>
              <a:avLst/>
              <a:gdLst/>
              <a:ahLst/>
              <a:cxnLst/>
              <a:rect r="r" b="b" t="t" l="l"/>
              <a:pathLst>
                <a:path h="291109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894203"/>
                  </a:lnTo>
                  <a:cubicBezTo>
                    <a:pt x="24417782" y="2903601"/>
                    <a:pt x="24410163" y="2911094"/>
                    <a:pt x="24400890" y="2911094"/>
                  </a:cubicBezTo>
                  <a:lnTo>
                    <a:pt x="16891" y="2911094"/>
                  </a:lnTo>
                  <a:cubicBezTo>
                    <a:pt x="7493" y="2911094"/>
                    <a:pt x="0" y="2903474"/>
                    <a:pt x="0" y="28942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94203"/>
                  </a:lnTo>
                  <a:lnTo>
                    <a:pt x="16891" y="2894203"/>
                  </a:lnTo>
                  <a:lnTo>
                    <a:pt x="16891" y="2877312"/>
                  </a:lnTo>
                  <a:lnTo>
                    <a:pt x="24400890" y="2877312"/>
                  </a:lnTo>
                  <a:lnTo>
                    <a:pt x="24400890" y="2894203"/>
                  </a:lnTo>
                  <a:lnTo>
                    <a:pt x="24384000" y="289420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B3A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731520" y="173355"/>
            <a:ext cx="16824960" cy="1143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200" b="true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Analyse Comparative — Manuel vs GenAI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31520" y="1278636"/>
            <a:ext cx="16824960" cy="733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i="true">
                <a:solidFill>
                  <a:srgbClr val="02809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Métriques collectées sur le cycle de test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278158" y="1332653"/>
            <a:ext cx="12116136" cy="9576491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 rot="0">
            <a:off x="11606527" y="2334511"/>
            <a:ext cx="6175753" cy="7510777"/>
            <a:chOff x="0" y="0"/>
            <a:chExt cx="8234337" cy="100143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8382" y="8509"/>
              <a:ext cx="8217535" cy="9997313"/>
            </a:xfrm>
            <a:custGeom>
              <a:avLst/>
              <a:gdLst/>
              <a:ahLst/>
              <a:cxnLst/>
              <a:rect r="r" b="b" t="t" l="l"/>
              <a:pathLst>
                <a:path h="9997313" w="8217535">
                  <a:moveTo>
                    <a:pt x="127" y="243840"/>
                  </a:moveTo>
                  <a:cubicBezTo>
                    <a:pt x="127" y="109093"/>
                    <a:pt x="109220" y="0"/>
                    <a:pt x="243840" y="0"/>
                  </a:cubicBezTo>
                  <a:lnTo>
                    <a:pt x="7973695" y="0"/>
                  </a:lnTo>
                  <a:cubicBezTo>
                    <a:pt x="8108315" y="0"/>
                    <a:pt x="8217535" y="109220"/>
                    <a:pt x="8217535" y="243840"/>
                  </a:cubicBezTo>
                  <a:lnTo>
                    <a:pt x="8217535" y="9753473"/>
                  </a:lnTo>
                  <a:cubicBezTo>
                    <a:pt x="8217535" y="9888219"/>
                    <a:pt x="8108315" y="9997313"/>
                    <a:pt x="7973695" y="9997313"/>
                  </a:cubicBezTo>
                  <a:lnTo>
                    <a:pt x="243840" y="9997313"/>
                  </a:lnTo>
                  <a:cubicBezTo>
                    <a:pt x="109220" y="9997313"/>
                    <a:pt x="0" y="9888092"/>
                    <a:pt x="0" y="97534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234299" cy="10014331"/>
            </a:xfrm>
            <a:custGeom>
              <a:avLst/>
              <a:gdLst/>
              <a:ahLst/>
              <a:cxnLst/>
              <a:rect r="r" b="b" t="t" l="l"/>
              <a:pathLst>
                <a:path h="10014331" w="8234299">
                  <a:moveTo>
                    <a:pt x="0" y="252349"/>
                  </a:moveTo>
                  <a:cubicBezTo>
                    <a:pt x="0" y="113030"/>
                    <a:pt x="112903" y="0"/>
                    <a:pt x="252222" y="0"/>
                  </a:cubicBezTo>
                  <a:lnTo>
                    <a:pt x="7982077" y="0"/>
                  </a:lnTo>
                  <a:lnTo>
                    <a:pt x="7982077" y="8509"/>
                  </a:lnTo>
                  <a:lnTo>
                    <a:pt x="7982077" y="0"/>
                  </a:lnTo>
                  <a:cubicBezTo>
                    <a:pt x="8121397" y="0"/>
                    <a:pt x="8234299" y="113030"/>
                    <a:pt x="8234299" y="252349"/>
                  </a:cubicBezTo>
                  <a:lnTo>
                    <a:pt x="8225790" y="252349"/>
                  </a:lnTo>
                  <a:lnTo>
                    <a:pt x="8234299" y="252349"/>
                  </a:lnTo>
                  <a:lnTo>
                    <a:pt x="8234299" y="9761982"/>
                  </a:lnTo>
                  <a:lnTo>
                    <a:pt x="8225790" y="9761982"/>
                  </a:lnTo>
                  <a:lnTo>
                    <a:pt x="8234299" y="9761982"/>
                  </a:lnTo>
                  <a:cubicBezTo>
                    <a:pt x="8234299" y="9901300"/>
                    <a:pt x="8121397" y="10014331"/>
                    <a:pt x="7982077" y="10014331"/>
                  </a:cubicBezTo>
                  <a:lnTo>
                    <a:pt x="7982077" y="10005822"/>
                  </a:lnTo>
                  <a:lnTo>
                    <a:pt x="7982077" y="10014331"/>
                  </a:lnTo>
                  <a:lnTo>
                    <a:pt x="252222" y="10014331"/>
                  </a:lnTo>
                  <a:lnTo>
                    <a:pt x="252222" y="10005822"/>
                  </a:lnTo>
                  <a:lnTo>
                    <a:pt x="252222" y="10014331"/>
                  </a:lnTo>
                  <a:cubicBezTo>
                    <a:pt x="112903" y="10014331"/>
                    <a:pt x="0" y="9901428"/>
                    <a:pt x="0" y="9761982"/>
                  </a:cubicBezTo>
                  <a:lnTo>
                    <a:pt x="0" y="252349"/>
                  </a:lnTo>
                  <a:lnTo>
                    <a:pt x="8509" y="252349"/>
                  </a:lnTo>
                  <a:lnTo>
                    <a:pt x="0" y="252349"/>
                  </a:lnTo>
                  <a:moveTo>
                    <a:pt x="16891" y="252349"/>
                  </a:moveTo>
                  <a:lnTo>
                    <a:pt x="16891" y="9761982"/>
                  </a:lnTo>
                  <a:lnTo>
                    <a:pt x="8509" y="9761982"/>
                  </a:lnTo>
                  <a:lnTo>
                    <a:pt x="17018" y="9761982"/>
                  </a:lnTo>
                  <a:cubicBezTo>
                    <a:pt x="17018" y="9892030"/>
                    <a:pt x="122428" y="9997439"/>
                    <a:pt x="252349" y="9997439"/>
                  </a:cubicBezTo>
                  <a:lnTo>
                    <a:pt x="7982077" y="9997439"/>
                  </a:lnTo>
                  <a:cubicBezTo>
                    <a:pt x="8111998" y="9997439"/>
                    <a:pt x="8217408" y="9892030"/>
                    <a:pt x="8217408" y="9761982"/>
                  </a:cubicBezTo>
                  <a:lnTo>
                    <a:pt x="8217408" y="252349"/>
                  </a:lnTo>
                  <a:cubicBezTo>
                    <a:pt x="8217408" y="122301"/>
                    <a:pt x="8111998" y="16891"/>
                    <a:pt x="7982077" y="16891"/>
                  </a:cubicBezTo>
                  <a:lnTo>
                    <a:pt x="252222" y="16891"/>
                  </a:lnTo>
                  <a:lnTo>
                    <a:pt x="252222" y="8509"/>
                  </a:lnTo>
                  <a:lnTo>
                    <a:pt x="252222" y="17018"/>
                  </a:lnTo>
                  <a:cubicBezTo>
                    <a:pt x="122301" y="16891"/>
                    <a:pt x="16891" y="122301"/>
                    <a:pt x="16891" y="252349"/>
                  </a:cubicBezTo>
                  <a:close/>
                </a:path>
              </a:pathLst>
            </a:custGeom>
            <a:solidFill>
              <a:srgbClr val="CBD5E0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1923776" y="2514219"/>
            <a:ext cx="5486400" cy="704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1C2B3A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📊 Observations clés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911079" y="3315719"/>
            <a:ext cx="1525019" cy="756923"/>
            <a:chOff x="0" y="0"/>
            <a:chExt cx="2033359" cy="100923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6891" y="16891"/>
              <a:ext cx="1999488" cy="975360"/>
            </a:xfrm>
            <a:custGeom>
              <a:avLst/>
              <a:gdLst/>
              <a:ahLst/>
              <a:cxnLst/>
              <a:rect r="r" b="b" t="t" l="l"/>
              <a:pathLst>
                <a:path h="975360" w="1999488">
                  <a:moveTo>
                    <a:pt x="0" y="97536"/>
                  </a:moveTo>
                  <a:cubicBezTo>
                    <a:pt x="0" y="43688"/>
                    <a:pt x="44450" y="0"/>
                    <a:pt x="99187" y="0"/>
                  </a:cubicBezTo>
                  <a:lnTo>
                    <a:pt x="1900301" y="0"/>
                  </a:lnTo>
                  <a:cubicBezTo>
                    <a:pt x="1955165" y="0"/>
                    <a:pt x="1999488" y="43688"/>
                    <a:pt x="1999488" y="97536"/>
                  </a:cubicBezTo>
                  <a:lnTo>
                    <a:pt x="1999488" y="877824"/>
                  </a:lnTo>
                  <a:cubicBezTo>
                    <a:pt x="1999488" y="931672"/>
                    <a:pt x="1955038" y="975360"/>
                    <a:pt x="1900301" y="975360"/>
                  </a:cubicBezTo>
                  <a:lnTo>
                    <a:pt x="99314" y="975360"/>
                  </a:lnTo>
                  <a:cubicBezTo>
                    <a:pt x="44450" y="975360"/>
                    <a:pt x="127" y="931672"/>
                    <a:pt x="127" y="877824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33397" cy="1009142"/>
            </a:xfrm>
            <a:custGeom>
              <a:avLst/>
              <a:gdLst/>
              <a:ahLst/>
              <a:cxnLst/>
              <a:rect r="r" b="b" t="t" l="l"/>
              <a:pathLst>
                <a:path h="1009142" w="2033397">
                  <a:moveTo>
                    <a:pt x="0" y="114427"/>
                  </a:moveTo>
                  <a:cubicBezTo>
                    <a:pt x="0" y="50927"/>
                    <a:pt x="52324" y="0"/>
                    <a:pt x="116205" y="0"/>
                  </a:cubicBezTo>
                  <a:lnTo>
                    <a:pt x="1917192" y="0"/>
                  </a:lnTo>
                  <a:lnTo>
                    <a:pt x="1917192" y="16891"/>
                  </a:lnTo>
                  <a:lnTo>
                    <a:pt x="1917192" y="0"/>
                  </a:lnTo>
                  <a:cubicBezTo>
                    <a:pt x="1981073" y="0"/>
                    <a:pt x="2033397" y="50927"/>
                    <a:pt x="2033397" y="114427"/>
                  </a:cubicBezTo>
                  <a:lnTo>
                    <a:pt x="2016506" y="114427"/>
                  </a:lnTo>
                  <a:lnTo>
                    <a:pt x="2033397" y="114427"/>
                  </a:lnTo>
                  <a:lnTo>
                    <a:pt x="2033397" y="894715"/>
                  </a:lnTo>
                  <a:lnTo>
                    <a:pt x="2016506" y="894715"/>
                  </a:lnTo>
                  <a:lnTo>
                    <a:pt x="2033397" y="894715"/>
                  </a:lnTo>
                  <a:cubicBezTo>
                    <a:pt x="2033397" y="958215"/>
                    <a:pt x="1981073" y="1009142"/>
                    <a:pt x="1917192" y="1009142"/>
                  </a:cubicBezTo>
                  <a:lnTo>
                    <a:pt x="1917192" y="992251"/>
                  </a:lnTo>
                  <a:lnTo>
                    <a:pt x="1917192" y="1009142"/>
                  </a:lnTo>
                  <a:lnTo>
                    <a:pt x="116205" y="1009142"/>
                  </a:lnTo>
                  <a:lnTo>
                    <a:pt x="116205" y="992251"/>
                  </a:lnTo>
                  <a:lnTo>
                    <a:pt x="116205" y="1009142"/>
                  </a:lnTo>
                  <a:cubicBezTo>
                    <a:pt x="52324" y="1009269"/>
                    <a:pt x="0" y="958215"/>
                    <a:pt x="0" y="894715"/>
                  </a:cubicBezTo>
                  <a:lnTo>
                    <a:pt x="0" y="114427"/>
                  </a:lnTo>
                  <a:lnTo>
                    <a:pt x="16891" y="114427"/>
                  </a:lnTo>
                  <a:lnTo>
                    <a:pt x="0" y="114427"/>
                  </a:lnTo>
                  <a:moveTo>
                    <a:pt x="33909" y="114427"/>
                  </a:moveTo>
                  <a:lnTo>
                    <a:pt x="33909" y="894715"/>
                  </a:lnTo>
                  <a:lnTo>
                    <a:pt x="16891" y="894715"/>
                  </a:lnTo>
                  <a:lnTo>
                    <a:pt x="33909" y="894715"/>
                  </a:lnTo>
                  <a:cubicBezTo>
                    <a:pt x="33909" y="938911"/>
                    <a:pt x="70485" y="975360"/>
                    <a:pt x="116205" y="975360"/>
                  </a:cubicBezTo>
                  <a:lnTo>
                    <a:pt x="1917192" y="975360"/>
                  </a:lnTo>
                  <a:cubicBezTo>
                    <a:pt x="1962912" y="975360"/>
                    <a:pt x="1999488" y="939038"/>
                    <a:pt x="1999488" y="894715"/>
                  </a:cubicBezTo>
                  <a:lnTo>
                    <a:pt x="1999488" y="114427"/>
                  </a:lnTo>
                  <a:cubicBezTo>
                    <a:pt x="1999488" y="70231"/>
                    <a:pt x="1962912" y="33782"/>
                    <a:pt x="1917192" y="33782"/>
                  </a:cubicBezTo>
                  <a:lnTo>
                    <a:pt x="116205" y="33782"/>
                  </a:lnTo>
                  <a:lnTo>
                    <a:pt x="116205" y="16891"/>
                  </a:lnTo>
                  <a:lnTo>
                    <a:pt x="116205" y="33909"/>
                  </a:lnTo>
                  <a:cubicBezTo>
                    <a:pt x="70485" y="33909"/>
                    <a:pt x="33909" y="70231"/>
                    <a:pt x="33909" y="114554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1923776" y="3280791"/>
            <a:ext cx="1499616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20%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533120" y="3353943"/>
            <a:ext cx="4023360" cy="632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de cas générés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1911079" y="4339847"/>
            <a:ext cx="1525019" cy="756923"/>
            <a:chOff x="0" y="0"/>
            <a:chExt cx="2033359" cy="100923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1999488" cy="975360"/>
            </a:xfrm>
            <a:custGeom>
              <a:avLst/>
              <a:gdLst/>
              <a:ahLst/>
              <a:cxnLst/>
              <a:rect r="r" b="b" t="t" l="l"/>
              <a:pathLst>
                <a:path h="975360" w="1999488">
                  <a:moveTo>
                    <a:pt x="0" y="97536"/>
                  </a:moveTo>
                  <a:cubicBezTo>
                    <a:pt x="0" y="43688"/>
                    <a:pt x="44450" y="0"/>
                    <a:pt x="99187" y="0"/>
                  </a:cubicBezTo>
                  <a:lnTo>
                    <a:pt x="1900301" y="0"/>
                  </a:lnTo>
                  <a:cubicBezTo>
                    <a:pt x="1955165" y="0"/>
                    <a:pt x="1999488" y="43688"/>
                    <a:pt x="1999488" y="97536"/>
                  </a:cubicBezTo>
                  <a:lnTo>
                    <a:pt x="1999488" y="877824"/>
                  </a:lnTo>
                  <a:cubicBezTo>
                    <a:pt x="1999488" y="931672"/>
                    <a:pt x="1955038" y="975360"/>
                    <a:pt x="1900301" y="975360"/>
                  </a:cubicBezTo>
                  <a:lnTo>
                    <a:pt x="99314" y="975360"/>
                  </a:lnTo>
                  <a:cubicBezTo>
                    <a:pt x="44450" y="975360"/>
                    <a:pt x="127" y="931672"/>
                    <a:pt x="127" y="877824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33397" cy="1009142"/>
            </a:xfrm>
            <a:custGeom>
              <a:avLst/>
              <a:gdLst/>
              <a:ahLst/>
              <a:cxnLst/>
              <a:rect r="r" b="b" t="t" l="l"/>
              <a:pathLst>
                <a:path h="1009142" w="2033397">
                  <a:moveTo>
                    <a:pt x="0" y="114427"/>
                  </a:moveTo>
                  <a:cubicBezTo>
                    <a:pt x="0" y="50927"/>
                    <a:pt x="52324" y="0"/>
                    <a:pt x="116205" y="0"/>
                  </a:cubicBezTo>
                  <a:lnTo>
                    <a:pt x="1917192" y="0"/>
                  </a:lnTo>
                  <a:lnTo>
                    <a:pt x="1917192" y="16891"/>
                  </a:lnTo>
                  <a:lnTo>
                    <a:pt x="1917192" y="0"/>
                  </a:lnTo>
                  <a:cubicBezTo>
                    <a:pt x="1981073" y="0"/>
                    <a:pt x="2033397" y="50927"/>
                    <a:pt x="2033397" y="114427"/>
                  </a:cubicBezTo>
                  <a:lnTo>
                    <a:pt x="2016506" y="114427"/>
                  </a:lnTo>
                  <a:lnTo>
                    <a:pt x="2033397" y="114427"/>
                  </a:lnTo>
                  <a:lnTo>
                    <a:pt x="2033397" y="894715"/>
                  </a:lnTo>
                  <a:lnTo>
                    <a:pt x="2016506" y="894715"/>
                  </a:lnTo>
                  <a:lnTo>
                    <a:pt x="2033397" y="894715"/>
                  </a:lnTo>
                  <a:cubicBezTo>
                    <a:pt x="2033397" y="958215"/>
                    <a:pt x="1981073" y="1009142"/>
                    <a:pt x="1917192" y="1009142"/>
                  </a:cubicBezTo>
                  <a:lnTo>
                    <a:pt x="1917192" y="992251"/>
                  </a:lnTo>
                  <a:lnTo>
                    <a:pt x="1917192" y="1009142"/>
                  </a:lnTo>
                  <a:lnTo>
                    <a:pt x="116205" y="1009142"/>
                  </a:lnTo>
                  <a:lnTo>
                    <a:pt x="116205" y="992251"/>
                  </a:lnTo>
                  <a:lnTo>
                    <a:pt x="116205" y="1009142"/>
                  </a:lnTo>
                  <a:cubicBezTo>
                    <a:pt x="52324" y="1009269"/>
                    <a:pt x="0" y="958215"/>
                    <a:pt x="0" y="894715"/>
                  </a:cubicBezTo>
                  <a:lnTo>
                    <a:pt x="0" y="114427"/>
                  </a:lnTo>
                  <a:lnTo>
                    <a:pt x="16891" y="114427"/>
                  </a:lnTo>
                  <a:lnTo>
                    <a:pt x="0" y="114427"/>
                  </a:lnTo>
                  <a:moveTo>
                    <a:pt x="33909" y="114427"/>
                  </a:moveTo>
                  <a:lnTo>
                    <a:pt x="33909" y="894715"/>
                  </a:lnTo>
                  <a:lnTo>
                    <a:pt x="16891" y="894715"/>
                  </a:lnTo>
                  <a:lnTo>
                    <a:pt x="33909" y="894715"/>
                  </a:lnTo>
                  <a:cubicBezTo>
                    <a:pt x="33909" y="938911"/>
                    <a:pt x="70485" y="975360"/>
                    <a:pt x="116205" y="975360"/>
                  </a:cubicBezTo>
                  <a:lnTo>
                    <a:pt x="1917192" y="975360"/>
                  </a:lnTo>
                  <a:cubicBezTo>
                    <a:pt x="1962912" y="975360"/>
                    <a:pt x="1999488" y="939038"/>
                    <a:pt x="1999488" y="894715"/>
                  </a:cubicBezTo>
                  <a:lnTo>
                    <a:pt x="1999488" y="114427"/>
                  </a:lnTo>
                  <a:cubicBezTo>
                    <a:pt x="1999488" y="70231"/>
                    <a:pt x="1962912" y="33782"/>
                    <a:pt x="1917192" y="33782"/>
                  </a:cubicBezTo>
                  <a:lnTo>
                    <a:pt x="116205" y="33782"/>
                  </a:lnTo>
                  <a:lnTo>
                    <a:pt x="116205" y="16891"/>
                  </a:lnTo>
                  <a:lnTo>
                    <a:pt x="116205" y="33909"/>
                  </a:lnTo>
                  <a:cubicBezTo>
                    <a:pt x="70485" y="33909"/>
                    <a:pt x="33909" y="70231"/>
                    <a:pt x="33909" y="114554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1923776" y="4304919"/>
            <a:ext cx="1499616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1H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533120" y="4378071"/>
            <a:ext cx="4023360" cy="632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de temps de conception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1911079" y="5363975"/>
            <a:ext cx="1525019" cy="756923"/>
            <a:chOff x="0" y="0"/>
            <a:chExt cx="2033359" cy="100923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6891" y="16891"/>
              <a:ext cx="1999488" cy="975360"/>
            </a:xfrm>
            <a:custGeom>
              <a:avLst/>
              <a:gdLst/>
              <a:ahLst/>
              <a:cxnLst/>
              <a:rect r="r" b="b" t="t" l="l"/>
              <a:pathLst>
                <a:path h="975360" w="1999488">
                  <a:moveTo>
                    <a:pt x="0" y="97536"/>
                  </a:moveTo>
                  <a:cubicBezTo>
                    <a:pt x="0" y="43688"/>
                    <a:pt x="44450" y="0"/>
                    <a:pt x="99187" y="0"/>
                  </a:cubicBezTo>
                  <a:lnTo>
                    <a:pt x="1900301" y="0"/>
                  </a:lnTo>
                  <a:cubicBezTo>
                    <a:pt x="1955165" y="0"/>
                    <a:pt x="1999488" y="43688"/>
                    <a:pt x="1999488" y="97536"/>
                  </a:cubicBezTo>
                  <a:lnTo>
                    <a:pt x="1999488" y="877824"/>
                  </a:lnTo>
                  <a:cubicBezTo>
                    <a:pt x="1999488" y="931672"/>
                    <a:pt x="1955038" y="975360"/>
                    <a:pt x="1900301" y="975360"/>
                  </a:cubicBezTo>
                  <a:lnTo>
                    <a:pt x="99314" y="975360"/>
                  </a:lnTo>
                  <a:cubicBezTo>
                    <a:pt x="44450" y="975360"/>
                    <a:pt x="127" y="931672"/>
                    <a:pt x="127" y="877824"/>
                  </a:cubicBezTo>
                  <a:close/>
                </a:path>
              </a:pathLst>
            </a:custGeom>
            <a:solidFill>
              <a:srgbClr val="2E5D8E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033397" cy="1009142"/>
            </a:xfrm>
            <a:custGeom>
              <a:avLst/>
              <a:gdLst/>
              <a:ahLst/>
              <a:cxnLst/>
              <a:rect r="r" b="b" t="t" l="l"/>
              <a:pathLst>
                <a:path h="1009142" w="2033397">
                  <a:moveTo>
                    <a:pt x="0" y="114427"/>
                  </a:moveTo>
                  <a:cubicBezTo>
                    <a:pt x="0" y="50927"/>
                    <a:pt x="52324" y="0"/>
                    <a:pt x="116205" y="0"/>
                  </a:cubicBezTo>
                  <a:lnTo>
                    <a:pt x="1917192" y="0"/>
                  </a:lnTo>
                  <a:lnTo>
                    <a:pt x="1917192" y="16891"/>
                  </a:lnTo>
                  <a:lnTo>
                    <a:pt x="1917192" y="0"/>
                  </a:lnTo>
                  <a:cubicBezTo>
                    <a:pt x="1981073" y="0"/>
                    <a:pt x="2033397" y="50927"/>
                    <a:pt x="2033397" y="114427"/>
                  </a:cubicBezTo>
                  <a:lnTo>
                    <a:pt x="2016506" y="114427"/>
                  </a:lnTo>
                  <a:lnTo>
                    <a:pt x="2033397" y="114427"/>
                  </a:lnTo>
                  <a:lnTo>
                    <a:pt x="2033397" y="894715"/>
                  </a:lnTo>
                  <a:lnTo>
                    <a:pt x="2016506" y="894715"/>
                  </a:lnTo>
                  <a:lnTo>
                    <a:pt x="2033397" y="894715"/>
                  </a:lnTo>
                  <a:cubicBezTo>
                    <a:pt x="2033397" y="958215"/>
                    <a:pt x="1981073" y="1009142"/>
                    <a:pt x="1917192" y="1009142"/>
                  </a:cubicBezTo>
                  <a:lnTo>
                    <a:pt x="1917192" y="992251"/>
                  </a:lnTo>
                  <a:lnTo>
                    <a:pt x="1917192" y="1009142"/>
                  </a:lnTo>
                  <a:lnTo>
                    <a:pt x="116205" y="1009142"/>
                  </a:lnTo>
                  <a:lnTo>
                    <a:pt x="116205" y="992251"/>
                  </a:lnTo>
                  <a:lnTo>
                    <a:pt x="116205" y="1009142"/>
                  </a:lnTo>
                  <a:cubicBezTo>
                    <a:pt x="52324" y="1009269"/>
                    <a:pt x="0" y="958215"/>
                    <a:pt x="0" y="894715"/>
                  </a:cubicBezTo>
                  <a:lnTo>
                    <a:pt x="0" y="114427"/>
                  </a:lnTo>
                  <a:lnTo>
                    <a:pt x="16891" y="114427"/>
                  </a:lnTo>
                  <a:lnTo>
                    <a:pt x="0" y="114427"/>
                  </a:lnTo>
                  <a:moveTo>
                    <a:pt x="33909" y="114427"/>
                  </a:moveTo>
                  <a:lnTo>
                    <a:pt x="33909" y="894715"/>
                  </a:lnTo>
                  <a:lnTo>
                    <a:pt x="16891" y="894715"/>
                  </a:lnTo>
                  <a:lnTo>
                    <a:pt x="33909" y="894715"/>
                  </a:lnTo>
                  <a:cubicBezTo>
                    <a:pt x="33909" y="938911"/>
                    <a:pt x="70485" y="975360"/>
                    <a:pt x="116205" y="975360"/>
                  </a:cubicBezTo>
                  <a:lnTo>
                    <a:pt x="1917192" y="975360"/>
                  </a:lnTo>
                  <a:cubicBezTo>
                    <a:pt x="1962912" y="975360"/>
                    <a:pt x="1999488" y="939038"/>
                    <a:pt x="1999488" y="894715"/>
                  </a:cubicBezTo>
                  <a:lnTo>
                    <a:pt x="1999488" y="114427"/>
                  </a:lnTo>
                  <a:cubicBezTo>
                    <a:pt x="1999488" y="70231"/>
                    <a:pt x="1962912" y="33782"/>
                    <a:pt x="1917192" y="33782"/>
                  </a:cubicBezTo>
                  <a:lnTo>
                    <a:pt x="116205" y="33782"/>
                  </a:lnTo>
                  <a:lnTo>
                    <a:pt x="116205" y="16891"/>
                  </a:lnTo>
                  <a:lnTo>
                    <a:pt x="116205" y="33909"/>
                  </a:lnTo>
                  <a:cubicBezTo>
                    <a:pt x="70485" y="33909"/>
                    <a:pt x="33909" y="70231"/>
                    <a:pt x="33909" y="114554"/>
                  </a:cubicBezTo>
                  <a:close/>
                </a:path>
              </a:pathLst>
            </a:custGeom>
            <a:solidFill>
              <a:srgbClr val="2E5D8E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1923776" y="5329047"/>
            <a:ext cx="1499616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40%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533120" y="5402199"/>
            <a:ext cx="4023360" cy="632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couverture fonctionnelle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1911079" y="6388103"/>
            <a:ext cx="1525019" cy="756923"/>
            <a:chOff x="0" y="0"/>
            <a:chExt cx="2033359" cy="100923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6891" y="16891"/>
              <a:ext cx="1999488" cy="975360"/>
            </a:xfrm>
            <a:custGeom>
              <a:avLst/>
              <a:gdLst/>
              <a:ahLst/>
              <a:cxnLst/>
              <a:rect r="r" b="b" t="t" l="l"/>
              <a:pathLst>
                <a:path h="975360" w="1999488">
                  <a:moveTo>
                    <a:pt x="0" y="97536"/>
                  </a:moveTo>
                  <a:cubicBezTo>
                    <a:pt x="0" y="43688"/>
                    <a:pt x="44450" y="0"/>
                    <a:pt x="99187" y="0"/>
                  </a:cubicBezTo>
                  <a:lnTo>
                    <a:pt x="1900301" y="0"/>
                  </a:lnTo>
                  <a:cubicBezTo>
                    <a:pt x="1955165" y="0"/>
                    <a:pt x="1999488" y="43688"/>
                    <a:pt x="1999488" y="97536"/>
                  </a:cubicBezTo>
                  <a:lnTo>
                    <a:pt x="1999488" y="877824"/>
                  </a:lnTo>
                  <a:cubicBezTo>
                    <a:pt x="1999488" y="931672"/>
                    <a:pt x="1955038" y="975360"/>
                    <a:pt x="1900301" y="975360"/>
                  </a:cubicBezTo>
                  <a:lnTo>
                    <a:pt x="99314" y="975360"/>
                  </a:lnTo>
                  <a:cubicBezTo>
                    <a:pt x="44450" y="975360"/>
                    <a:pt x="127" y="931672"/>
                    <a:pt x="127" y="877824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33397" cy="1009142"/>
            </a:xfrm>
            <a:custGeom>
              <a:avLst/>
              <a:gdLst/>
              <a:ahLst/>
              <a:cxnLst/>
              <a:rect r="r" b="b" t="t" l="l"/>
              <a:pathLst>
                <a:path h="1009142" w="2033397">
                  <a:moveTo>
                    <a:pt x="0" y="114427"/>
                  </a:moveTo>
                  <a:cubicBezTo>
                    <a:pt x="0" y="50927"/>
                    <a:pt x="52324" y="0"/>
                    <a:pt x="116205" y="0"/>
                  </a:cubicBezTo>
                  <a:lnTo>
                    <a:pt x="1917192" y="0"/>
                  </a:lnTo>
                  <a:lnTo>
                    <a:pt x="1917192" y="16891"/>
                  </a:lnTo>
                  <a:lnTo>
                    <a:pt x="1917192" y="0"/>
                  </a:lnTo>
                  <a:cubicBezTo>
                    <a:pt x="1981073" y="0"/>
                    <a:pt x="2033397" y="50927"/>
                    <a:pt x="2033397" y="114427"/>
                  </a:cubicBezTo>
                  <a:lnTo>
                    <a:pt x="2016506" y="114427"/>
                  </a:lnTo>
                  <a:lnTo>
                    <a:pt x="2033397" y="114427"/>
                  </a:lnTo>
                  <a:lnTo>
                    <a:pt x="2033397" y="894715"/>
                  </a:lnTo>
                  <a:lnTo>
                    <a:pt x="2016506" y="894715"/>
                  </a:lnTo>
                  <a:lnTo>
                    <a:pt x="2033397" y="894715"/>
                  </a:lnTo>
                  <a:cubicBezTo>
                    <a:pt x="2033397" y="958215"/>
                    <a:pt x="1981073" y="1009142"/>
                    <a:pt x="1917192" y="1009142"/>
                  </a:cubicBezTo>
                  <a:lnTo>
                    <a:pt x="1917192" y="992251"/>
                  </a:lnTo>
                  <a:lnTo>
                    <a:pt x="1917192" y="1009142"/>
                  </a:lnTo>
                  <a:lnTo>
                    <a:pt x="116205" y="1009142"/>
                  </a:lnTo>
                  <a:lnTo>
                    <a:pt x="116205" y="992251"/>
                  </a:lnTo>
                  <a:lnTo>
                    <a:pt x="116205" y="1009142"/>
                  </a:lnTo>
                  <a:cubicBezTo>
                    <a:pt x="52324" y="1009269"/>
                    <a:pt x="0" y="958215"/>
                    <a:pt x="0" y="894715"/>
                  </a:cubicBezTo>
                  <a:lnTo>
                    <a:pt x="0" y="114427"/>
                  </a:lnTo>
                  <a:lnTo>
                    <a:pt x="16891" y="114427"/>
                  </a:lnTo>
                  <a:lnTo>
                    <a:pt x="0" y="114427"/>
                  </a:lnTo>
                  <a:moveTo>
                    <a:pt x="33909" y="114427"/>
                  </a:moveTo>
                  <a:lnTo>
                    <a:pt x="33909" y="894715"/>
                  </a:lnTo>
                  <a:lnTo>
                    <a:pt x="16891" y="894715"/>
                  </a:lnTo>
                  <a:lnTo>
                    <a:pt x="33909" y="894715"/>
                  </a:lnTo>
                  <a:cubicBezTo>
                    <a:pt x="33909" y="938911"/>
                    <a:pt x="70485" y="975360"/>
                    <a:pt x="116205" y="975360"/>
                  </a:cubicBezTo>
                  <a:lnTo>
                    <a:pt x="1917192" y="975360"/>
                  </a:lnTo>
                  <a:cubicBezTo>
                    <a:pt x="1962912" y="975360"/>
                    <a:pt x="1999488" y="939038"/>
                    <a:pt x="1999488" y="894715"/>
                  </a:cubicBezTo>
                  <a:lnTo>
                    <a:pt x="1999488" y="114427"/>
                  </a:lnTo>
                  <a:cubicBezTo>
                    <a:pt x="1999488" y="70231"/>
                    <a:pt x="1962912" y="33782"/>
                    <a:pt x="1917192" y="33782"/>
                  </a:cubicBezTo>
                  <a:lnTo>
                    <a:pt x="116205" y="33782"/>
                  </a:lnTo>
                  <a:lnTo>
                    <a:pt x="116205" y="16891"/>
                  </a:lnTo>
                  <a:lnTo>
                    <a:pt x="116205" y="33909"/>
                  </a:lnTo>
                  <a:cubicBezTo>
                    <a:pt x="70485" y="33909"/>
                    <a:pt x="33909" y="70231"/>
                    <a:pt x="33909" y="114554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1923776" y="6353175"/>
            <a:ext cx="1499616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35%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533120" y="6426327"/>
            <a:ext cx="4023360" cy="632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pertinence des bugs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1911079" y="7412231"/>
            <a:ext cx="1525019" cy="756923"/>
            <a:chOff x="0" y="0"/>
            <a:chExt cx="2033359" cy="100923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1999488" cy="975360"/>
            </a:xfrm>
            <a:custGeom>
              <a:avLst/>
              <a:gdLst/>
              <a:ahLst/>
              <a:cxnLst/>
              <a:rect r="r" b="b" t="t" l="l"/>
              <a:pathLst>
                <a:path h="975360" w="1999488">
                  <a:moveTo>
                    <a:pt x="0" y="97536"/>
                  </a:moveTo>
                  <a:cubicBezTo>
                    <a:pt x="0" y="43688"/>
                    <a:pt x="44450" y="0"/>
                    <a:pt x="99187" y="0"/>
                  </a:cubicBezTo>
                  <a:lnTo>
                    <a:pt x="1900301" y="0"/>
                  </a:lnTo>
                  <a:cubicBezTo>
                    <a:pt x="1955165" y="0"/>
                    <a:pt x="1999488" y="43688"/>
                    <a:pt x="1999488" y="97536"/>
                  </a:cubicBezTo>
                  <a:lnTo>
                    <a:pt x="1999488" y="877824"/>
                  </a:lnTo>
                  <a:cubicBezTo>
                    <a:pt x="1999488" y="931672"/>
                    <a:pt x="1955038" y="975360"/>
                    <a:pt x="1900301" y="975360"/>
                  </a:cubicBezTo>
                  <a:lnTo>
                    <a:pt x="99314" y="975360"/>
                  </a:lnTo>
                  <a:cubicBezTo>
                    <a:pt x="44450" y="975360"/>
                    <a:pt x="127" y="931672"/>
                    <a:pt x="127" y="877824"/>
                  </a:cubicBezTo>
                  <a:close/>
                </a:path>
              </a:pathLst>
            </a:custGeom>
            <a:solidFill>
              <a:srgbClr val="F4A623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033397" cy="1009142"/>
            </a:xfrm>
            <a:custGeom>
              <a:avLst/>
              <a:gdLst/>
              <a:ahLst/>
              <a:cxnLst/>
              <a:rect r="r" b="b" t="t" l="l"/>
              <a:pathLst>
                <a:path h="1009142" w="2033397">
                  <a:moveTo>
                    <a:pt x="0" y="114427"/>
                  </a:moveTo>
                  <a:cubicBezTo>
                    <a:pt x="0" y="50927"/>
                    <a:pt x="52324" y="0"/>
                    <a:pt x="116205" y="0"/>
                  </a:cubicBezTo>
                  <a:lnTo>
                    <a:pt x="1917192" y="0"/>
                  </a:lnTo>
                  <a:lnTo>
                    <a:pt x="1917192" y="16891"/>
                  </a:lnTo>
                  <a:lnTo>
                    <a:pt x="1917192" y="0"/>
                  </a:lnTo>
                  <a:cubicBezTo>
                    <a:pt x="1981073" y="0"/>
                    <a:pt x="2033397" y="50927"/>
                    <a:pt x="2033397" y="114427"/>
                  </a:cubicBezTo>
                  <a:lnTo>
                    <a:pt x="2016506" y="114427"/>
                  </a:lnTo>
                  <a:lnTo>
                    <a:pt x="2033397" y="114427"/>
                  </a:lnTo>
                  <a:lnTo>
                    <a:pt x="2033397" y="894715"/>
                  </a:lnTo>
                  <a:lnTo>
                    <a:pt x="2016506" y="894715"/>
                  </a:lnTo>
                  <a:lnTo>
                    <a:pt x="2033397" y="894715"/>
                  </a:lnTo>
                  <a:cubicBezTo>
                    <a:pt x="2033397" y="958215"/>
                    <a:pt x="1981073" y="1009142"/>
                    <a:pt x="1917192" y="1009142"/>
                  </a:cubicBezTo>
                  <a:lnTo>
                    <a:pt x="1917192" y="992251"/>
                  </a:lnTo>
                  <a:lnTo>
                    <a:pt x="1917192" y="1009142"/>
                  </a:lnTo>
                  <a:lnTo>
                    <a:pt x="116205" y="1009142"/>
                  </a:lnTo>
                  <a:lnTo>
                    <a:pt x="116205" y="992251"/>
                  </a:lnTo>
                  <a:lnTo>
                    <a:pt x="116205" y="1009142"/>
                  </a:lnTo>
                  <a:cubicBezTo>
                    <a:pt x="52324" y="1009269"/>
                    <a:pt x="0" y="958215"/>
                    <a:pt x="0" y="894715"/>
                  </a:cubicBezTo>
                  <a:lnTo>
                    <a:pt x="0" y="114427"/>
                  </a:lnTo>
                  <a:lnTo>
                    <a:pt x="16891" y="114427"/>
                  </a:lnTo>
                  <a:lnTo>
                    <a:pt x="0" y="114427"/>
                  </a:lnTo>
                  <a:moveTo>
                    <a:pt x="33909" y="114427"/>
                  </a:moveTo>
                  <a:lnTo>
                    <a:pt x="33909" y="894715"/>
                  </a:lnTo>
                  <a:lnTo>
                    <a:pt x="16891" y="894715"/>
                  </a:lnTo>
                  <a:lnTo>
                    <a:pt x="33909" y="894715"/>
                  </a:lnTo>
                  <a:cubicBezTo>
                    <a:pt x="33909" y="938911"/>
                    <a:pt x="70485" y="975360"/>
                    <a:pt x="116205" y="975360"/>
                  </a:cubicBezTo>
                  <a:lnTo>
                    <a:pt x="1917192" y="975360"/>
                  </a:lnTo>
                  <a:cubicBezTo>
                    <a:pt x="1962912" y="975360"/>
                    <a:pt x="1999488" y="939038"/>
                    <a:pt x="1999488" y="894715"/>
                  </a:cubicBezTo>
                  <a:lnTo>
                    <a:pt x="1999488" y="114427"/>
                  </a:lnTo>
                  <a:cubicBezTo>
                    <a:pt x="1999488" y="70231"/>
                    <a:pt x="1962912" y="33782"/>
                    <a:pt x="1917192" y="33782"/>
                  </a:cubicBezTo>
                  <a:lnTo>
                    <a:pt x="116205" y="33782"/>
                  </a:lnTo>
                  <a:lnTo>
                    <a:pt x="116205" y="16891"/>
                  </a:lnTo>
                  <a:lnTo>
                    <a:pt x="116205" y="33909"/>
                  </a:lnTo>
                  <a:cubicBezTo>
                    <a:pt x="70485" y="33909"/>
                    <a:pt x="33909" y="70231"/>
                    <a:pt x="33909" y="114554"/>
                  </a:cubicBezTo>
                  <a:close/>
                </a:path>
              </a:pathLst>
            </a:custGeom>
            <a:solidFill>
              <a:srgbClr val="F4A623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1923776" y="7377303"/>
            <a:ext cx="1499616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25%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533120" y="7450455"/>
            <a:ext cx="4023360" cy="632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faux positifs IA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1911079" y="8436359"/>
            <a:ext cx="1525019" cy="756923"/>
            <a:chOff x="0" y="0"/>
            <a:chExt cx="2033359" cy="100923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6891" y="16891"/>
              <a:ext cx="1999488" cy="975360"/>
            </a:xfrm>
            <a:custGeom>
              <a:avLst/>
              <a:gdLst/>
              <a:ahLst/>
              <a:cxnLst/>
              <a:rect r="r" b="b" t="t" l="l"/>
              <a:pathLst>
                <a:path h="975360" w="1999488">
                  <a:moveTo>
                    <a:pt x="0" y="97536"/>
                  </a:moveTo>
                  <a:cubicBezTo>
                    <a:pt x="0" y="43688"/>
                    <a:pt x="44450" y="0"/>
                    <a:pt x="99187" y="0"/>
                  </a:cubicBezTo>
                  <a:lnTo>
                    <a:pt x="1900301" y="0"/>
                  </a:lnTo>
                  <a:cubicBezTo>
                    <a:pt x="1955165" y="0"/>
                    <a:pt x="1999488" y="43688"/>
                    <a:pt x="1999488" y="97536"/>
                  </a:cubicBezTo>
                  <a:lnTo>
                    <a:pt x="1999488" y="877824"/>
                  </a:lnTo>
                  <a:cubicBezTo>
                    <a:pt x="1999488" y="931672"/>
                    <a:pt x="1955038" y="975360"/>
                    <a:pt x="1900301" y="975360"/>
                  </a:cubicBezTo>
                  <a:lnTo>
                    <a:pt x="99314" y="975360"/>
                  </a:lnTo>
                  <a:cubicBezTo>
                    <a:pt x="44450" y="975360"/>
                    <a:pt x="127" y="931672"/>
                    <a:pt x="127" y="877824"/>
                  </a:cubicBezTo>
                  <a:close/>
                </a:path>
              </a:pathLst>
            </a:custGeom>
            <a:solidFill>
              <a:srgbClr val="718096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033397" cy="1009142"/>
            </a:xfrm>
            <a:custGeom>
              <a:avLst/>
              <a:gdLst/>
              <a:ahLst/>
              <a:cxnLst/>
              <a:rect r="r" b="b" t="t" l="l"/>
              <a:pathLst>
                <a:path h="1009142" w="2033397">
                  <a:moveTo>
                    <a:pt x="0" y="114427"/>
                  </a:moveTo>
                  <a:cubicBezTo>
                    <a:pt x="0" y="50927"/>
                    <a:pt x="52324" y="0"/>
                    <a:pt x="116205" y="0"/>
                  </a:cubicBezTo>
                  <a:lnTo>
                    <a:pt x="1917192" y="0"/>
                  </a:lnTo>
                  <a:lnTo>
                    <a:pt x="1917192" y="16891"/>
                  </a:lnTo>
                  <a:lnTo>
                    <a:pt x="1917192" y="0"/>
                  </a:lnTo>
                  <a:cubicBezTo>
                    <a:pt x="1981073" y="0"/>
                    <a:pt x="2033397" y="50927"/>
                    <a:pt x="2033397" y="114427"/>
                  </a:cubicBezTo>
                  <a:lnTo>
                    <a:pt x="2016506" y="114427"/>
                  </a:lnTo>
                  <a:lnTo>
                    <a:pt x="2033397" y="114427"/>
                  </a:lnTo>
                  <a:lnTo>
                    <a:pt x="2033397" y="894715"/>
                  </a:lnTo>
                  <a:lnTo>
                    <a:pt x="2016506" y="894715"/>
                  </a:lnTo>
                  <a:lnTo>
                    <a:pt x="2033397" y="894715"/>
                  </a:lnTo>
                  <a:cubicBezTo>
                    <a:pt x="2033397" y="958215"/>
                    <a:pt x="1981073" y="1009142"/>
                    <a:pt x="1917192" y="1009142"/>
                  </a:cubicBezTo>
                  <a:lnTo>
                    <a:pt x="1917192" y="992251"/>
                  </a:lnTo>
                  <a:lnTo>
                    <a:pt x="1917192" y="1009142"/>
                  </a:lnTo>
                  <a:lnTo>
                    <a:pt x="116205" y="1009142"/>
                  </a:lnTo>
                  <a:lnTo>
                    <a:pt x="116205" y="992251"/>
                  </a:lnTo>
                  <a:lnTo>
                    <a:pt x="116205" y="1009142"/>
                  </a:lnTo>
                  <a:cubicBezTo>
                    <a:pt x="52324" y="1009269"/>
                    <a:pt x="0" y="958215"/>
                    <a:pt x="0" y="894715"/>
                  </a:cubicBezTo>
                  <a:lnTo>
                    <a:pt x="0" y="114427"/>
                  </a:lnTo>
                  <a:lnTo>
                    <a:pt x="16891" y="114427"/>
                  </a:lnTo>
                  <a:lnTo>
                    <a:pt x="0" y="114427"/>
                  </a:lnTo>
                  <a:moveTo>
                    <a:pt x="33909" y="114427"/>
                  </a:moveTo>
                  <a:lnTo>
                    <a:pt x="33909" y="894715"/>
                  </a:lnTo>
                  <a:lnTo>
                    <a:pt x="16891" y="894715"/>
                  </a:lnTo>
                  <a:lnTo>
                    <a:pt x="33909" y="894715"/>
                  </a:lnTo>
                  <a:cubicBezTo>
                    <a:pt x="33909" y="938911"/>
                    <a:pt x="70485" y="975360"/>
                    <a:pt x="116205" y="975360"/>
                  </a:cubicBezTo>
                  <a:lnTo>
                    <a:pt x="1917192" y="975360"/>
                  </a:lnTo>
                  <a:cubicBezTo>
                    <a:pt x="1962912" y="975360"/>
                    <a:pt x="1999488" y="939038"/>
                    <a:pt x="1999488" y="894715"/>
                  </a:cubicBezTo>
                  <a:lnTo>
                    <a:pt x="1999488" y="114427"/>
                  </a:lnTo>
                  <a:cubicBezTo>
                    <a:pt x="1999488" y="70231"/>
                    <a:pt x="1962912" y="33782"/>
                    <a:pt x="1917192" y="33782"/>
                  </a:cubicBezTo>
                  <a:lnTo>
                    <a:pt x="116205" y="33782"/>
                  </a:lnTo>
                  <a:lnTo>
                    <a:pt x="116205" y="16891"/>
                  </a:lnTo>
                  <a:lnTo>
                    <a:pt x="116205" y="33909"/>
                  </a:lnTo>
                  <a:cubicBezTo>
                    <a:pt x="70485" y="33909"/>
                    <a:pt x="33909" y="70231"/>
                    <a:pt x="33909" y="114554"/>
                  </a:cubicBezTo>
                  <a:close/>
                </a:path>
              </a:pathLst>
            </a:custGeom>
            <a:solidFill>
              <a:srgbClr val="718096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1923776" y="8401431"/>
            <a:ext cx="1499616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100%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533120" y="8474583"/>
            <a:ext cx="4023360" cy="632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révision humaine requise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071372" y="9801854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E5D8E"/>
                </a:solidFill>
                <a:latin typeface="Open Sans"/>
                <a:ea typeface="Open Sans"/>
                <a:cs typeface="Open Sans"/>
                <a:sym typeface="Open San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183387"/>
            <a:chOff x="0" y="0"/>
            <a:chExt cx="24417871" cy="29111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877312"/>
            </a:xfrm>
            <a:custGeom>
              <a:avLst/>
              <a:gdLst/>
              <a:ahLst/>
              <a:cxnLst/>
              <a:rect r="r" b="b" t="t" l="l"/>
              <a:pathLst>
                <a:path h="287731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877312"/>
                  </a:lnTo>
                  <a:lnTo>
                    <a:pt x="0" y="2877312"/>
                  </a:lnTo>
                  <a:close/>
                </a:path>
              </a:pathLst>
            </a:custGeom>
            <a:solidFill>
              <a:srgbClr val="1C2B3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911094"/>
            </a:xfrm>
            <a:custGeom>
              <a:avLst/>
              <a:gdLst/>
              <a:ahLst/>
              <a:cxnLst/>
              <a:rect r="r" b="b" t="t" l="l"/>
              <a:pathLst>
                <a:path h="291109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894203"/>
                  </a:lnTo>
                  <a:cubicBezTo>
                    <a:pt x="24417782" y="2903601"/>
                    <a:pt x="24410163" y="2911094"/>
                    <a:pt x="24400890" y="2911094"/>
                  </a:cubicBezTo>
                  <a:lnTo>
                    <a:pt x="16891" y="2911094"/>
                  </a:lnTo>
                  <a:cubicBezTo>
                    <a:pt x="7493" y="2911094"/>
                    <a:pt x="0" y="2903474"/>
                    <a:pt x="0" y="28942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94203"/>
                  </a:lnTo>
                  <a:lnTo>
                    <a:pt x="16891" y="2894203"/>
                  </a:lnTo>
                  <a:lnTo>
                    <a:pt x="16891" y="2877312"/>
                  </a:lnTo>
                  <a:lnTo>
                    <a:pt x="24400890" y="2877312"/>
                  </a:lnTo>
                  <a:lnTo>
                    <a:pt x="24400890" y="2894203"/>
                  </a:lnTo>
                  <a:lnTo>
                    <a:pt x="24384000" y="289420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B3A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731520" y="173355"/>
            <a:ext cx="16824960" cy="1143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200" b="true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Évaluation Critique de la GenAI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31520" y="1278636"/>
            <a:ext cx="16824960" cy="733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i="true">
                <a:solidFill>
                  <a:srgbClr val="02809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Avantages · Limites · Fiabilité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505711" y="2334511"/>
            <a:ext cx="5645401" cy="7547353"/>
            <a:chOff x="0" y="0"/>
            <a:chExt cx="7527201" cy="100631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8509" y="8509"/>
              <a:ext cx="7510272" cy="10046081"/>
            </a:xfrm>
            <a:custGeom>
              <a:avLst/>
              <a:gdLst/>
              <a:ahLst/>
              <a:cxnLst/>
              <a:rect r="r" b="b" t="t" l="l"/>
              <a:pathLst>
                <a:path h="10046081" w="7510272">
                  <a:moveTo>
                    <a:pt x="0" y="243967"/>
                  </a:moveTo>
                  <a:cubicBezTo>
                    <a:pt x="0" y="109220"/>
                    <a:pt x="109093" y="0"/>
                    <a:pt x="243840" y="0"/>
                  </a:cubicBezTo>
                  <a:lnTo>
                    <a:pt x="7266432" y="0"/>
                  </a:lnTo>
                  <a:cubicBezTo>
                    <a:pt x="7401052" y="0"/>
                    <a:pt x="7510272" y="109220"/>
                    <a:pt x="7510272" y="243967"/>
                  </a:cubicBezTo>
                  <a:lnTo>
                    <a:pt x="7510272" y="9802114"/>
                  </a:lnTo>
                  <a:cubicBezTo>
                    <a:pt x="7510272" y="9936861"/>
                    <a:pt x="7401052" y="10046081"/>
                    <a:pt x="7266432" y="10046081"/>
                  </a:cubicBezTo>
                  <a:lnTo>
                    <a:pt x="243840" y="10046081"/>
                  </a:lnTo>
                  <a:cubicBezTo>
                    <a:pt x="109220" y="10046081"/>
                    <a:pt x="0" y="9936861"/>
                    <a:pt x="0" y="9802114"/>
                  </a:cubicBezTo>
                  <a:close/>
                </a:path>
              </a:pathLst>
            </a:custGeom>
            <a:solidFill>
              <a:srgbClr val="E6FAF5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527290" cy="10063099"/>
            </a:xfrm>
            <a:custGeom>
              <a:avLst/>
              <a:gdLst/>
              <a:ahLst/>
              <a:cxnLst/>
              <a:rect r="r" b="b" t="t" l="l"/>
              <a:pathLst>
                <a:path h="10063099" w="7527290">
                  <a:moveTo>
                    <a:pt x="0" y="252476"/>
                  </a:moveTo>
                  <a:cubicBezTo>
                    <a:pt x="0" y="113030"/>
                    <a:pt x="112903" y="0"/>
                    <a:pt x="252349" y="0"/>
                  </a:cubicBezTo>
                  <a:lnTo>
                    <a:pt x="7274941" y="0"/>
                  </a:lnTo>
                  <a:lnTo>
                    <a:pt x="7274941" y="8509"/>
                  </a:lnTo>
                  <a:lnTo>
                    <a:pt x="7274941" y="0"/>
                  </a:lnTo>
                  <a:cubicBezTo>
                    <a:pt x="7414260" y="0"/>
                    <a:pt x="7527290" y="113030"/>
                    <a:pt x="7527290" y="252476"/>
                  </a:cubicBezTo>
                  <a:lnTo>
                    <a:pt x="7518781" y="252476"/>
                  </a:lnTo>
                  <a:lnTo>
                    <a:pt x="7527290" y="252476"/>
                  </a:lnTo>
                  <a:lnTo>
                    <a:pt x="7527290" y="9810623"/>
                  </a:lnTo>
                  <a:lnTo>
                    <a:pt x="7518781" y="9810623"/>
                  </a:lnTo>
                  <a:lnTo>
                    <a:pt x="7527290" y="9810623"/>
                  </a:lnTo>
                  <a:cubicBezTo>
                    <a:pt x="7527290" y="9950069"/>
                    <a:pt x="7414387" y="10063099"/>
                    <a:pt x="7274941" y="10063099"/>
                  </a:cubicBezTo>
                  <a:lnTo>
                    <a:pt x="7274941" y="10054590"/>
                  </a:lnTo>
                  <a:lnTo>
                    <a:pt x="7274941" y="10063099"/>
                  </a:lnTo>
                  <a:lnTo>
                    <a:pt x="252349" y="10063099"/>
                  </a:lnTo>
                  <a:lnTo>
                    <a:pt x="252349" y="10054590"/>
                  </a:lnTo>
                  <a:lnTo>
                    <a:pt x="252349" y="10063099"/>
                  </a:lnTo>
                  <a:cubicBezTo>
                    <a:pt x="112903" y="10063099"/>
                    <a:pt x="0" y="9950069"/>
                    <a:pt x="0" y="9810623"/>
                  </a:cubicBezTo>
                  <a:lnTo>
                    <a:pt x="0" y="252476"/>
                  </a:lnTo>
                  <a:lnTo>
                    <a:pt x="8509" y="252476"/>
                  </a:lnTo>
                  <a:lnTo>
                    <a:pt x="0" y="252476"/>
                  </a:lnTo>
                  <a:moveTo>
                    <a:pt x="16891" y="252476"/>
                  </a:moveTo>
                  <a:lnTo>
                    <a:pt x="16891" y="9810623"/>
                  </a:lnTo>
                  <a:lnTo>
                    <a:pt x="8509" y="9810623"/>
                  </a:lnTo>
                  <a:lnTo>
                    <a:pt x="17018" y="9810623"/>
                  </a:lnTo>
                  <a:cubicBezTo>
                    <a:pt x="17018" y="9940671"/>
                    <a:pt x="122428" y="10046208"/>
                    <a:pt x="252349" y="10046208"/>
                  </a:cubicBezTo>
                  <a:lnTo>
                    <a:pt x="7274941" y="10046208"/>
                  </a:lnTo>
                  <a:cubicBezTo>
                    <a:pt x="7404989" y="10046208"/>
                    <a:pt x="7510273" y="9940798"/>
                    <a:pt x="7510273" y="9810623"/>
                  </a:cubicBezTo>
                  <a:lnTo>
                    <a:pt x="7510273" y="252476"/>
                  </a:lnTo>
                  <a:cubicBezTo>
                    <a:pt x="7510273" y="122428"/>
                    <a:pt x="7404862" y="16891"/>
                    <a:pt x="7274941" y="16891"/>
                  </a:cubicBezTo>
                  <a:lnTo>
                    <a:pt x="252349" y="16891"/>
                  </a:lnTo>
                  <a:lnTo>
                    <a:pt x="252349" y="8509"/>
                  </a:lnTo>
                  <a:lnTo>
                    <a:pt x="252349" y="17018"/>
                  </a:lnTo>
                  <a:cubicBezTo>
                    <a:pt x="122301" y="16891"/>
                    <a:pt x="16891" y="122428"/>
                    <a:pt x="16891" y="252476"/>
                  </a:cubicBezTo>
                  <a:close/>
                </a:path>
              </a:pathLst>
            </a:custGeom>
            <a:solidFill>
              <a:srgbClr val="CBD5E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99367" y="2328167"/>
            <a:ext cx="5658107" cy="866651"/>
            <a:chOff x="0" y="0"/>
            <a:chExt cx="7544143" cy="115553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6891" y="16891"/>
              <a:ext cx="7510272" cy="1121664"/>
            </a:xfrm>
            <a:custGeom>
              <a:avLst/>
              <a:gdLst/>
              <a:ahLst/>
              <a:cxnLst/>
              <a:rect r="r" b="b" t="t" l="l"/>
              <a:pathLst>
                <a:path h="1121664" w="7510272">
                  <a:moveTo>
                    <a:pt x="0" y="0"/>
                  </a:moveTo>
                  <a:lnTo>
                    <a:pt x="7510272" y="0"/>
                  </a:lnTo>
                  <a:lnTo>
                    <a:pt x="7510272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02C39A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544054" cy="1155448"/>
            </a:xfrm>
            <a:custGeom>
              <a:avLst/>
              <a:gdLst/>
              <a:ahLst/>
              <a:cxnLst/>
              <a:rect r="r" b="b" t="t" l="l"/>
              <a:pathLst>
                <a:path h="1155448" w="7544054">
                  <a:moveTo>
                    <a:pt x="16891" y="0"/>
                  </a:moveTo>
                  <a:lnTo>
                    <a:pt x="7527163" y="0"/>
                  </a:lnTo>
                  <a:cubicBezTo>
                    <a:pt x="7536561" y="0"/>
                    <a:pt x="7544054" y="7620"/>
                    <a:pt x="7544054" y="16891"/>
                  </a:cubicBezTo>
                  <a:lnTo>
                    <a:pt x="7544054" y="1138555"/>
                  </a:lnTo>
                  <a:cubicBezTo>
                    <a:pt x="7544054" y="1147953"/>
                    <a:pt x="7536434" y="1155446"/>
                    <a:pt x="7527163" y="1155446"/>
                  </a:cubicBezTo>
                  <a:lnTo>
                    <a:pt x="16891" y="1155446"/>
                  </a:lnTo>
                  <a:cubicBezTo>
                    <a:pt x="7620" y="1155573"/>
                    <a:pt x="0" y="1147953"/>
                    <a:pt x="0" y="11385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38555"/>
                  </a:lnTo>
                  <a:lnTo>
                    <a:pt x="16891" y="1138555"/>
                  </a:lnTo>
                  <a:lnTo>
                    <a:pt x="16891" y="1121664"/>
                  </a:lnTo>
                  <a:lnTo>
                    <a:pt x="7527163" y="1121664"/>
                  </a:lnTo>
                  <a:lnTo>
                    <a:pt x="7527163" y="1138555"/>
                  </a:lnTo>
                  <a:lnTo>
                    <a:pt x="7510272" y="1138555"/>
                  </a:lnTo>
                  <a:lnTo>
                    <a:pt x="7510272" y="16891"/>
                  </a:lnTo>
                  <a:lnTo>
                    <a:pt x="7527163" y="16891"/>
                  </a:lnTo>
                  <a:lnTo>
                    <a:pt x="75271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C39A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731520" y="2367915"/>
            <a:ext cx="5230368" cy="777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✅ Avantages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86384" y="3255264"/>
            <a:ext cx="5120640" cy="6400800"/>
            <a:chOff x="0" y="0"/>
            <a:chExt cx="6827520" cy="853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27520" cy="8534400"/>
            </a:xfrm>
            <a:custGeom>
              <a:avLst/>
              <a:gdLst/>
              <a:ahLst/>
              <a:cxnLst/>
              <a:rect r="r" b="b" t="t" l="l"/>
              <a:pathLst>
                <a:path h="8534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8534400"/>
                  </a:lnTo>
                  <a:lnTo>
                    <a:pt x="0" y="853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79" t="0" r="-110379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6827520" cy="857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1C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Génération rapide de scénarios edge-cases</a:t>
              </a:r>
            </a:p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1C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Meilleure couverture des cas limites</a:t>
              </a:r>
            </a:p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1C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Documentation automatisée des tests</a:t>
              </a:r>
            </a:p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1C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Suggestions d'assertions pertinentes</a:t>
              </a:r>
            </a:p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1C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Réduction des tâches répétitives</a:t>
              </a:r>
            </a:p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1C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Accessible sans expertise profonde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394447" y="2334511"/>
            <a:ext cx="5645401" cy="7547353"/>
            <a:chOff x="0" y="0"/>
            <a:chExt cx="7527201" cy="1006313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8509" y="8509"/>
              <a:ext cx="7510272" cy="10046081"/>
            </a:xfrm>
            <a:custGeom>
              <a:avLst/>
              <a:gdLst/>
              <a:ahLst/>
              <a:cxnLst/>
              <a:rect r="r" b="b" t="t" l="l"/>
              <a:pathLst>
                <a:path h="10046081" w="7510272">
                  <a:moveTo>
                    <a:pt x="0" y="243967"/>
                  </a:moveTo>
                  <a:cubicBezTo>
                    <a:pt x="0" y="109220"/>
                    <a:pt x="109093" y="0"/>
                    <a:pt x="243840" y="0"/>
                  </a:cubicBezTo>
                  <a:lnTo>
                    <a:pt x="7266432" y="0"/>
                  </a:lnTo>
                  <a:cubicBezTo>
                    <a:pt x="7401052" y="0"/>
                    <a:pt x="7510272" y="109220"/>
                    <a:pt x="7510272" y="243967"/>
                  </a:cubicBezTo>
                  <a:lnTo>
                    <a:pt x="7510272" y="9802114"/>
                  </a:lnTo>
                  <a:cubicBezTo>
                    <a:pt x="7510272" y="9936861"/>
                    <a:pt x="7401052" y="10046081"/>
                    <a:pt x="7266432" y="10046081"/>
                  </a:cubicBezTo>
                  <a:lnTo>
                    <a:pt x="243840" y="10046081"/>
                  </a:lnTo>
                  <a:cubicBezTo>
                    <a:pt x="109220" y="10046081"/>
                    <a:pt x="0" y="9936861"/>
                    <a:pt x="0" y="9802114"/>
                  </a:cubicBezTo>
                  <a:close/>
                </a:path>
              </a:pathLst>
            </a:custGeom>
            <a:solidFill>
              <a:srgbClr val="FFF7ED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527290" cy="10063099"/>
            </a:xfrm>
            <a:custGeom>
              <a:avLst/>
              <a:gdLst/>
              <a:ahLst/>
              <a:cxnLst/>
              <a:rect r="r" b="b" t="t" l="l"/>
              <a:pathLst>
                <a:path h="10063099" w="7527290">
                  <a:moveTo>
                    <a:pt x="0" y="252476"/>
                  </a:moveTo>
                  <a:cubicBezTo>
                    <a:pt x="0" y="113030"/>
                    <a:pt x="112903" y="0"/>
                    <a:pt x="252349" y="0"/>
                  </a:cubicBezTo>
                  <a:lnTo>
                    <a:pt x="7274941" y="0"/>
                  </a:lnTo>
                  <a:lnTo>
                    <a:pt x="7274941" y="8509"/>
                  </a:lnTo>
                  <a:lnTo>
                    <a:pt x="7274941" y="0"/>
                  </a:lnTo>
                  <a:cubicBezTo>
                    <a:pt x="7414260" y="0"/>
                    <a:pt x="7527290" y="113030"/>
                    <a:pt x="7527290" y="252476"/>
                  </a:cubicBezTo>
                  <a:lnTo>
                    <a:pt x="7518781" y="252476"/>
                  </a:lnTo>
                  <a:lnTo>
                    <a:pt x="7527290" y="252476"/>
                  </a:lnTo>
                  <a:lnTo>
                    <a:pt x="7527290" y="9810623"/>
                  </a:lnTo>
                  <a:lnTo>
                    <a:pt x="7518781" y="9810623"/>
                  </a:lnTo>
                  <a:lnTo>
                    <a:pt x="7527290" y="9810623"/>
                  </a:lnTo>
                  <a:cubicBezTo>
                    <a:pt x="7527290" y="9950069"/>
                    <a:pt x="7414387" y="10063099"/>
                    <a:pt x="7274941" y="10063099"/>
                  </a:cubicBezTo>
                  <a:lnTo>
                    <a:pt x="7274941" y="10054590"/>
                  </a:lnTo>
                  <a:lnTo>
                    <a:pt x="7274941" y="10063099"/>
                  </a:lnTo>
                  <a:lnTo>
                    <a:pt x="252349" y="10063099"/>
                  </a:lnTo>
                  <a:lnTo>
                    <a:pt x="252349" y="10054590"/>
                  </a:lnTo>
                  <a:lnTo>
                    <a:pt x="252349" y="10063099"/>
                  </a:lnTo>
                  <a:cubicBezTo>
                    <a:pt x="112903" y="10063099"/>
                    <a:pt x="0" y="9950069"/>
                    <a:pt x="0" y="9810623"/>
                  </a:cubicBezTo>
                  <a:lnTo>
                    <a:pt x="0" y="252476"/>
                  </a:lnTo>
                  <a:lnTo>
                    <a:pt x="8509" y="252476"/>
                  </a:lnTo>
                  <a:lnTo>
                    <a:pt x="0" y="252476"/>
                  </a:lnTo>
                  <a:moveTo>
                    <a:pt x="16891" y="252476"/>
                  </a:moveTo>
                  <a:lnTo>
                    <a:pt x="16891" y="9810623"/>
                  </a:lnTo>
                  <a:lnTo>
                    <a:pt x="8509" y="9810623"/>
                  </a:lnTo>
                  <a:lnTo>
                    <a:pt x="17018" y="9810623"/>
                  </a:lnTo>
                  <a:cubicBezTo>
                    <a:pt x="17018" y="9940671"/>
                    <a:pt x="122428" y="10046208"/>
                    <a:pt x="252349" y="10046208"/>
                  </a:cubicBezTo>
                  <a:lnTo>
                    <a:pt x="7274941" y="10046208"/>
                  </a:lnTo>
                  <a:cubicBezTo>
                    <a:pt x="7404989" y="10046208"/>
                    <a:pt x="7510273" y="9940798"/>
                    <a:pt x="7510273" y="9810623"/>
                  </a:cubicBezTo>
                  <a:lnTo>
                    <a:pt x="7510273" y="252476"/>
                  </a:lnTo>
                  <a:cubicBezTo>
                    <a:pt x="7510273" y="122428"/>
                    <a:pt x="7404862" y="16891"/>
                    <a:pt x="7274941" y="16891"/>
                  </a:cubicBezTo>
                  <a:lnTo>
                    <a:pt x="252349" y="16891"/>
                  </a:lnTo>
                  <a:lnTo>
                    <a:pt x="252349" y="8509"/>
                  </a:lnTo>
                  <a:lnTo>
                    <a:pt x="252349" y="17018"/>
                  </a:lnTo>
                  <a:cubicBezTo>
                    <a:pt x="122301" y="16891"/>
                    <a:pt x="16891" y="122428"/>
                    <a:pt x="16891" y="252476"/>
                  </a:cubicBezTo>
                  <a:close/>
                </a:path>
              </a:pathLst>
            </a:custGeom>
            <a:solidFill>
              <a:srgbClr val="CBD5E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388103" y="2328167"/>
            <a:ext cx="5658107" cy="866651"/>
            <a:chOff x="0" y="0"/>
            <a:chExt cx="7544143" cy="115553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7510272" cy="1121664"/>
            </a:xfrm>
            <a:custGeom>
              <a:avLst/>
              <a:gdLst/>
              <a:ahLst/>
              <a:cxnLst/>
              <a:rect r="r" b="b" t="t" l="l"/>
              <a:pathLst>
                <a:path h="1121664" w="7510272">
                  <a:moveTo>
                    <a:pt x="0" y="0"/>
                  </a:moveTo>
                  <a:lnTo>
                    <a:pt x="7510272" y="0"/>
                  </a:lnTo>
                  <a:lnTo>
                    <a:pt x="7510272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F4A623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544054" cy="1155448"/>
            </a:xfrm>
            <a:custGeom>
              <a:avLst/>
              <a:gdLst/>
              <a:ahLst/>
              <a:cxnLst/>
              <a:rect r="r" b="b" t="t" l="l"/>
              <a:pathLst>
                <a:path h="1155448" w="7544054">
                  <a:moveTo>
                    <a:pt x="16891" y="0"/>
                  </a:moveTo>
                  <a:lnTo>
                    <a:pt x="7527163" y="0"/>
                  </a:lnTo>
                  <a:cubicBezTo>
                    <a:pt x="7536561" y="0"/>
                    <a:pt x="7544054" y="7620"/>
                    <a:pt x="7544054" y="16891"/>
                  </a:cubicBezTo>
                  <a:lnTo>
                    <a:pt x="7544054" y="1138555"/>
                  </a:lnTo>
                  <a:cubicBezTo>
                    <a:pt x="7544054" y="1147953"/>
                    <a:pt x="7536434" y="1155446"/>
                    <a:pt x="7527163" y="1155446"/>
                  </a:cubicBezTo>
                  <a:lnTo>
                    <a:pt x="16891" y="1155446"/>
                  </a:lnTo>
                  <a:cubicBezTo>
                    <a:pt x="7620" y="1155573"/>
                    <a:pt x="0" y="1147953"/>
                    <a:pt x="0" y="11385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38555"/>
                  </a:lnTo>
                  <a:lnTo>
                    <a:pt x="16891" y="1138555"/>
                  </a:lnTo>
                  <a:lnTo>
                    <a:pt x="16891" y="1121664"/>
                  </a:lnTo>
                  <a:lnTo>
                    <a:pt x="7527163" y="1121664"/>
                  </a:lnTo>
                  <a:lnTo>
                    <a:pt x="7527163" y="1138555"/>
                  </a:lnTo>
                  <a:lnTo>
                    <a:pt x="7510272" y="1138555"/>
                  </a:lnTo>
                  <a:lnTo>
                    <a:pt x="7510272" y="16891"/>
                  </a:lnTo>
                  <a:lnTo>
                    <a:pt x="7527163" y="16891"/>
                  </a:lnTo>
                  <a:lnTo>
                    <a:pt x="75271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A623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6620256" y="2367915"/>
            <a:ext cx="5230368" cy="777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⚠️ Limites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675120" y="3255264"/>
            <a:ext cx="5120640" cy="6400800"/>
            <a:chOff x="0" y="0"/>
            <a:chExt cx="6827520" cy="8534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827520" cy="8534400"/>
            </a:xfrm>
            <a:custGeom>
              <a:avLst/>
              <a:gdLst/>
              <a:ahLst/>
              <a:cxnLst/>
              <a:rect r="r" b="b" t="t" l="l"/>
              <a:pathLst>
                <a:path h="8534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8534400"/>
                  </a:lnTo>
                  <a:lnTo>
                    <a:pt x="0" y="853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79" t="0" r="-110379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6827520" cy="857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1C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Manque de contexte métier spécifique</a:t>
              </a:r>
            </a:p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1C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Hallucinations sur l'UI réelle du site</a:t>
              </a:r>
            </a:p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1C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Sélecteurs CSS parfois obsolètes</a:t>
              </a:r>
            </a:p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1C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Dépendance à la qualité du prompt</a:t>
              </a:r>
            </a:p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1C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 remplace pas le test exploratoire</a:t>
              </a:r>
            </a:p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1C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Risque de faux positifs (~25%)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283183" y="2334511"/>
            <a:ext cx="5645401" cy="7547353"/>
            <a:chOff x="0" y="0"/>
            <a:chExt cx="7527201" cy="1006313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8509" y="8509"/>
              <a:ext cx="7510272" cy="10046081"/>
            </a:xfrm>
            <a:custGeom>
              <a:avLst/>
              <a:gdLst/>
              <a:ahLst/>
              <a:cxnLst/>
              <a:rect r="r" b="b" t="t" l="l"/>
              <a:pathLst>
                <a:path h="10046081" w="7510272">
                  <a:moveTo>
                    <a:pt x="0" y="243967"/>
                  </a:moveTo>
                  <a:cubicBezTo>
                    <a:pt x="0" y="109220"/>
                    <a:pt x="109093" y="0"/>
                    <a:pt x="243840" y="0"/>
                  </a:cubicBezTo>
                  <a:lnTo>
                    <a:pt x="7266432" y="0"/>
                  </a:lnTo>
                  <a:cubicBezTo>
                    <a:pt x="7401052" y="0"/>
                    <a:pt x="7510272" y="109220"/>
                    <a:pt x="7510272" y="243967"/>
                  </a:cubicBezTo>
                  <a:lnTo>
                    <a:pt x="7510272" y="9802114"/>
                  </a:lnTo>
                  <a:cubicBezTo>
                    <a:pt x="7510272" y="9936861"/>
                    <a:pt x="7401052" y="10046081"/>
                    <a:pt x="7266432" y="10046081"/>
                  </a:cubicBezTo>
                  <a:lnTo>
                    <a:pt x="243840" y="10046081"/>
                  </a:lnTo>
                  <a:cubicBezTo>
                    <a:pt x="109220" y="10046081"/>
                    <a:pt x="0" y="9936861"/>
                    <a:pt x="0" y="9802114"/>
                  </a:cubicBezTo>
                  <a:close/>
                </a:path>
              </a:pathLst>
            </a:custGeom>
            <a:solidFill>
              <a:srgbClr val="D6E8F5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527290" cy="10063099"/>
            </a:xfrm>
            <a:custGeom>
              <a:avLst/>
              <a:gdLst/>
              <a:ahLst/>
              <a:cxnLst/>
              <a:rect r="r" b="b" t="t" l="l"/>
              <a:pathLst>
                <a:path h="10063099" w="7527290">
                  <a:moveTo>
                    <a:pt x="0" y="252476"/>
                  </a:moveTo>
                  <a:cubicBezTo>
                    <a:pt x="0" y="113030"/>
                    <a:pt x="112903" y="0"/>
                    <a:pt x="252349" y="0"/>
                  </a:cubicBezTo>
                  <a:lnTo>
                    <a:pt x="7274941" y="0"/>
                  </a:lnTo>
                  <a:lnTo>
                    <a:pt x="7274941" y="8509"/>
                  </a:lnTo>
                  <a:lnTo>
                    <a:pt x="7274941" y="0"/>
                  </a:lnTo>
                  <a:cubicBezTo>
                    <a:pt x="7414260" y="0"/>
                    <a:pt x="7527290" y="113030"/>
                    <a:pt x="7527290" y="252476"/>
                  </a:cubicBezTo>
                  <a:lnTo>
                    <a:pt x="7518781" y="252476"/>
                  </a:lnTo>
                  <a:lnTo>
                    <a:pt x="7527290" y="252476"/>
                  </a:lnTo>
                  <a:lnTo>
                    <a:pt x="7527290" y="9810623"/>
                  </a:lnTo>
                  <a:lnTo>
                    <a:pt x="7518781" y="9810623"/>
                  </a:lnTo>
                  <a:lnTo>
                    <a:pt x="7527290" y="9810623"/>
                  </a:lnTo>
                  <a:cubicBezTo>
                    <a:pt x="7527290" y="9950069"/>
                    <a:pt x="7414387" y="10063099"/>
                    <a:pt x="7274941" y="10063099"/>
                  </a:cubicBezTo>
                  <a:lnTo>
                    <a:pt x="7274941" y="10054590"/>
                  </a:lnTo>
                  <a:lnTo>
                    <a:pt x="7274941" y="10063099"/>
                  </a:lnTo>
                  <a:lnTo>
                    <a:pt x="252349" y="10063099"/>
                  </a:lnTo>
                  <a:lnTo>
                    <a:pt x="252349" y="10054590"/>
                  </a:lnTo>
                  <a:lnTo>
                    <a:pt x="252349" y="10063099"/>
                  </a:lnTo>
                  <a:cubicBezTo>
                    <a:pt x="112903" y="10063099"/>
                    <a:pt x="0" y="9950069"/>
                    <a:pt x="0" y="9810623"/>
                  </a:cubicBezTo>
                  <a:lnTo>
                    <a:pt x="0" y="252476"/>
                  </a:lnTo>
                  <a:lnTo>
                    <a:pt x="8509" y="252476"/>
                  </a:lnTo>
                  <a:lnTo>
                    <a:pt x="0" y="252476"/>
                  </a:lnTo>
                  <a:moveTo>
                    <a:pt x="16891" y="252476"/>
                  </a:moveTo>
                  <a:lnTo>
                    <a:pt x="16891" y="9810623"/>
                  </a:lnTo>
                  <a:lnTo>
                    <a:pt x="8509" y="9810623"/>
                  </a:lnTo>
                  <a:lnTo>
                    <a:pt x="17018" y="9810623"/>
                  </a:lnTo>
                  <a:cubicBezTo>
                    <a:pt x="17018" y="9940671"/>
                    <a:pt x="122428" y="10046208"/>
                    <a:pt x="252349" y="10046208"/>
                  </a:cubicBezTo>
                  <a:lnTo>
                    <a:pt x="7274941" y="10046208"/>
                  </a:lnTo>
                  <a:cubicBezTo>
                    <a:pt x="7404989" y="10046208"/>
                    <a:pt x="7510273" y="9940798"/>
                    <a:pt x="7510273" y="9810623"/>
                  </a:cubicBezTo>
                  <a:lnTo>
                    <a:pt x="7510273" y="252476"/>
                  </a:lnTo>
                  <a:cubicBezTo>
                    <a:pt x="7510273" y="122428"/>
                    <a:pt x="7404862" y="16891"/>
                    <a:pt x="7274941" y="16891"/>
                  </a:cubicBezTo>
                  <a:lnTo>
                    <a:pt x="252349" y="16891"/>
                  </a:lnTo>
                  <a:lnTo>
                    <a:pt x="252349" y="8509"/>
                  </a:lnTo>
                  <a:lnTo>
                    <a:pt x="252349" y="17018"/>
                  </a:lnTo>
                  <a:cubicBezTo>
                    <a:pt x="122301" y="16891"/>
                    <a:pt x="16891" y="122428"/>
                    <a:pt x="16891" y="252476"/>
                  </a:cubicBezTo>
                  <a:close/>
                </a:path>
              </a:pathLst>
            </a:custGeom>
            <a:solidFill>
              <a:srgbClr val="CBD5E0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2276839" y="2328167"/>
            <a:ext cx="5658107" cy="866651"/>
            <a:chOff x="0" y="0"/>
            <a:chExt cx="7544143" cy="115553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16891" y="16891"/>
              <a:ext cx="7510272" cy="1121664"/>
            </a:xfrm>
            <a:custGeom>
              <a:avLst/>
              <a:gdLst/>
              <a:ahLst/>
              <a:cxnLst/>
              <a:rect r="r" b="b" t="t" l="l"/>
              <a:pathLst>
                <a:path h="1121664" w="7510272">
                  <a:moveTo>
                    <a:pt x="0" y="0"/>
                  </a:moveTo>
                  <a:lnTo>
                    <a:pt x="7510272" y="0"/>
                  </a:lnTo>
                  <a:lnTo>
                    <a:pt x="7510272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2E5D8E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544054" cy="1155448"/>
            </a:xfrm>
            <a:custGeom>
              <a:avLst/>
              <a:gdLst/>
              <a:ahLst/>
              <a:cxnLst/>
              <a:rect r="r" b="b" t="t" l="l"/>
              <a:pathLst>
                <a:path h="1155448" w="7544054">
                  <a:moveTo>
                    <a:pt x="16891" y="0"/>
                  </a:moveTo>
                  <a:lnTo>
                    <a:pt x="7527163" y="0"/>
                  </a:lnTo>
                  <a:cubicBezTo>
                    <a:pt x="7536561" y="0"/>
                    <a:pt x="7544054" y="7620"/>
                    <a:pt x="7544054" y="16891"/>
                  </a:cubicBezTo>
                  <a:lnTo>
                    <a:pt x="7544054" y="1138555"/>
                  </a:lnTo>
                  <a:cubicBezTo>
                    <a:pt x="7544054" y="1147953"/>
                    <a:pt x="7536434" y="1155446"/>
                    <a:pt x="7527163" y="1155446"/>
                  </a:cubicBezTo>
                  <a:lnTo>
                    <a:pt x="16891" y="1155446"/>
                  </a:lnTo>
                  <a:cubicBezTo>
                    <a:pt x="7620" y="1155573"/>
                    <a:pt x="0" y="1147953"/>
                    <a:pt x="0" y="11385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38555"/>
                  </a:lnTo>
                  <a:lnTo>
                    <a:pt x="16891" y="1138555"/>
                  </a:lnTo>
                  <a:lnTo>
                    <a:pt x="16891" y="1121664"/>
                  </a:lnTo>
                  <a:lnTo>
                    <a:pt x="7527163" y="1121664"/>
                  </a:lnTo>
                  <a:lnTo>
                    <a:pt x="7527163" y="1138555"/>
                  </a:lnTo>
                  <a:lnTo>
                    <a:pt x="7510272" y="1138555"/>
                  </a:lnTo>
                  <a:lnTo>
                    <a:pt x="7510272" y="16891"/>
                  </a:lnTo>
                  <a:lnTo>
                    <a:pt x="7527163" y="16891"/>
                  </a:lnTo>
                  <a:lnTo>
                    <a:pt x="75271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5D8E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2508992" y="2367915"/>
            <a:ext cx="5230368" cy="777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🔍 Fiabilité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2563856" y="3255264"/>
            <a:ext cx="5120640" cy="6400800"/>
            <a:chOff x="0" y="0"/>
            <a:chExt cx="6827520" cy="8534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827520" cy="8534400"/>
            </a:xfrm>
            <a:custGeom>
              <a:avLst/>
              <a:gdLst/>
              <a:ahLst/>
              <a:cxnLst/>
              <a:rect r="r" b="b" t="t" l="l"/>
              <a:pathLst>
                <a:path h="8534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8534400"/>
                  </a:lnTo>
                  <a:lnTo>
                    <a:pt x="0" y="853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79" t="0" r="-110379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6827520" cy="857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1C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Validation humaine systématique</a:t>
              </a:r>
            </a:p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1C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Révision avant toute exécution</a:t>
              </a:r>
            </a:p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1C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Cohérent si bien prompté</a:t>
              </a:r>
            </a:p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1C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Efficace sur fonctions simples</a:t>
              </a:r>
            </a:p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1C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S'améliore avec des exemples concrets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9071372" y="9801854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E5D8E"/>
                </a:solidFill>
                <a:latin typeface="Open Sans"/>
                <a:ea typeface="Open Sans"/>
                <a:cs typeface="Open Sans"/>
                <a:sym typeface="Open San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>
      <p:bgPr>
        <a:solidFill>
          <a:srgbClr val="1C2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48640" y="721995"/>
            <a:ext cx="7315200" cy="7690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0"/>
              </a:lnSpc>
            </a:pPr>
            <a:r>
              <a:rPr lang="en-US" sz="24000" b="true">
                <a:solidFill>
                  <a:srgbClr val="28384A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07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12697" y="-12697"/>
            <a:ext cx="354587" cy="10312403"/>
            <a:chOff x="0" y="0"/>
            <a:chExt cx="472783" cy="1374987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6891" y="16891"/>
              <a:ext cx="43891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2E5D8E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7269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3732890"/>
                  </a:lnTo>
                  <a:cubicBezTo>
                    <a:pt x="472694" y="13742290"/>
                    <a:pt x="465074" y="13749782"/>
                    <a:pt x="45580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455803" y="13716000"/>
                  </a:lnTo>
                  <a:lnTo>
                    <a:pt x="455803" y="13732890"/>
                  </a:lnTo>
                  <a:lnTo>
                    <a:pt x="438912" y="13732890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5D8E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05840" y="2550795"/>
            <a:ext cx="16459200" cy="2021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 b="true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Statistiques Détaillées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5840" y="4688205"/>
            <a:ext cx="14630400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i="true">
                <a:solidFill>
                  <a:srgbClr val="2E5D8E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Tableaux de bord · Répartitions · Évolution des résultats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-12697" y="9588503"/>
            <a:ext cx="18313403" cy="711203"/>
            <a:chOff x="0" y="0"/>
            <a:chExt cx="24417871" cy="9482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4383999" cy="914400"/>
            </a:xfrm>
            <a:custGeom>
              <a:avLst/>
              <a:gdLst/>
              <a:ahLst/>
              <a:cxnLst/>
              <a:rect r="r" b="b" t="t" l="l"/>
              <a:pathLst>
                <a:path h="9144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131E29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417782" cy="948184"/>
            </a:xfrm>
            <a:custGeom>
              <a:avLst/>
              <a:gdLst/>
              <a:ahLst/>
              <a:cxnLst/>
              <a:rect r="r" b="b" t="t" l="l"/>
              <a:pathLst>
                <a:path h="94818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931291"/>
                  </a:lnTo>
                  <a:cubicBezTo>
                    <a:pt x="24417782" y="940689"/>
                    <a:pt x="24410163" y="948182"/>
                    <a:pt x="24400890" y="948182"/>
                  </a:cubicBezTo>
                  <a:lnTo>
                    <a:pt x="16891" y="948182"/>
                  </a:lnTo>
                  <a:cubicBezTo>
                    <a:pt x="7620" y="948309"/>
                    <a:pt x="0" y="940689"/>
                    <a:pt x="0" y="931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31291"/>
                  </a:lnTo>
                  <a:lnTo>
                    <a:pt x="16891" y="931291"/>
                  </a:lnTo>
                  <a:lnTo>
                    <a:pt x="16891" y="914400"/>
                  </a:lnTo>
                  <a:lnTo>
                    <a:pt x="24400890" y="914400"/>
                  </a:lnTo>
                  <a:lnTo>
                    <a:pt x="24400890" y="931291"/>
                  </a:lnTo>
                  <a:lnTo>
                    <a:pt x="24384000" y="931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31E29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05840" y="9599676"/>
            <a:ext cx="16459200" cy="623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Orientini.com  ·  Tests Selenium  ·  2025-2026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071372" y="9801854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E5D8E"/>
                </a:solidFill>
                <a:latin typeface="Open Sans"/>
                <a:ea typeface="Open Sans"/>
                <a:cs typeface="Open Sans"/>
                <a:sym typeface="Open San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183387"/>
            <a:chOff x="0" y="0"/>
            <a:chExt cx="24417871" cy="29111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877312"/>
            </a:xfrm>
            <a:custGeom>
              <a:avLst/>
              <a:gdLst/>
              <a:ahLst/>
              <a:cxnLst/>
              <a:rect r="r" b="b" t="t" l="l"/>
              <a:pathLst>
                <a:path h="287731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877312"/>
                  </a:lnTo>
                  <a:lnTo>
                    <a:pt x="0" y="2877312"/>
                  </a:lnTo>
                  <a:close/>
                </a:path>
              </a:pathLst>
            </a:custGeom>
            <a:solidFill>
              <a:srgbClr val="1C2B3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911094"/>
            </a:xfrm>
            <a:custGeom>
              <a:avLst/>
              <a:gdLst/>
              <a:ahLst/>
              <a:cxnLst/>
              <a:rect r="r" b="b" t="t" l="l"/>
              <a:pathLst>
                <a:path h="291109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894203"/>
                  </a:lnTo>
                  <a:cubicBezTo>
                    <a:pt x="24417782" y="2903601"/>
                    <a:pt x="24410163" y="2911094"/>
                    <a:pt x="24400890" y="2911094"/>
                  </a:cubicBezTo>
                  <a:lnTo>
                    <a:pt x="16891" y="2911094"/>
                  </a:lnTo>
                  <a:cubicBezTo>
                    <a:pt x="7493" y="2911094"/>
                    <a:pt x="0" y="2903474"/>
                    <a:pt x="0" y="28942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94203"/>
                  </a:lnTo>
                  <a:lnTo>
                    <a:pt x="16891" y="2894203"/>
                  </a:lnTo>
                  <a:lnTo>
                    <a:pt x="16891" y="2877312"/>
                  </a:lnTo>
                  <a:lnTo>
                    <a:pt x="24400890" y="2877312"/>
                  </a:lnTo>
                  <a:lnTo>
                    <a:pt x="24400890" y="2894203"/>
                  </a:lnTo>
                  <a:lnTo>
                    <a:pt x="24384000" y="289420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B3A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731520" y="173355"/>
            <a:ext cx="16824960" cy="1143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200" b="true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Tableau de Bord Statistique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31520" y="1278636"/>
            <a:ext cx="16824960" cy="733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i="true">
                <a:solidFill>
                  <a:srgbClr val="02809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Vue d'ensemble chiffrée du projet de test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505711" y="2334511"/>
            <a:ext cx="2719321" cy="1987801"/>
            <a:chOff x="0" y="0"/>
            <a:chExt cx="3625761" cy="265040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8509" y="8509"/>
              <a:ext cx="3608705" cy="2633472"/>
            </a:xfrm>
            <a:custGeom>
              <a:avLst/>
              <a:gdLst/>
              <a:ahLst/>
              <a:cxnLst/>
              <a:rect r="r" b="b" t="t" l="l"/>
              <a:pathLst>
                <a:path h="2633472" w="3608705">
                  <a:moveTo>
                    <a:pt x="0" y="243840"/>
                  </a:moveTo>
                  <a:cubicBezTo>
                    <a:pt x="0" y="109093"/>
                    <a:pt x="109347" y="0"/>
                    <a:pt x="244221" y="0"/>
                  </a:cubicBezTo>
                  <a:lnTo>
                    <a:pt x="3364484" y="0"/>
                  </a:lnTo>
                  <a:cubicBezTo>
                    <a:pt x="3499358" y="0"/>
                    <a:pt x="3608705" y="109220"/>
                    <a:pt x="3608705" y="243840"/>
                  </a:cubicBezTo>
                  <a:lnTo>
                    <a:pt x="3608705" y="2389632"/>
                  </a:lnTo>
                  <a:cubicBezTo>
                    <a:pt x="3608705" y="2524252"/>
                    <a:pt x="3499358" y="2633472"/>
                    <a:pt x="3364484" y="2633472"/>
                  </a:cubicBezTo>
                  <a:lnTo>
                    <a:pt x="244221" y="2633472"/>
                  </a:lnTo>
                  <a:cubicBezTo>
                    <a:pt x="109347" y="2633472"/>
                    <a:pt x="0" y="2524252"/>
                    <a:pt x="0" y="2389632"/>
                  </a:cubicBezTo>
                  <a:close/>
                </a:path>
              </a:pathLst>
            </a:custGeom>
            <a:solidFill>
              <a:srgbClr val="2E5D8E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25723" cy="2650490"/>
            </a:xfrm>
            <a:custGeom>
              <a:avLst/>
              <a:gdLst/>
              <a:ahLst/>
              <a:cxnLst/>
              <a:rect r="r" b="b" t="t" l="l"/>
              <a:pathLst>
                <a:path h="2650490" w="3625723">
                  <a:moveTo>
                    <a:pt x="0" y="252349"/>
                  </a:moveTo>
                  <a:cubicBezTo>
                    <a:pt x="0" y="112903"/>
                    <a:pt x="113157" y="0"/>
                    <a:pt x="252730" y="0"/>
                  </a:cubicBezTo>
                  <a:lnTo>
                    <a:pt x="3372993" y="0"/>
                  </a:lnTo>
                  <a:lnTo>
                    <a:pt x="3372993" y="8509"/>
                  </a:lnTo>
                  <a:lnTo>
                    <a:pt x="3372993" y="0"/>
                  </a:lnTo>
                  <a:cubicBezTo>
                    <a:pt x="3512566" y="0"/>
                    <a:pt x="3625723" y="112903"/>
                    <a:pt x="3625723" y="252349"/>
                  </a:cubicBezTo>
                  <a:lnTo>
                    <a:pt x="3617214" y="252349"/>
                  </a:lnTo>
                  <a:lnTo>
                    <a:pt x="3625723" y="252349"/>
                  </a:lnTo>
                  <a:lnTo>
                    <a:pt x="3625723" y="2398141"/>
                  </a:lnTo>
                  <a:lnTo>
                    <a:pt x="3617214" y="2398141"/>
                  </a:lnTo>
                  <a:lnTo>
                    <a:pt x="3625723" y="2398141"/>
                  </a:lnTo>
                  <a:cubicBezTo>
                    <a:pt x="3625723" y="2537460"/>
                    <a:pt x="3512566" y="2650490"/>
                    <a:pt x="3372993" y="2650490"/>
                  </a:cubicBezTo>
                  <a:lnTo>
                    <a:pt x="3372993" y="2641981"/>
                  </a:lnTo>
                  <a:lnTo>
                    <a:pt x="3372993" y="2650490"/>
                  </a:lnTo>
                  <a:lnTo>
                    <a:pt x="252730" y="2650490"/>
                  </a:lnTo>
                  <a:lnTo>
                    <a:pt x="252730" y="2641981"/>
                  </a:lnTo>
                  <a:lnTo>
                    <a:pt x="252730" y="2650490"/>
                  </a:lnTo>
                  <a:cubicBezTo>
                    <a:pt x="113157" y="2650363"/>
                    <a:pt x="0" y="2537460"/>
                    <a:pt x="0" y="2398141"/>
                  </a:cubicBezTo>
                  <a:lnTo>
                    <a:pt x="0" y="252349"/>
                  </a:lnTo>
                  <a:lnTo>
                    <a:pt x="8509" y="252349"/>
                  </a:lnTo>
                  <a:lnTo>
                    <a:pt x="0" y="252349"/>
                  </a:lnTo>
                  <a:moveTo>
                    <a:pt x="16891" y="252349"/>
                  </a:moveTo>
                  <a:lnTo>
                    <a:pt x="16891" y="2398141"/>
                  </a:lnTo>
                  <a:lnTo>
                    <a:pt x="8509" y="2398141"/>
                  </a:lnTo>
                  <a:lnTo>
                    <a:pt x="17018" y="2398141"/>
                  </a:lnTo>
                  <a:cubicBezTo>
                    <a:pt x="17018" y="2528062"/>
                    <a:pt x="122555" y="2633472"/>
                    <a:pt x="252857" y="2633472"/>
                  </a:cubicBezTo>
                  <a:lnTo>
                    <a:pt x="3372993" y="2633472"/>
                  </a:lnTo>
                  <a:cubicBezTo>
                    <a:pt x="3503168" y="2633472"/>
                    <a:pt x="3608832" y="2528062"/>
                    <a:pt x="3608832" y="2398141"/>
                  </a:cubicBezTo>
                  <a:lnTo>
                    <a:pt x="3608832" y="252349"/>
                  </a:lnTo>
                  <a:cubicBezTo>
                    <a:pt x="3608832" y="122428"/>
                    <a:pt x="3503295" y="17018"/>
                    <a:pt x="3372993" y="17018"/>
                  </a:cubicBezTo>
                  <a:lnTo>
                    <a:pt x="252730" y="17018"/>
                  </a:lnTo>
                  <a:lnTo>
                    <a:pt x="252730" y="8509"/>
                  </a:lnTo>
                  <a:lnTo>
                    <a:pt x="252730" y="17018"/>
                  </a:lnTo>
                  <a:cubicBezTo>
                    <a:pt x="122428" y="16891"/>
                    <a:pt x="16891" y="122301"/>
                    <a:pt x="16891" y="252349"/>
                  </a:cubicBezTo>
                  <a:close/>
                </a:path>
              </a:pathLst>
            </a:custGeom>
            <a:solidFill>
              <a:srgbClr val="CBD5E0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512064" y="2422779"/>
            <a:ext cx="2706624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5200" b="true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38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12064" y="3345180"/>
            <a:ext cx="2706624" cy="696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0"/>
              </a:lnSpc>
            </a:pPr>
            <a:r>
              <a:rPr lang="en-US" sz="19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Cas de test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3431791" y="2334511"/>
            <a:ext cx="2719321" cy="1987801"/>
            <a:chOff x="0" y="0"/>
            <a:chExt cx="3625761" cy="265040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8509" y="8509"/>
              <a:ext cx="3608705" cy="2633472"/>
            </a:xfrm>
            <a:custGeom>
              <a:avLst/>
              <a:gdLst/>
              <a:ahLst/>
              <a:cxnLst/>
              <a:rect r="r" b="b" t="t" l="l"/>
              <a:pathLst>
                <a:path h="2633472" w="3608705">
                  <a:moveTo>
                    <a:pt x="0" y="243840"/>
                  </a:moveTo>
                  <a:cubicBezTo>
                    <a:pt x="0" y="109093"/>
                    <a:pt x="109347" y="0"/>
                    <a:pt x="244221" y="0"/>
                  </a:cubicBezTo>
                  <a:lnTo>
                    <a:pt x="3364484" y="0"/>
                  </a:lnTo>
                  <a:cubicBezTo>
                    <a:pt x="3499358" y="0"/>
                    <a:pt x="3608705" y="109220"/>
                    <a:pt x="3608705" y="243840"/>
                  </a:cubicBezTo>
                  <a:lnTo>
                    <a:pt x="3608705" y="2389632"/>
                  </a:lnTo>
                  <a:cubicBezTo>
                    <a:pt x="3608705" y="2524252"/>
                    <a:pt x="3499358" y="2633472"/>
                    <a:pt x="3364484" y="2633472"/>
                  </a:cubicBezTo>
                  <a:lnTo>
                    <a:pt x="244221" y="2633472"/>
                  </a:lnTo>
                  <a:cubicBezTo>
                    <a:pt x="109347" y="2633472"/>
                    <a:pt x="0" y="2524252"/>
                    <a:pt x="0" y="2389632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625723" cy="2650490"/>
            </a:xfrm>
            <a:custGeom>
              <a:avLst/>
              <a:gdLst/>
              <a:ahLst/>
              <a:cxnLst/>
              <a:rect r="r" b="b" t="t" l="l"/>
              <a:pathLst>
                <a:path h="2650490" w="3625723">
                  <a:moveTo>
                    <a:pt x="0" y="252349"/>
                  </a:moveTo>
                  <a:cubicBezTo>
                    <a:pt x="0" y="112903"/>
                    <a:pt x="113157" y="0"/>
                    <a:pt x="252730" y="0"/>
                  </a:cubicBezTo>
                  <a:lnTo>
                    <a:pt x="3372993" y="0"/>
                  </a:lnTo>
                  <a:lnTo>
                    <a:pt x="3372993" y="8509"/>
                  </a:lnTo>
                  <a:lnTo>
                    <a:pt x="3372993" y="0"/>
                  </a:lnTo>
                  <a:cubicBezTo>
                    <a:pt x="3512566" y="0"/>
                    <a:pt x="3625723" y="112903"/>
                    <a:pt x="3625723" y="252349"/>
                  </a:cubicBezTo>
                  <a:lnTo>
                    <a:pt x="3617214" y="252349"/>
                  </a:lnTo>
                  <a:lnTo>
                    <a:pt x="3625723" y="252349"/>
                  </a:lnTo>
                  <a:lnTo>
                    <a:pt x="3625723" y="2398141"/>
                  </a:lnTo>
                  <a:lnTo>
                    <a:pt x="3617214" y="2398141"/>
                  </a:lnTo>
                  <a:lnTo>
                    <a:pt x="3625723" y="2398141"/>
                  </a:lnTo>
                  <a:cubicBezTo>
                    <a:pt x="3625723" y="2537460"/>
                    <a:pt x="3512566" y="2650490"/>
                    <a:pt x="3372993" y="2650490"/>
                  </a:cubicBezTo>
                  <a:lnTo>
                    <a:pt x="3372993" y="2641981"/>
                  </a:lnTo>
                  <a:lnTo>
                    <a:pt x="3372993" y="2650490"/>
                  </a:lnTo>
                  <a:lnTo>
                    <a:pt x="252730" y="2650490"/>
                  </a:lnTo>
                  <a:lnTo>
                    <a:pt x="252730" y="2641981"/>
                  </a:lnTo>
                  <a:lnTo>
                    <a:pt x="252730" y="2650490"/>
                  </a:lnTo>
                  <a:cubicBezTo>
                    <a:pt x="113157" y="2650363"/>
                    <a:pt x="0" y="2537460"/>
                    <a:pt x="0" y="2398141"/>
                  </a:cubicBezTo>
                  <a:lnTo>
                    <a:pt x="0" y="252349"/>
                  </a:lnTo>
                  <a:lnTo>
                    <a:pt x="8509" y="252349"/>
                  </a:lnTo>
                  <a:lnTo>
                    <a:pt x="0" y="252349"/>
                  </a:lnTo>
                  <a:moveTo>
                    <a:pt x="16891" y="252349"/>
                  </a:moveTo>
                  <a:lnTo>
                    <a:pt x="16891" y="2398141"/>
                  </a:lnTo>
                  <a:lnTo>
                    <a:pt x="8509" y="2398141"/>
                  </a:lnTo>
                  <a:lnTo>
                    <a:pt x="17018" y="2398141"/>
                  </a:lnTo>
                  <a:cubicBezTo>
                    <a:pt x="17018" y="2528062"/>
                    <a:pt x="122555" y="2633472"/>
                    <a:pt x="252857" y="2633472"/>
                  </a:cubicBezTo>
                  <a:lnTo>
                    <a:pt x="3372993" y="2633472"/>
                  </a:lnTo>
                  <a:cubicBezTo>
                    <a:pt x="3503168" y="2633472"/>
                    <a:pt x="3608832" y="2528062"/>
                    <a:pt x="3608832" y="2398141"/>
                  </a:cubicBezTo>
                  <a:lnTo>
                    <a:pt x="3608832" y="252349"/>
                  </a:lnTo>
                  <a:cubicBezTo>
                    <a:pt x="3608832" y="122428"/>
                    <a:pt x="3503295" y="17018"/>
                    <a:pt x="3372993" y="17018"/>
                  </a:cubicBezTo>
                  <a:lnTo>
                    <a:pt x="252730" y="17018"/>
                  </a:lnTo>
                  <a:lnTo>
                    <a:pt x="252730" y="8509"/>
                  </a:lnTo>
                  <a:lnTo>
                    <a:pt x="252730" y="17018"/>
                  </a:lnTo>
                  <a:cubicBezTo>
                    <a:pt x="122428" y="16891"/>
                    <a:pt x="16891" y="122301"/>
                    <a:pt x="16891" y="252349"/>
                  </a:cubicBezTo>
                  <a:close/>
                </a:path>
              </a:pathLst>
            </a:custGeom>
            <a:solidFill>
              <a:srgbClr val="CBD5E0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3438144" y="2422779"/>
            <a:ext cx="2706624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5200" b="true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28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438144" y="3345180"/>
            <a:ext cx="2706624" cy="696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0"/>
              </a:lnSpc>
            </a:pPr>
            <a:r>
              <a:rPr lang="en-US" sz="19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Tests PASS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357871" y="2334511"/>
            <a:ext cx="2719321" cy="1987801"/>
            <a:chOff x="0" y="0"/>
            <a:chExt cx="3625761" cy="265040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8509" y="8509"/>
              <a:ext cx="3608705" cy="2633472"/>
            </a:xfrm>
            <a:custGeom>
              <a:avLst/>
              <a:gdLst/>
              <a:ahLst/>
              <a:cxnLst/>
              <a:rect r="r" b="b" t="t" l="l"/>
              <a:pathLst>
                <a:path h="2633472" w="3608705">
                  <a:moveTo>
                    <a:pt x="0" y="243840"/>
                  </a:moveTo>
                  <a:cubicBezTo>
                    <a:pt x="0" y="109093"/>
                    <a:pt x="109347" y="0"/>
                    <a:pt x="244221" y="0"/>
                  </a:cubicBezTo>
                  <a:lnTo>
                    <a:pt x="3364484" y="0"/>
                  </a:lnTo>
                  <a:cubicBezTo>
                    <a:pt x="3499358" y="0"/>
                    <a:pt x="3608705" y="109220"/>
                    <a:pt x="3608705" y="243840"/>
                  </a:cubicBezTo>
                  <a:lnTo>
                    <a:pt x="3608705" y="2389632"/>
                  </a:lnTo>
                  <a:cubicBezTo>
                    <a:pt x="3608705" y="2524252"/>
                    <a:pt x="3499358" y="2633472"/>
                    <a:pt x="3364484" y="2633472"/>
                  </a:cubicBezTo>
                  <a:lnTo>
                    <a:pt x="244221" y="2633472"/>
                  </a:lnTo>
                  <a:cubicBezTo>
                    <a:pt x="109347" y="2633472"/>
                    <a:pt x="0" y="2524252"/>
                    <a:pt x="0" y="2389632"/>
                  </a:cubicBezTo>
                  <a:close/>
                </a:path>
              </a:pathLst>
            </a:custGeom>
            <a:solidFill>
              <a:srgbClr val="E05C5C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25723" cy="2650490"/>
            </a:xfrm>
            <a:custGeom>
              <a:avLst/>
              <a:gdLst/>
              <a:ahLst/>
              <a:cxnLst/>
              <a:rect r="r" b="b" t="t" l="l"/>
              <a:pathLst>
                <a:path h="2650490" w="3625723">
                  <a:moveTo>
                    <a:pt x="0" y="252349"/>
                  </a:moveTo>
                  <a:cubicBezTo>
                    <a:pt x="0" y="112903"/>
                    <a:pt x="113157" y="0"/>
                    <a:pt x="252730" y="0"/>
                  </a:cubicBezTo>
                  <a:lnTo>
                    <a:pt x="3372993" y="0"/>
                  </a:lnTo>
                  <a:lnTo>
                    <a:pt x="3372993" y="8509"/>
                  </a:lnTo>
                  <a:lnTo>
                    <a:pt x="3372993" y="0"/>
                  </a:lnTo>
                  <a:cubicBezTo>
                    <a:pt x="3512566" y="0"/>
                    <a:pt x="3625723" y="112903"/>
                    <a:pt x="3625723" y="252349"/>
                  </a:cubicBezTo>
                  <a:lnTo>
                    <a:pt x="3617214" y="252349"/>
                  </a:lnTo>
                  <a:lnTo>
                    <a:pt x="3625723" y="252349"/>
                  </a:lnTo>
                  <a:lnTo>
                    <a:pt x="3625723" y="2398141"/>
                  </a:lnTo>
                  <a:lnTo>
                    <a:pt x="3617214" y="2398141"/>
                  </a:lnTo>
                  <a:lnTo>
                    <a:pt x="3625723" y="2398141"/>
                  </a:lnTo>
                  <a:cubicBezTo>
                    <a:pt x="3625723" y="2537460"/>
                    <a:pt x="3512566" y="2650490"/>
                    <a:pt x="3372993" y="2650490"/>
                  </a:cubicBezTo>
                  <a:lnTo>
                    <a:pt x="3372993" y="2641981"/>
                  </a:lnTo>
                  <a:lnTo>
                    <a:pt x="3372993" y="2650490"/>
                  </a:lnTo>
                  <a:lnTo>
                    <a:pt x="252730" y="2650490"/>
                  </a:lnTo>
                  <a:lnTo>
                    <a:pt x="252730" y="2641981"/>
                  </a:lnTo>
                  <a:lnTo>
                    <a:pt x="252730" y="2650490"/>
                  </a:lnTo>
                  <a:cubicBezTo>
                    <a:pt x="113157" y="2650363"/>
                    <a:pt x="0" y="2537460"/>
                    <a:pt x="0" y="2398141"/>
                  </a:cubicBezTo>
                  <a:lnTo>
                    <a:pt x="0" y="252349"/>
                  </a:lnTo>
                  <a:lnTo>
                    <a:pt x="8509" y="252349"/>
                  </a:lnTo>
                  <a:lnTo>
                    <a:pt x="0" y="252349"/>
                  </a:lnTo>
                  <a:moveTo>
                    <a:pt x="16891" y="252349"/>
                  </a:moveTo>
                  <a:lnTo>
                    <a:pt x="16891" y="2398141"/>
                  </a:lnTo>
                  <a:lnTo>
                    <a:pt x="8509" y="2398141"/>
                  </a:lnTo>
                  <a:lnTo>
                    <a:pt x="17018" y="2398141"/>
                  </a:lnTo>
                  <a:cubicBezTo>
                    <a:pt x="17018" y="2528062"/>
                    <a:pt x="122555" y="2633472"/>
                    <a:pt x="252857" y="2633472"/>
                  </a:cubicBezTo>
                  <a:lnTo>
                    <a:pt x="3372993" y="2633472"/>
                  </a:lnTo>
                  <a:cubicBezTo>
                    <a:pt x="3503168" y="2633472"/>
                    <a:pt x="3608832" y="2528062"/>
                    <a:pt x="3608832" y="2398141"/>
                  </a:cubicBezTo>
                  <a:lnTo>
                    <a:pt x="3608832" y="252349"/>
                  </a:lnTo>
                  <a:cubicBezTo>
                    <a:pt x="3608832" y="122428"/>
                    <a:pt x="3503295" y="17018"/>
                    <a:pt x="3372993" y="17018"/>
                  </a:cubicBezTo>
                  <a:lnTo>
                    <a:pt x="252730" y="17018"/>
                  </a:lnTo>
                  <a:lnTo>
                    <a:pt x="252730" y="8509"/>
                  </a:lnTo>
                  <a:lnTo>
                    <a:pt x="252730" y="17018"/>
                  </a:lnTo>
                  <a:cubicBezTo>
                    <a:pt x="122428" y="16891"/>
                    <a:pt x="16891" y="122301"/>
                    <a:pt x="16891" y="252349"/>
                  </a:cubicBezTo>
                  <a:close/>
                </a:path>
              </a:pathLst>
            </a:custGeom>
            <a:solidFill>
              <a:srgbClr val="CBD5E0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6364224" y="2422779"/>
            <a:ext cx="2706624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5200" b="true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10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364224" y="3345180"/>
            <a:ext cx="2706624" cy="696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0"/>
              </a:lnSpc>
            </a:pPr>
            <a:r>
              <a:rPr lang="en-US" sz="19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Tests FAIL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283951" y="2334511"/>
            <a:ext cx="2719321" cy="1987801"/>
            <a:chOff x="0" y="0"/>
            <a:chExt cx="3625761" cy="265040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8509" y="8509"/>
              <a:ext cx="3608705" cy="2633472"/>
            </a:xfrm>
            <a:custGeom>
              <a:avLst/>
              <a:gdLst/>
              <a:ahLst/>
              <a:cxnLst/>
              <a:rect r="r" b="b" t="t" l="l"/>
              <a:pathLst>
                <a:path h="2633472" w="3608705">
                  <a:moveTo>
                    <a:pt x="0" y="243840"/>
                  </a:moveTo>
                  <a:cubicBezTo>
                    <a:pt x="0" y="109093"/>
                    <a:pt x="109347" y="0"/>
                    <a:pt x="244221" y="0"/>
                  </a:cubicBezTo>
                  <a:lnTo>
                    <a:pt x="3364484" y="0"/>
                  </a:lnTo>
                  <a:cubicBezTo>
                    <a:pt x="3499358" y="0"/>
                    <a:pt x="3608705" y="109220"/>
                    <a:pt x="3608705" y="243840"/>
                  </a:cubicBezTo>
                  <a:lnTo>
                    <a:pt x="3608705" y="2389632"/>
                  </a:lnTo>
                  <a:cubicBezTo>
                    <a:pt x="3608705" y="2524252"/>
                    <a:pt x="3499358" y="2633472"/>
                    <a:pt x="3364484" y="2633472"/>
                  </a:cubicBezTo>
                  <a:lnTo>
                    <a:pt x="244221" y="2633472"/>
                  </a:lnTo>
                  <a:cubicBezTo>
                    <a:pt x="109347" y="2633472"/>
                    <a:pt x="0" y="2524252"/>
                    <a:pt x="0" y="2389632"/>
                  </a:cubicBezTo>
                  <a:close/>
                </a:path>
              </a:pathLst>
            </a:custGeom>
            <a:solidFill>
              <a:srgbClr val="E05C5C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625723" cy="2650490"/>
            </a:xfrm>
            <a:custGeom>
              <a:avLst/>
              <a:gdLst/>
              <a:ahLst/>
              <a:cxnLst/>
              <a:rect r="r" b="b" t="t" l="l"/>
              <a:pathLst>
                <a:path h="2650490" w="3625723">
                  <a:moveTo>
                    <a:pt x="0" y="252349"/>
                  </a:moveTo>
                  <a:cubicBezTo>
                    <a:pt x="0" y="112903"/>
                    <a:pt x="113157" y="0"/>
                    <a:pt x="252730" y="0"/>
                  </a:cubicBezTo>
                  <a:lnTo>
                    <a:pt x="3372993" y="0"/>
                  </a:lnTo>
                  <a:lnTo>
                    <a:pt x="3372993" y="8509"/>
                  </a:lnTo>
                  <a:lnTo>
                    <a:pt x="3372993" y="0"/>
                  </a:lnTo>
                  <a:cubicBezTo>
                    <a:pt x="3512566" y="0"/>
                    <a:pt x="3625723" y="112903"/>
                    <a:pt x="3625723" y="252349"/>
                  </a:cubicBezTo>
                  <a:lnTo>
                    <a:pt x="3617214" y="252349"/>
                  </a:lnTo>
                  <a:lnTo>
                    <a:pt x="3625723" y="252349"/>
                  </a:lnTo>
                  <a:lnTo>
                    <a:pt x="3625723" y="2398141"/>
                  </a:lnTo>
                  <a:lnTo>
                    <a:pt x="3617214" y="2398141"/>
                  </a:lnTo>
                  <a:lnTo>
                    <a:pt x="3625723" y="2398141"/>
                  </a:lnTo>
                  <a:cubicBezTo>
                    <a:pt x="3625723" y="2537460"/>
                    <a:pt x="3512566" y="2650490"/>
                    <a:pt x="3372993" y="2650490"/>
                  </a:cubicBezTo>
                  <a:lnTo>
                    <a:pt x="3372993" y="2641981"/>
                  </a:lnTo>
                  <a:lnTo>
                    <a:pt x="3372993" y="2650490"/>
                  </a:lnTo>
                  <a:lnTo>
                    <a:pt x="252730" y="2650490"/>
                  </a:lnTo>
                  <a:lnTo>
                    <a:pt x="252730" y="2641981"/>
                  </a:lnTo>
                  <a:lnTo>
                    <a:pt x="252730" y="2650490"/>
                  </a:lnTo>
                  <a:cubicBezTo>
                    <a:pt x="113157" y="2650363"/>
                    <a:pt x="0" y="2537460"/>
                    <a:pt x="0" y="2398141"/>
                  </a:cubicBezTo>
                  <a:lnTo>
                    <a:pt x="0" y="252349"/>
                  </a:lnTo>
                  <a:lnTo>
                    <a:pt x="8509" y="252349"/>
                  </a:lnTo>
                  <a:lnTo>
                    <a:pt x="0" y="252349"/>
                  </a:lnTo>
                  <a:moveTo>
                    <a:pt x="16891" y="252349"/>
                  </a:moveTo>
                  <a:lnTo>
                    <a:pt x="16891" y="2398141"/>
                  </a:lnTo>
                  <a:lnTo>
                    <a:pt x="8509" y="2398141"/>
                  </a:lnTo>
                  <a:lnTo>
                    <a:pt x="17018" y="2398141"/>
                  </a:lnTo>
                  <a:cubicBezTo>
                    <a:pt x="17018" y="2528062"/>
                    <a:pt x="122555" y="2633472"/>
                    <a:pt x="252857" y="2633472"/>
                  </a:cubicBezTo>
                  <a:lnTo>
                    <a:pt x="3372993" y="2633472"/>
                  </a:lnTo>
                  <a:cubicBezTo>
                    <a:pt x="3503168" y="2633472"/>
                    <a:pt x="3608832" y="2528062"/>
                    <a:pt x="3608832" y="2398141"/>
                  </a:cubicBezTo>
                  <a:lnTo>
                    <a:pt x="3608832" y="252349"/>
                  </a:lnTo>
                  <a:cubicBezTo>
                    <a:pt x="3608832" y="122428"/>
                    <a:pt x="3503295" y="17018"/>
                    <a:pt x="3372993" y="17018"/>
                  </a:cubicBezTo>
                  <a:lnTo>
                    <a:pt x="252730" y="17018"/>
                  </a:lnTo>
                  <a:lnTo>
                    <a:pt x="252730" y="8509"/>
                  </a:lnTo>
                  <a:lnTo>
                    <a:pt x="252730" y="17018"/>
                  </a:lnTo>
                  <a:cubicBezTo>
                    <a:pt x="122428" y="16891"/>
                    <a:pt x="16891" y="122301"/>
                    <a:pt x="16891" y="252349"/>
                  </a:cubicBezTo>
                  <a:close/>
                </a:path>
              </a:pathLst>
            </a:custGeom>
            <a:solidFill>
              <a:srgbClr val="CBD5E0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290304" y="2422779"/>
            <a:ext cx="2706624" cy="159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39"/>
              </a:lnSpc>
            </a:pPr>
            <a:r>
              <a:rPr lang="en-US" sz="5199" b="true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4</a:t>
            </a:r>
          </a:p>
          <a:p>
            <a:pPr algn="ctr">
              <a:lnSpc>
                <a:spcPts val="6240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9290304" y="3345180"/>
            <a:ext cx="2706624" cy="696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0"/>
              </a:lnSpc>
            </a:pPr>
            <a:r>
              <a:rPr lang="en-US" sz="19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Bugs critiques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2210031" y="2334511"/>
            <a:ext cx="2719321" cy="1987801"/>
            <a:chOff x="0" y="0"/>
            <a:chExt cx="3625761" cy="265040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8509" y="8509"/>
              <a:ext cx="3608705" cy="2633472"/>
            </a:xfrm>
            <a:custGeom>
              <a:avLst/>
              <a:gdLst/>
              <a:ahLst/>
              <a:cxnLst/>
              <a:rect r="r" b="b" t="t" l="l"/>
              <a:pathLst>
                <a:path h="2633472" w="3608705">
                  <a:moveTo>
                    <a:pt x="0" y="243840"/>
                  </a:moveTo>
                  <a:cubicBezTo>
                    <a:pt x="0" y="109093"/>
                    <a:pt x="109347" y="0"/>
                    <a:pt x="244221" y="0"/>
                  </a:cubicBezTo>
                  <a:lnTo>
                    <a:pt x="3364484" y="0"/>
                  </a:lnTo>
                  <a:cubicBezTo>
                    <a:pt x="3499358" y="0"/>
                    <a:pt x="3608705" y="109220"/>
                    <a:pt x="3608705" y="243840"/>
                  </a:cubicBezTo>
                  <a:lnTo>
                    <a:pt x="3608705" y="2389632"/>
                  </a:lnTo>
                  <a:cubicBezTo>
                    <a:pt x="3608705" y="2524252"/>
                    <a:pt x="3499358" y="2633472"/>
                    <a:pt x="3364484" y="2633472"/>
                  </a:cubicBezTo>
                  <a:lnTo>
                    <a:pt x="244221" y="2633472"/>
                  </a:lnTo>
                  <a:cubicBezTo>
                    <a:pt x="109347" y="2633472"/>
                    <a:pt x="0" y="2524252"/>
                    <a:pt x="0" y="2389632"/>
                  </a:cubicBezTo>
                  <a:close/>
                </a:path>
              </a:pathLst>
            </a:custGeom>
            <a:solidFill>
              <a:srgbClr val="F4A623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625723" cy="2650490"/>
            </a:xfrm>
            <a:custGeom>
              <a:avLst/>
              <a:gdLst/>
              <a:ahLst/>
              <a:cxnLst/>
              <a:rect r="r" b="b" t="t" l="l"/>
              <a:pathLst>
                <a:path h="2650490" w="3625723">
                  <a:moveTo>
                    <a:pt x="0" y="252349"/>
                  </a:moveTo>
                  <a:cubicBezTo>
                    <a:pt x="0" y="112903"/>
                    <a:pt x="113157" y="0"/>
                    <a:pt x="252730" y="0"/>
                  </a:cubicBezTo>
                  <a:lnTo>
                    <a:pt x="3372993" y="0"/>
                  </a:lnTo>
                  <a:lnTo>
                    <a:pt x="3372993" y="8509"/>
                  </a:lnTo>
                  <a:lnTo>
                    <a:pt x="3372993" y="0"/>
                  </a:lnTo>
                  <a:cubicBezTo>
                    <a:pt x="3512566" y="0"/>
                    <a:pt x="3625723" y="112903"/>
                    <a:pt x="3625723" y="252349"/>
                  </a:cubicBezTo>
                  <a:lnTo>
                    <a:pt x="3617214" y="252349"/>
                  </a:lnTo>
                  <a:lnTo>
                    <a:pt x="3625723" y="252349"/>
                  </a:lnTo>
                  <a:lnTo>
                    <a:pt x="3625723" y="2398141"/>
                  </a:lnTo>
                  <a:lnTo>
                    <a:pt x="3617214" y="2398141"/>
                  </a:lnTo>
                  <a:lnTo>
                    <a:pt x="3625723" y="2398141"/>
                  </a:lnTo>
                  <a:cubicBezTo>
                    <a:pt x="3625723" y="2537460"/>
                    <a:pt x="3512566" y="2650490"/>
                    <a:pt x="3372993" y="2650490"/>
                  </a:cubicBezTo>
                  <a:lnTo>
                    <a:pt x="3372993" y="2641981"/>
                  </a:lnTo>
                  <a:lnTo>
                    <a:pt x="3372993" y="2650490"/>
                  </a:lnTo>
                  <a:lnTo>
                    <a:pt x="252730" y="2650490"/>
                  </a:lnTo>
                  <a:lnTo>
                    <a:pt x="252730" y="2641981"/>
                  </a:lnTo>
                  <a:lnTo>
                    <a:pt x="252730" y="2650490"/>
                  </a:lnTo>
                  <a:cubicBezTo>
                    <a:pt x="113157" y="2650363"/>
                    <a:pt x="0" y="2537460"/>
                    <a:pt x="0" y="2398141"/>
                  </a:cubicBezTo>
                  <a:lnTo>
                    <a:pt x="0" y="252349"/>
                  </a:lnTo>
                  <a:lnTo>
                    <a:pt x="8509" y="252349"/>
                  </a:lnTo>
                  <a:lnTo>
                    <a:pt x="0" y="252349"/>
                  </a:lnTo>
                  <a:moveTo>
                    <a:pt x="16891" y="252349"/>
                  </a:moveTo>
                  <a:lnTo>
                    <a:pt x="16891" y="2398141"/>
                  </a:lnTo>
                  <a:lnTo>
                    <a:pt x="8509" y="2398141"/>
                  </a:lnTo>
                  <a:lnTo>
                    <a:pt x="17018" y="2398141"/>
                  </a:lnTo>
                  <a:cubicBezTo>
                    <a:pt x="17018" y="2528062"/>
                    <a:pt x="122555" y="2633472"/>
                    <a:pt x="252857" y="2633472"/>
                  </a:cubicBezTo>
                  <a:lnTo>
                    <a:pt x="3372993" y="2633472"/>
                  </a:lnTo>
                  <a:cubicBezTo>
                    <a:pt x="3503168" y="2633472"/>
                    <a:pt x="3608832" y="2528062"/>
                    <a:pt x="3608832" y="2398141"/>
                  </a:cubicBezTo>
                  <a:lnTo>
                    <a:pt x="3608832" y="252349"/>
                  </a:lnTo>
                  <a:cubicBezTo>
                    <a:pt x="3608832" y="122428"/>
                    <a:pt x="3503295" y="17018"/>
                    <a:pt x="3372993" y="17018"/>
                  </a:cubicBezTo>
                  <a:lnTo>
                    <a:pt x="252730" y="17018"/>
                  </a:lnTo>
                  <a:lnTo>
                    <a:pt x="252730" y="8509"/>
                  </a:lnTo>
                  <a:lnTo>
                    <a:pt x="252730" y="17018"/>
                  </a:lnTo>
                  <a:cubicBezTo>
                    <a:pt x="122428" y="16891"/>
                    <a:pt x="16891" y="122301"/>
                    <a:pt x="16891" y="252349"/>
                  </a:cubicBezTo>
                  <a:close/>
                </a:path>
              </a:pathLst>
            </a:custGeom>
            <a:solidFill>
              <a:srgbClr val="CBD5E0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2216384" y="2422779"/>
            <a:ext cx="2706624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5200" b="true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4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216384" y="3345180"/>
            <a:ext cx="2706624" cy="696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0"/>
              </a:lnSpc>
            </a:pPr>
            <a:r>
              <a:rPr lang="en-US" sz="19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Bugs majeurs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5136111" y="2334511"/>
            <a:ext cx="2719321" cy="1987801"/>
            <a:chOff x="0" y="0"/>
            <a:chExt cx="3625761" cy="265040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8509" y="8509"/>
              <a:ext cx="3608705" cy="2633472"/>
            </a:xfrm>
            <a:custGeom>
              <a:avLst/>
              <a:gdLst/>
              <a:ahLst/>
              <a:cxnLst/>
              <a:rect r="r" b="b" t="t" l="l"/>
              <a:pathLst>
                <a:path h="2633472" w="3608705">
                  <a:moveTo>
                    <a:pt x="0" y="243840"/>
                  </a:moveTo>
                  <a:cubicBezTo>
                    <a:pt x="0" y="109093"/>
                    <a:pt x="109347" y="0"/>
                    <a:pt x="244221" y="0"/>
                  </a:cubicBezTo>
                  <a:lnTo>
                    <a:pt x="3364484" y="0"/>
                  </a:lnTo>
                  <a:cubicBezTo>
                    <a:pt x="3499358" y="0"/>
                    <a:pt x="3608705" y="109220"/>
                    <a:pt x="3608705" y="243840"/>
                  </a:cubicBezTo>
                  <a:lnTo>
                    <a:pt x="3608705" y="2389632"/>
                  </a:lnTo>
                  <a:cubicBezTo>
                    <a:pt x="3608705" y="2524252"/>
                    <a:pt x="3499358" y="2633472"/>
                    <a:pt x="3364484" y="2633472"/>
                  </a:cubicBezTo>
                  <a:lnTo>
                    <a:pt x="244221" y="2633472"/>
                  </a:lnTo>
                  <a:cubicBezTo>
                    <a:pt x="109347" y="2633472"/>
                    <a:pt x="0" y="2524252"/>
                    <a:pt x="0" y="2389632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625723" cy="2650490"/>
            </a:xfrm>
            <a:custGeom>
              <a:avLst/>
              <a:gdLst/>
              <a:ahLst/>
              <a:cxnLst/>
              <a:rect r="r" b="b" t="t" l="l"/>
              <a:pathLst>
                <a:path h="2650490" w="3625723">
                  <a:moveTo>
                    <a:pt x="0" y="252349"/>
                  </a:moveTo>
                  <a:cubicBezTo>
                    <a:pt x="0" y="112903"/>
                    <a:pt x="113157" y="0"/>
                    <a:pt x="252730" y="0"/>
                  </a:cubicBezTo>
                  <a:lnTo>
                    <a:pt x="3372993" y="0"/>
                  </a:lnTo>
                  <a:lnTo>
                    <a:pt x="3372993" y="8509"/>
                  </a:lnTo>
                  <a:lnTo>
                    <a:pt x="3372993" y="0"/>
                  </a:lnTo>
                  <a:cubicBezTo>
                    <a:pt x="3512566" y="0"/>
                    <a:pt x="3625723" y="112903"/>
                    <a:pt x="3625723" y="252349"/>
                  </a:cubicBezTo>
                  <a:lnTo>
                    <a:pt x="3617214" y="252349"/>
                  </a:lnTo>
                  <a:lnTo>
                    <a:pt x="3625723" y="252349"/>
                  </a:lnTo>
                  <a:lnTo>
                    <a:pt x="3625723" y="2398141"/>
                  </a:lnTo>
                  <a:lnTo>
                    <a:pt x="3617214" y="2398141"/>
                  </a:lnTo>
                  <a:lnTo>
                    <a:pt x="3625723" y="2398141"/>
                  </a:lnTo>
                  <a:cubicBezTo>
                    <a:pt x="3625723" y="2537460"/>
                    <a:pt x="3512566" y="2650490"/>
                    <a:pt x="3372993" y="2650490"/>
                  </a:cubicBezTo>
                  <a:lnTo>
                    <a:pt x="3372993" y="2641981"/>
                  </a:lnTo>
                  <a:lnTo>
                    <a:pt x="3372993" y="2650490"/>
                  </a:lnTo>
                  <a:lnTo>
                    <a:pt x="252730" y="2650490"/>
                  </a:lnTo>
                  <a:lnTo>
                    <a:pt x="252730" y="2641981"/>
                  </a:lnTo>
                  <a:lnTo>
                    <a:pt x="252730" y="2650490"/>
                  </a:lnTo>
                  <a:cubicBezTo>
                    <a:pt x="113157" y="2650363"/>
                    <a:pt x="0" y="2537460"/>
                    <a:pt x="0" y="2398141"/>
                  </a:cubicBezTo>
                  <a:lnTo>
                    <a:pt x="0" y="252349"/>
                  </a:lnTo>
                  <a:lnTo>
                    <a:pt x="8509" y="252349"/>
                  </a:lnTo>
                  <a:lnTo>
                    <a:pt x="0" y="252349"/>
                  </a:lnTo>
                  <a:moveTo>
                    <a:pt x="16891" y="252349"/>
                  </a:moveTo>
                  <a:lnTo>
                    <a:pt x="16891" y="2398141"/>
                  </a:lnTo>
                  <a:lnTo>
                    <a:pt x="8509" y="2398141"/>
                  </a:lnTo>
                  <a:lnTo>
                    <a:pt x="17018" y="2398141"/>
                  </a:lnTo>
                  <a:cubicBezTo>
                    <a:pt x="17018" y="2528062"/>
                    <a:pt x="122555" y="2633472"/>
                    <a:pt x="252857" y="2633472"/>
                  </a:cubicBezTo>
                  <a:lnTo>
                    <a:pt x="3372993" y="2633472"/>
                  </a:lnTo>
                  <a:cubicBezTo>
                    <a:pt x="3503168" y="2633472"/>
                    <a:pt x="3608832" y="2528062"/>
                    <a:pt x="3608832" y="2398141"/>
                  </a:cubicBezTo>
                  <a:lnTo>
                    <a:pt x="3608832" y="252349"/>
                  </a:lnTo>
                  <a:cubicBezTo>
                    <a:pt x="3608832" y="122428"/>
                    <a:pt x="3503295" y="17018"/>
                    <a:pt x="3372993" y="17018"/>
                  </a:cubicBezTo>
                  <a:lnTo>
                    <a:pt x="252730" y="17018"/>
                  </a:lnTo>
                  <a:lnTo>
                    <a:pt x="252730" y="8509"/>
                  </a:lnTo>
                  <a:lnTo>
                    <a:pt x="252730" y="17018"/>
                  </a:lnTo>
                  <a:cubicBezTo>
                    <a:pt x="122428" y="16891"/>
                    <a:pt x="16891" y="122301"/>
                    <a:pt x="16891" y="252349"/>
                  </a:cubicBezTo>
                  <a:close/>
                </a:path>
              </a:pathLst>
            </a:custGeom>
            <a:solidFill>
              <a:srgbClr val="CBD5E0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5142464" y="2422779"/>
            <a:ext cx="2706624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5200" b="true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74%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5142464" y="3345180"/>
            <a:ext cx="2706624" cy="696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0"/>
              </a:lnSpc>
            </a:pPr>
            <a:r>
              <a:rPr lang="en-US" sz="19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Taux succès</a:t>
            </a:r>
          </a:p>
        </p:txBody>
      </p:sp>
      <p:pic>
        <p:nvPicPr>
          <p:cNvPr name="Picture 37" id="3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474138" y="4438045"/>
            <a:ext cx="5587663" cy="5956729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939" y="4225715"/>
            <a:ext cx="5804945" cy="6188362"/>
          </a:xfrm>
          <a:prstGeom prst="rect">
            <a:avLst/>
          </a:prstGeom>
        </p:spPr>
      </p:pic>
      <p:sp>
        <p:nvSpPr>
          <p:cNvPr name="TextBox 39" id="39"/>
          <p:cNvSpPr txBox="true"/>
          <p:nvPr/>
        </p:nvSpPr>
        <p:spPr>
          <a:xfrm rot="0">
            <a:off x="9071372" y="9801854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E5D8E"/>
                </a:solidFill>
                <a:latin typeface="Open Sans"/>
                <a:ea typeface="Open Sans"/>
                <a:cs typeface="Open Sans"/>
                <a:sym typeface="Open San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183387"/>
            <a:chOff x="0" y="0"/>
            <a:chExt cx="24417871" cy="29111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877312"/>
            </a:xfrm>
            <a:custGeom>
              <a:avLst/>
              <a:gdLst/>
              <a:ahLst/>
              <a:cxnLst/>
              <a:rect r="r" b="b" t="t" l="l"/>
              <a:pathLst>
                <a:path h="287731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877312"/>
                  </a:lnTo>
                  <a:lnTo>
                    <a:pt x="0" y="2877312"/>
                  </a:lnTo>
                  <a:close/>
                </a:path>
              </a:pathLst>
            </a:custGeom>
            <a:solidFill>
              <a:srgbClr val="1C2B3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911094"/>
            </a:xfrm>
            <a:custGeom>
              <a:avLst/>
              <a:gdLst/>
              <a:ahLst/>
              <a:cxnLst/>
              <a:rect r="r" b="b" t="t" l="l"/>
              <a:pathLst>
                <a:path h="291109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894203"/>
                  </a:lnTo>
                  <a:cubicBezTo>
                    <a:pt x="24417782" y="2903601"/>
                    <a:pt x="24410163" y="2911094"/>
                    <a:pt x="24400890" y="2911094"/>
                  </a:cubicBezTo>
                  <a:lnTo>
                    <a:pt x="16891" y="2911094"/>
                  </a:lnTo>
                  <a:cubicBezTo>
                    <a:pt x="7493" y="2911094"/>
                    <a:pt x="0" y="2903474"/>
                    <a:pt x="0" y="28942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94203"/>
                  </a:lnTo>
                  <a:lnTo>
                    <a:pt x="16891" y="2894203"/>
                  </a:lnTo>
                  <a:lnTo>
                    <a:pt x="16891" y="2877312"/>
                  </a:lnTo>
                  <a:lnTo>
                    <a:pt x="24400890" y="2877312"/>
                  </a:lnTo>
                  <a:lnTo>
                    <a:pt x="24400890" y="2894203"/>
                  </a:lnTo>
                  <a:lnTo>
                    <a:pt x="24384000" y="289420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B3A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731520" y="173355"/>
            <a:ext cx="16824960" cy="1143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200" b="true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Statistiques par Module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31520" y="1278636"/>
            <a:ext cx="16824960" cy="733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i="true">
                <a:solidFill>
                  <a:srgbClr val="02809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Couverture et résultats pour chaque module testé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16853" y="1077646"/>
            <a:ext cx="15697246" cy="9927338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9071372" y="9801854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E5D8E"/>
                </a:solidFill>
                <a:latin typeface="Open Sans"/>
                <a:ea typeface="Open Sans"/>
                <a:cs typeface="Open Sans"/>
                <a:sym typeface="Open San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183387"/>
            <a:chOff x="0" y="0"/>
            <a:chExt cx="24417871" cy="29111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877312"/>
            </a:xfrm>
            <a:custGeom>
              <a:avLst/>
              <a:gdLst/>
              <a:ahLst/>
              <a:cxnLst/>
              <a:rect r="r" b="b" t="t" l="l"/>
              <a:pathLst>
                <a:path h="287731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877312"/>
                  </a:lnTo>
                  <a:lnTo>
                    <a:pt x="0" y="2877312"/>
                  </a:lnTo>
                  <a:close/>
                </a:path>
              </a:pathLst>
            </a:custGeom>
            <a:solidFill>
              <a:srgbClr val="1C2B3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911094"/>
            </a:xfrm>
            <a:custGeom>
              <a:avLst/>
              <a:gdLst/>
              <a:ahLst/>
              <a:cxnLst/>
              <a:rect r="r" b="b" t="t" l="l"/>
              <a:pathLst>
                <a:path h="291109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894203"/>
                  </a:lnTo>
                  <a:cubicBezTo>
                    <a:pt x="24417782" y="2903601"/>
                    <a:pt x="24410163" y="2911094"/>
                    <a:pt x="24400890" y="2911094"/>
                  </a:cubicBezTo>
                  <a:lnTo>
                    <a:pt x="16891" y="2911094"/>
                  </a:lnTo>
                  <a:cubicBezTo>
                    <a:pt x="7493" y="2911094"/>
                    <a:pt x="0" y="2903474"/>
                    <a:pt x="0" y="28942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94203"/>
                  </a:lnTo>
                  <a:lnTo>
                    <a:pt x="16891" y="2894203"/>
                  </a:lnTo>
                  <a:lnTo>
                    <a:pt x="16891" y="2877312"/>
                  </a:lnTo>
                  <a:lnTo>
                    <a:pt x="24400890" y="2877312"/>
                  </a:lnTo>
                  <a:lnTo>
                    <a:pt x="24400890" y="2894203"/>
                  </a:lnTo>
                  <a:lnTo>
                    <a:pt x="24384000" y="289420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B3A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731520" y="173355"/>
            <a:ext cx="16824960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200" b="true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Statistiques Temps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31520" y="1278636"/>
            <a:ext cx="16824960" cy="733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i="true">
                <a:solidFill>
                  <a:srgbClr val="02809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Métriques de performance des tests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3234057" y="2356053"/>
            <a:ext cx="11819887" cy="7547353"/>
            <a:chOff x="0" y="0"/>
            <a:chExt cx="15759849" cy="100631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2068" y="8509"/>
              <a:ext cx="15735839" cy="10046208"/>
            </a:xfrm>
            <a:custGeom>
              <a:avLst/>
              <a:gdLst/>
              <a:ahLst/>
              <a:cxnLst/>
              <a:rect r="r" b="b" t="t" l="l"/>
              <a:pathLst>
                <a:path h="10046208" w="15735839">
                  <a:moveTo>
                    <a:pt x="0" y="243840"/>
                  </a:moveTo>
                  <a:cubicBezTo>
                    <a:pt x="0" y="109093"/>
                    <a:pt x="154729" y="0"/>
                    <a:pt x="345843" y="0"/>
                  </a:cubicBezTo>
                  <a:lnTo>
                    <a:pt x="15389997" y="0"/>
                  </a:lnTo>
                  <a:cubicBezTo>
                    <a:pt x="15580931" y="0"/>
                    <a:pt x="15735839" y="109220"/>
                    <a:pt x="15735839" y="243840"/>
                  </a:cubicBezTo>
                  <a:lnTo>
                    <a:pt x="15735839" y="9802368"/>
                  </a:lnTo>
                  <a:cubicBezTo>
                    <a:pt x="15735839" y="9936988"/>
                    <a:pt x="15580931" y="10046208"/>
                    <a:pt x="15389997" y="10046208"/>
                  </a:cubicBezTo>
                  <a:lnTo>
                    <a:pt x="345843" y="10046208"/>
                  </a:lnTo>
                  <a:cubicBezTo>
                    <a:pt x="154909" y="10046208"/>
                    <a:pt x="0" y="9936988"/>
                    <a:pt x="0" y="980236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759939" cy="10063226"/>
            </a:xfrm>
            <a:custGeom>
              <a:avLst/>
              <a:gdLst/>
              <a:ahLst/>
              <a:cxnLst/>
              <a:rect r="r" b="b" t="t" l="l"/>
              <a:pathLst>
                <a:path h="10063226" w="15759939">
                  <a:moveTo>
                    <a:pt x="0" y="252349"/>
                  </a:moveTo>
                  <a:cubicBezTo>
                    <a:pt x="0" y="112903"/>
                    <a:pt x="160312" y="0"/>
                    <a:pt x="357911" y="0"/>
                  </a:cubicBezTo>
                  <a:lnTo>
                    <a:pt x="15402065" y="0"/>
                  </a:lnTo>
                  <a:lnTo>
                    <a:pt x="15402065" y="8509"/>
                  </a:lnTo>
                  <a:lnTo>
                    <a:pt x="15402065" y="0"/>
                  </a:lnTo>
                  <a:cubicBezTo>
                    <a:pt x="15599663" y="0"/>
                    <a:pt x="15759939" y="112903"/>
                    <a:pt x="15759939" y="252349"/>
                  </a:cubicBezTo>
                  <a:lnTo>
                    <a:pt x="15747907" y="252349"/>
                  </a:lnTo>
                  <a:lnTo>
                    <a:pt x="15759939" y="252349"/>
                  </a:lnTo>
                  <a:lnTo>
                    <a:pt x="15759939" y="9810877"/>
                  </a:lnTo>
                  <a:lnTo>
                    <a:pt x="15747907" y="9810877"/>
                  </a:lnTo>
                  <a:lnTo>
                    <a:pt x="15759939" y="9810877"/>
                  </a:lnTo>
                  <a:cubicBezTo>
                    <a:pt x="15759939" y="9950197"/>
                    <a:pt x="15599663" y="10063226"/>
                    <a:pt x="15402065" y="10063226"/>
                  </a:cubicBezTo>
                  <a:lnTo>
                    <a:pt x="15402065" y="10054717"/>
                  </a:lnTo>
                  <a:lnTo>
                    <a:pt x="15402065" y="10063226"/>
                  </a:lnTo>
                  <a:lnTo>
                    <a:pt x="357911" y="10063226"/>
                  </a:lnTo>
                  <a:lnTo>
                    <a:pt x="357911" y="10054717"/>
                  </a:lnTo>
                  <a:lnTo>
                    <a:pt x="357911" y="10063226"/>
                  </a:lnTo>
                  <a:cubicBezTo>
                    <a:pt x="160312" y="10063099"/>
                    <a:pt x="0" y="9950196"/>
                    <a:pt x="0" y="9810877"/>
                  </a:cubicBezTo>
                  <a:lnTo>
                    <a:pt x="0" y="252349"/>
                  </a:lnTo>
                  <a:lnTo>
                    <a:pt x="12068" y="252349"/>
                  </a:lnTo>
                  <a:lnTo>
                    <a:pt x="0" y="252349"/>
                  </a:lnTo>
                  <a:moveTo>
                    <a:pt x="23957" y="252349"/>
                  </a:moveTo>
                  <a:lnTo>
                    <a:pt x="23957" y="9810877"/>
                  </a:lnTo>
                  <a:lnTo>
                    <a:pt x="12068" y="9810877"/>
                  </a:lnTo>
                  <a:lnTo>
                    <a:pt x="24137" y="9810877"/>
                  </a:lnTo>
                  <a:cubicBezTo>
                    <a:pt x="24137" y="9940798"/>
                    <a:pt x="173642" y="10046208"/>
                    <a:pt x="357911" y="10046208"/>
                  </a:cubicBezTo>
                  <a:lnTo>
                    <a:pt x="15402065" y="10046208"/>
                  </a:lnTo>
                  <a:cubicBezTo>
                    <a:pt x="15586514" y="10046208"/>
                    <a:pt x="15735840" y="9940798"/>
                    <a:pt x="15735840" y="9810877"/>
                  </a:cubicBezTo>
                  <a:lnTo>
                    <a:pt x="15735840" y="252349"/>
                  </a:lnTo>
                  <a:cubicBezTo>
                    <a:pt x="15735840" y="122428"/>
                    <a:pt x="15586334" y="17018"/>
                    <a:pt x="15402065" y="17018"/>
                  </a:cubicBezTo>
                  <a:lnTo>
                    <a:pt x="357911" y="17018"/>
                  </a:lnTo>
                  <a:lnTo>
                    <a:pt x="357911" y="8509"/>
                  </a:lnTo>
                  <a:lnTo>
                    <a:pt x="357911" y="17018"/>
                  </a:lnTo>
                  <a:cubicBezTo>
                    <a:pt x="173462" y="16891"/>
                    <a:pt x="23957" y="122301"/>
                    <a:pt x="23957" y="252349"/>
                  </a:cubicBezTo>
                  <a:close/>
                </a:path>
              </a:pathLst>
            </a:custGeom>
            <a:solidFill>
              <a:srgbClr val="CBD5E0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5131735" y="2645866"/>
            <a:ext cx="7589520" cy="694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1C2B3A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⏱ Métriques Temps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4881294" y="3675585"/>
            <a:ext cx="116843" cy="574043"/>
            <a:chOff x="0" y="0"/>
            <a:chExt cx="155791" cy="7653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2192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5702" cy="765304"/>
            </a:xfrm>
            <a:custGeom>
              <a:avLst/>
              <a:gdLst/>
              <a:ahLst/>
              <a:cxnLst/>
              <a:rect r="r" b="b" t="t" l="l"/>
              <a:pathLst>
                <a:path h="765304" w="155702">
                  <a:moveTo>
                    <a:pt x="16891" y="0"/>
                  </a:moveTo>
                  <a:lnTo>
                    <a:pt x="138811" y="0"/>
                  </a:lnTo>
                  <a:cubicBezTo>
                    <a:pt x="148209" y="0"/>
                    <a:pt x="155702" y="7620"/>
                    <a:pt x="155702" y="16891"/>
                  </a:cubicBezTo>
                  <a:lnTo>
                    <a:pt x="155702" y="748411"/>
                  </a:lnTo>
                  <a:cubicBezTo>
                    <a:pt x="155702" y="757809"/>
                    <a:pt x="148082" y="765302"/>
                    <a:pt x="138811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138811" y="731520"/>
                  </a:lnTo>
                  <a:lnTo>
                    <a:pt x="138811" y="748411"/>
                  </a:lnTo>
                  <a:lnTo>
                    <a:pt x="121920" y="748411"/>
                  </a:lnTo>
                  <a:lnTo>
                    <a:pt x="121920" y="16891"/>
                  </a:lnTo>
                  <a:lnTo>
                    <a:pt x="138811" y="16891"/>
                  </a:lnTo>
                  <a:lnTo>
                    <a:pt x="1388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557431" y="3530929"/>
            <a:ext cx="3200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40"/>
              </a:lnSpc>
            </a:pPr>
            <a:r>
              <a:rPr lang="en-US" sz="2200" b="true">
                <a:solidFill>
                  <a:srgbClr val="02809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8</a:t>
            </a:r>
            <a:r>
              <a:rPr lang="en-US" sz="2200" b="true">
                <a:solidFill>
                  <a:srgbClr val="02809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min 45 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4881294" y="4718001"/>
            <a:ext cx="116843" cy="574043"/>
            <a:chOff x="0" y="0"/>
            <a:chExt cx="155791" cy="76539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6891" y="16891"/>
              <a:ext cx="12192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2E5D8E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5702" cy="765304"/>
            </a:xfrm>
            <a:custGeom>
              <a:avLst/>
              <a:gdLst/>
              <a:ahLst/>
              <a:cxnLst/>
              <a:rect r="r" b="b" t="t" l="l"/>
              <a:pathLst>
                <a:path h="765304" w="155702">
                  <a:moveTo>
                    <a:pt x="16891" y="0"/>
                  </a:moveTo>
                  <a:lnTo>
                    <a:pt x="138811" y="0"/>
                  </a:lnTo>
                  <a:cubicBezTo>
                    <a:pt x="148209" y="0"/>
                    <a:pt x="155702" y="7620"/>
                    <a:pt x="155702" y="16891"/>
                  </a:cubicBezTo>
                  <a:lnTo>
                    <a:pt x="155702" y="748411"/>
                  </a:lnTo>
                  <a:cubicBezTo>
                    <a:pt x="155702" y="757809"/>
                    <a:pt x="148082" y="765302"/>
                    <a:pt x="138811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138811" y="731520"/>
                  </a:lnTo>
                  <a:lnTo>
                    <a:pt x="138811" y="748411"/>
                  </a:lnTo>
                  <a:lnTo>
                    <a:pt x="121920" y="748411"/>
                  </a:lnTo>
                  <a:lnTo>
                    <a:pt x="121920" y="16891"/>
                  </a:lnTo>
                  <a:lnTo>
                    <a:pt x="138811" y="16891"/>
                  </a:lnTo>
                  <a:lnTo>
                    <a:pt x="1388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5D8E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5131735" y="4573345"/>
            <a:ext cx="4389120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Durée moy. par cas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557431" y="4573345"/>
            <a:ext cx="3200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40"/>
              </a:lnSpc>
            </a:pPr>
            <a:r>
              <a:rPr lang="en-US" sz="2200" b="true">
                <a:solidFill>
                  <a:srgbClr val="2E5D8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13</a:t>
            </a:r>
            <a:r>
              <a:rPr lang="en-US" sz="2200" b="true">
                <a:solidFill>
                  <a:srgbClr val="2E5D8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.5 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4881294" y="5760417"/>
            <a:ext cx="116843" cy="574043"/>
            <a:chOff x="0" y="0"/>
            <a:chExt cx="155791" cy="76539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12192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02C39A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5702" cy="765304"/>
            </a:xfrm>
            <a:custGeom>
              <a:avLst/>
              <a:gdLst/>
              <a:ahLst/>
              <a:cxnLst/>
              <a:rect r="r" b="b" t="t" l="l"/>
              <a:pathLst>
                <a:path h="765304" w="155702">
                  <a:moveTo>
                    <a:pt x="16891" y="0"/>
                  </a:moveTo>
                  <a:lnTo>
                    <a:pt x="138811" y="0"/>
                  </a:lnTo>
                  <a:cubicBezTo>
                    <a:pt x="148209" y="0"/>
                    <a:pt x="155702" y="7620"/>
                    <a:pt x="155702" y="16891"/>
                  </a:cubicBezTo>
                  <a:lnTo>
                    <a:pt x="155702" y="748411"/>
                  </a:lnTo>
                  <a:cubicBezTo>
                    <a:pt x="155702" y="757809"/>
                    <a:pt x="148082" y="765302"/>
                    <a:pt x="138811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138811" y="731520"/>
                  </a:lnTo>
                  <a:lnTo>
                    <a:pt x="138811" y="748411"/>
                  </a:lnTo>
                  <a:lnTo>
                    <a:pt x="121920" y="748411"/>
                  </a:lnTo>
                  <a:lnTo>
                    <a:pt x="121920" y="16891"/>
                  </a:lnTo>
                  <a:lnTo>
                    <a:pt x="138811" y="16891"/>
                  </a:lnTo>
                  <a:lnTo>
                    <a:pt x="1388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C39A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5322043" y="5782448"/>
            <a:ext cx="438912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Cas le plus rapide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557431" y="5615761"/>
            <a:ext cx="3200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40"/>
              </a:lnSpc>
            </a:pPr>
            <a:r>
              <a:rPr lang="en-US" sz="2200" b="true">
                <a:solidFill>
                  <a:srgbClr val="02C39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TC-01 — 2.1 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4881294" y="6802833"/>
            <a:ext cx="116843" cy="574043"/>
            <a:chOff x="0" y="0"/>
            <a:chExt cx="155791" cy="76539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6891" y="16891"/>
              <a:ext cx="12192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E05C5C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55702" cy="765304"/>
            </a:xfrm>
            <a:custGeom>
              <a:avLst/>
              <a:gdLst/>
              <a:ahLst/>
              <a:cxnLst/>
              <a:rect r="r" b="b" t="t" l="l"/>
              <a:pathLst>
                <a:path h="765304" w="155702">
                  <a:moveTo>
                    <a:pt x="16891" y="0"/>
                  </a:moveTo>
                  <a:lnTo>
                    <a:pt x="138811" y="0"/>
                  </a:lnTo>
                  <a:cubicBezTo>
                    <a:pt x="148209" y="0"/>
                    <a:pt x="155702" y="7620"/>
                    <a:pt x="155702" y="16891"/>
                  </a:cubicBezTo>
                  <a:lnTo>
                    <a:pt x="155702" y="748411"/>
                  </a:lnTo>
                  <a:cubicBezTo>
                    <a:pt x="155702" y="757809"/>
                    <a:pt x="148082" y="765302"/>
                    <a:pt x="138811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138811" y="731520"/>
                  </a:lnTo>
                  <a:lnTo>
                    <a:pt x="138811" y="748411"/>
                  </a:lnTo>
                  <a:lnTo>
                    <a:pt x="121920" y="748411"/>
                  </a:lnTo>
                  <a:lnTo>
                    <a:pt x="121920" y="16891"/>
                  </a:lnTo>
                  <a:lnTo>
                    <a:pt x="138811" y="16891"/>
                  </a:lnTo>
                  <a:lnTo>
                    <a:pt x="1388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5C5C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5131735" y="6658177"/>
            <a:ext cx="4389120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Cas le plus lent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557431" y="6658177"/>
            <a:ext cx="3200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40"/>
              </a:lnSpc>
            </a:pPr>
            <a:r>
              <a:rPr lang="en-US" sz="2200" b="true">
                <a:solidFill>
                  <a:srgbClr val="E05C5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TC-08 — 48.0 s 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4881294" y="7845249"/>
            <a:ext cx="116843" cy="574043"/>
            <a:chOff x="0" y="0"/>
            <a:chExt cx="155791" cy="76539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16891" y="16891"/>
              <a:ext cx="12192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6C63FF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55702" cy="765304"/>
            </a:xfrm>
            <a:custGeom>
              <a:avLst/>
              <a:gdLst/>
              <a:ahLst/>
              <a:cxnLst/>
              <a:rect r="r" b="b" t="t" l="l"/>
              <a:pathLst>
                <a:path h="765304" w="155702">
                  <a:moveTo>
                    <a:pt x="16891" y="0"/>
                  </a:moveTo>
                  <a:lnTo>
                    <a:pt x="138811" y="0"/>
                  </a:lnTo>
                  <a:cubicBezTo>
                    <a:pt x="148209" y="0"/>
                    <a:pt x="155702" y="7620"/>
                    <a:pt x="155702" y="16891"/>
                  </a:cubicBezTo>
                  <a:lnTo>
                    <a:pt x="155702" y="748411"/>
                  </a:lnTo>
                  <a:cubicBezTo>
                    <a:pt x="155702" y="757809"/>
                    <a:pt x="148082" y="765302"/>
                    <a:pt x="138811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138811" y="731520"/>
                  </a:lnTo>
                  <a:lnTo>
                    <a:pt x="138811" y="748411"/>
                  </a:lnTo>
                  <a:lnTo>
                    <a:pt x="121920" y="748411"/>
                  </a:lnTo>
                  <a:lnTo>
                    <a:pt x="121920" y="16891"/>
                  </a:lnTo>
                  <a:lnTo>
                    <a:pt x="138811" y="16891"/>
                  </a:lnTo>
                  <a:lnTo>
                    <a:pt x="1388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C63FF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5131735" y="7700593"/>
            <a:ext cx="4389120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Temps de génération GenAI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557431" y="7700593"/>
            <a:ext cx="3200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40"/>
              </a:lnSpc>
            </a:pPr>
            <a:r>
              <a:rPr lang="en-US" sz="2200" b="true">
                <a:solidFill>
                  <a:srgbClr val="6C63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~18 min total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4881294" y="8887665"/>
            <a:ext cx="116843" cy="574043"/>
            <a:chOff x="0" y="0"/>
            <a:chExt cx="155791" cy="76539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12192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F4A623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55702" cy="765304"/>
            </a:xfrm>
            <a:custGeom>
              <a:avLst/>
              <a:gdLst/>
              <a:ahLst/>
              <a:cxnLst/>
              <a:rect r="r" b="b" t="t" l="l"/>
              <a:pathLst>
                <a:path h="765304" w="155702">
                  <a:moveTo>
                    <a:pt x="16891" y="0"/>
                  </a:moveTo>
                  <a:lnTo>
                    <a:pt x="138811" y="0"/>
                  </a:lnTo>
                  <a:cubicBezTo>
                    <a:pt x="148209" y="0"/>
                    <a:pt x="155702" y="7620"/>
                    <a:pt x="155702" y="16891"/>
                  </a:cubicBezTo>
                  <a:lnTo>
                    <a:pt x="155702" y="748411"/>
                  </a:lnTo>
                  <a:cubicBezTo>
                    <a:pt x="155702" y="757809"/>
                    <a:pt x="148082" y="765302"/>
                    <a:pt x="138811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138811" y="731520"/>
                  </a:lnTo>
                  <a:lnTo>
                    <a:pt x="138811" y="748411"/>
                  </a:lnTo>
                  <a:lnTo>
                    <a:pt x="121920" y="748411"/>
                  </a:lnTo>
                  <a:lnTo>
                    <a:pt x="121920" y="16891"/>
                  </a:lnTo>
                  <a:lnTo>
                    <a:pt x="138811" y="16891"/>
                  </a:lnTo>
                  <a:lnTo>
                    <a:pt x="1388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A623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5131735" y="8743009"/>
            <a:ext cx="4389120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Temps revision scripts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557431" y="8743009"/>
            <a:ext cx="3200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40"/>
              </a:lnSpc>
            </a:pPr>
            <a:r>
              <a:rPr lang="en-US" sz="2200" b="true">
                <a:solidFill>
                  <a:srgbClr val="F4A6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~35 min total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192796" y="3530929"/>
            <a:ext cx="4389120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Durée totale d'exécution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071372" y="9801854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E5D8E"/>
                </a:solidFill>
                <a:latin typeface="Open Sans"/>
                <a:ea typeface="Open Sans"/>
                <a:cs typeface="Open Sans"/>
                <a:sym typeface="Open San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bg>
      <p:bgPr>
        <a:solidFill>
          <a:srgbClr val="1C2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48640" y="721995"/>
            <a:ext cx="7315200" cy="7690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0"/>
              </a:lnSpc>
            </a:pPr>
            <a:r>
              <a:rPr lang="en-US" sz="24000" b="true">
                <a:solidFill>
                  <a:srgbClr val="28384A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08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12697" y="-12697"/>
            <a:ext cx="354587" cy="10312403"/>
            <a:chOff x="0" y="0"/>
            <a:chExt cx="472783" cy="1374987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6891" y="16891"/>
              <a:ext cx="43891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7269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3732890"/>
                  </a:lnTo>
                  <a:cubicBezTo>
                    <a:pt x="472694" y="13742290"/>
                    <a:pt x="465074" y="13749782"/>
                    <a:pt x="45580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455803" y="13716000"/>
                  </a:lnTo>
                  <a:lnTo>
                    <a:pt x="455803" y="13732890"/>
                  </a:lnTo>
                  <a:lnTo>
                    <a:pt x="438912" y="13732890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05840" y="2550795"/>
            <a:ext cx="16459200" cy="2021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 b="true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Conclusion &amp; Perspectives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5840" y="4688205"/>
            <a:ext cx="14630400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i="true">
                <a:solidFill>
                  <a:srgbClr val="02809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Bilan global · Retour critique · Améliorations futures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-12697" y="9588503"/>
            <a:ext cx="18313403" cy="711203"/>
            <a:chOff x="0" y="0"/>
            <a:chExt cx="24417871" cy="9482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4383999" cy="914400"/>
            </a:xfrm>
            <a:custGeom>
              <a:avLst/>
              <a:gdLst/>
              <a:ahLst/>
              <a:cxnLst/>
              <a:rect r="r" b="b" t="t" l="l"/>
              <a:pathLst>
                <a:path h="9144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131E29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417782" cy="948184"/>
            </a:xfrm>
            <a:custGeom>
              <a:avLst/>
              <a:gdLst/>
              <a:ahLst/>
              <a:cxnLst/>
              <a:rect r="r" b="b" t="t" l="l"/>
              <a:pathLst>
                <a:path h="94818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931291"/>
                  </a:lnTo>
                  <a:cubicBezTo>
                    <a:pt x="24417782" y="940689"/>
                    <a:pt x="24410163" y="948182"/>
                    <a:pt x="24400890" y="948182"/>
                  </a:cubicBezTo>
                  <a:lnTo>
                    <a:pt x="16891" y="948182"/>
                  </a:lnTo>
                  <a:cubicBezTo>
                    <a:pt x="7620" y="948309"/>
                    <a:pt x="0" y="940689"/>
                    <a:pt x="0" y="931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31291"/>
                  </a:lnTo>
                  <a:lnTo>
                    <a:pt x="16891" y="931291"/>
                  </a:lnTo>
                  <a:lnTo>
                    <a:pt x="16891" y="914400"/>
                  </a:lnTo>
                  <a:lnTo>
                    <a:pt x="24400890" y="914400"/>
                  </a:lnTo>
                  <a:lnTo>
                    <a:pt x="24400890" y="931291"/>
                  </a:lnTo>
                  <a:lnTo>
                    <a:pt x="24384000" y="931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31E29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05840" y="9599676"/>
            <a:ext cx="16459200" cy="623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Orientini.com  ·  Tests Selenium  ·  2025-2026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071372" y="9801854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E5D8E"/>
                </a:solidFill>
                <a:latin typeface="Open Sans"/>
                <a:ea typeface="Open Sans"/>
                <a:cs typeface="Open Sans"/>
                <a:sym typeface="Open San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183387"/>
            <a:chOff x="0" y="0"/>
            <a:chExt cx="24417871" cy="29111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877312"/>
            </a:xfrm>
            <a:custGeom>
              <a:avLst/>
              <a:gdLst/>
              <a:ahLst/>
              <a:cxnLst/>
              <a:rect r="r" b="b" t="t" l="l"/>
              <a:pathLst>
                <a:path h="287731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877312"/>
                  </a:lnTo>
                  <a:lnTo>
                    <a:pt x="0" y="2877312"/>
                  </a:lnTo>
                  <a:close/>
                </a:path>
              </a:pathLst>
            </a:custGeom>
            <a:solidFill>
              <a:srgbClr val="1C2B3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911094"/>
            </a:xfrm>
            <a:custGeom>
              <a:avLst/>
              <a:gdLst/>
              <a:ahLst/>
              <a:cxnLst/>
              <a:rect r="r" b="b" t="t" l="l"/>
              <a:pathLst>
                <a:path h="291109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894203"/>
                  </a:lnTo>
                  <a:cubicBezTo>
                    <a:pt x="24417782" y="2903601"/>
                    <a:pt x="24410163" y="2911094"/>
                    <a:pt x="24400890" y="2911094"/>
                  </a:cubicBezTo>
                  <a:lnTo>
                    <a:pt x="16891" y="2911094"/>
                  </a:lnTo>
                  <a:cubicBezTo>
                    <a:pt x="7493" y="2911094"/>
                    <a:pt x="0" y="2903474"/>
                    <a:pt x="0" y="28942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94203"/>
                  </a:lnTo>
                  <a:lnTo>
                    <a:pt x="16891" y="2894203"/>
                  </a:lnTo>
                  <a:lnTo>
                    <a:pt x="16891" y="2877312"/>
                  </a:lnTo>
                  <a:lnTo>
                    <a:pt x="24400890" y="2877312"/>
                  </a:lnTo>
                  <a:lnTo>
                    <a:pt x="24400890" y="2894203"/>
                  </a:lnTo>
                  <a:lnTo>
                    <a:pt x="24384000" y="289420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B3A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731520" y="173355"/>
            <a:ext cx="16824960" cy="1143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200" b="true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Conclusion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31520" y="1278636"/>
            <a:ext cx="16824960" cy="733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i="true">
                <a:solidFill>
                  <a:srgbClr val="02809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Évaluation globale de la qualité de l'application &amp; du processus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505711" y="2334511"/>
            <a:ext cx="8425177" cy="7547353"/>
            <a:chOff x="0" y="0"/>
            <a:chExt cx="11233569" cy="100631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8509" y="8509"/>
              <a:ext cx="11216640" cy="10046208"/>
            </a:xfrm>
            <a:custGeom>
              <a:avLst/>
              <a:gdLst/>
              <a:ahLst/>
              <a:cxnLst/>
              <a:rect r="r" b="b" t="t" l="l"/>
              <a:pathLst>
                <a:path h="10046208" w="11216640">
                  <a:moveTo>
                    <a:pt x="0" y="243840"/>
                  </a:moveTo>
                  <a:cubicBezTo>
                    <a:pt x="0" y="109093"/>
                    <a:pt x="109093" y="0"/>
                    <a:pt x="243840" y="0"/>
                  </a:cubicBezTo>
                  <a:lnTo>
                    <a:pt x="10972800" y="0"/>
                  </a:lnTo>
                  <a:cubicBezTo>
                    <a:pt x="11107420" y="0"/>
                    <a:pt x="11216640" y="109220"/>
                    <a:pt x="11216640" y="243840"/>
                  </a:cubicBezTo>
                  <a:lnTo>
                    <a:pt x="11216640" y="9802368"/>
                  </a:lnTo>
                  <a:cubicBezTo>
                    <a:pt x="11216640" y="9936988"/>
                    <a:pt x="11107420" y="10046208"/>
                    <a:pt x="10972800" y="10046208"/>
                  </a:cubicBezTo>
                  <a:lnTo>
                    <a:pt x="243840" y="10046208"/>
                  </a:lnTo>
                  <a:cubicBezTo>
                    <a:pt x="109220" y="10046208"/>
                    <a:pt x="0" y="9936988"/>
                    <a:pt x="0" y="980236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233658" cy="10063226"/>
            </a:xfrm>
            <a:custGeom>
              <a:avLst/>
              <a:gdLst/>
              <a:ahLst/>
              <a:cxnLst/>
              <a:rect r="r" b="b" t="t" l="l"/>
              <a:pathLst>
                <a:path h="10063226" w="11233658">
                  <a:moveTo>
                    <a:pt x="0" y="252349"/>
                  </a:moveTo>
                  <a:cubicBezTo>
                    <a:pt x="0" y="112903"/>
                    <a:pt x="113030" y="0"/>
                    <a:pt x="252349" y="0"/>
                  </a:cubicBezTo>
                  <a:lnTo>
                    <a:pt x="10981309" y="0"/>
                  </a:lnTo>
                  <a:lnTo>
                    <a:pt x="10981309" y="8509"/>
                  </a:lnTo>
                  <a:lnTo>
                    <a:pt x="10981309" y="0"/>
                  </a:lnTo>
                  <a:cubicBezTo>
                    <a:pt x="11120628" y="0"/>
                    <a:pt x="11233658" y="112903"/>
                    <a:pt x="11233658" y="252349"/>
                  </a:cubicBezTo>
                  <a:lnTo>
                    <a:pt x="11225149" y="252349"/>
                  </a:lnTo>
                  <a:lnTo>
                    <a:pt x="11233658" y="252349"/>
                  </a:lnTo>
                  <a:lnTo>
                    <a:pt x="11233658" y="9810877"/>
                  </a:lnTo>
                  <a:lnTo>
                    <a:pt x="11225149" y="9810877"/>
                  </a:lnTo>
                  <a:lnTo>
                    <a:pt x="11233658" y="9810877"/>
                  </a:lnTo>
                  <a:cubicBezTo>
                    <a:pt x="11233658" y="9950197"/>
                    <a:pt x="11120628" y="10063226"/>
                    <a:pt x="10981309" y="10063226"/>
                  </a:cubicBezTo>
                  <a:lnTo>
                    <a:pt x="10981309" y="10054717"/>
                  </a:lnTo>
                  <a:lnTo>
                    <a:pt x="10981309" y="10063226"/>
                  </a:lnTo>
                  <a:lnTo>
                    <a:pt x="252349" y="10063226"/>
                  </a:lnTo>
                  <a:lnTo>
                    <a:pt x="252349" y="10054717"/>
                  </a:lnTo>
                  <a:lnTo>
                    <a:pt x="252349" y="10063226"/>
                  </a:lnTo>
                  <a:cubicBezTo>
                    <a:pt x="113030" y="10063099"/>
                    <a:pt x="0" y="9950196"/>
                    <a:pt x="0" y="9810877"/>
                  </a:cubicBezTo>
                  <a:lnTo>
                    <a:pt x="0" y="252349"/>
                  </a:lnTo>
                  <a:lnTo>
                    <a:pt x="8509" y="252349"/>
                  </a:lnTo>
                  <a:lnTo>
                    <a:pt x="0" y="252349"/>
                  </a:lnTo>
                  <a:moveTo>
                    <a:pt x="16891" y="252349"/>
                  </a:moveTo>
                  <a:lnTo>
                    <a:pt x="16891" y="9810877"/>
                  </a:lnTo>
                  <a:lnTo>
                    <a:pt x="8509" y="9810877"/>
                  </a:lnTo>
                  <a:lnTo>
                    <a:pt x="17018" y="9810877"/>
                  </a:lnTo>
                  <a:cubicBezTo>
                    <a:pt x="17018" y="9940798"/>
                    <a:pt x="122428" y="10046208"/>
                    <a:pt x="252476" y="10046208"/>
                  </a:cubicBezTo>
                  <a:lnTo>
                    <a:pt x="10981436" y="10046208"/>
                  </a:lnTo>
                  <a:cubicBezTo>
                    <a:pt x="11111484" y="10046208"/>
                    <a:pt x="11216894" y="9940798"/>
                    <a:pt x="11216894" y="9810877"/>
                  </a:cubicBezTo>
                  <a:lnTo>
                    <a:pt x="11216894" y="252349"/>
                  </a:lnTo>
                  <a:cubicBezTo>
                    <a:pt x="11216894" y="122428"/>
                    <a:pt x="11111484" y="17018"/>
                    <a:pt x="10981436" y="17018"/>
                  </a:cubicBezTo>
                  <a:lnTo>
                    <a:pt x="252349" y="17018"/>
                  </a:lnTo>
                  <a:lnTo>
                    <a:pt x="252349" y="8509"/>
                  </a:lnTo>
                  <a:lnTo>
                    <a:pt x="252349" y="17018"/>
                  </a:lnTo>
                  <a:cubicBezTo>
                    <a:pt x="122301" y="16891"/>
                    <a:pt x="16891" y="122301"/>
                    <a:pt x="16891" y="252349"/>
                  </a:cubicBezTo>
                  <a:close/>
                </a:path>
              </a:pathLst>
            </a:custGeom>
            <a:solidFill>
              <a:srgbClr val="CBD5E0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77824" y="2523744"/>
            <a:ext cx="7498080" cy="694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1C2B3A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Qualité de l'application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77824" y="3390519"/>
            <a:ext cx="2962656" cy="705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Fonctionnalités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3919223" y="3571751"/>
            <a:ext cx="4048763" cy="354587"/>
            <a:chOff x="0" y="0"/>
            <a:chExt cx="5398351" cy="47278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6891" y="16891"/>
              <a:ext cx="5364480" cy="438912"/>
            </a:xfrm>
            <a:custGeom>
              <a:avLst/>
              <a:gdLst/>
              <a:ahLst/>
              <a:cxnLst/>
              <a:rect r="r" b="b" t="t" l="l"/>
              <a:pathLst>
                <a:path h="43891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E2E8F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398262" cy="472696"/>
            </a:xfrm>
            <a:custGeom>
              <a:avLst/>
              <a:gdLst/>
              <a:ahLst/>
              <a:cxnLst/>
              <a:rect r="r" b="b" t="t" l="l"/>
              <a:pathLst>
                <a:path h="472696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455803"/>
                  </a:lnTo>
                  <a:cubicBezTo>
                    <a:pt x="5398262" y="465201"/>
                    <a:pt x="5390642" y="472694"/>
                    <a:pt x="5381371" y="472694"/>
                  </a:cubicBezTo>
                  <a:lnTo>
                    <a:pt x="16891" y="472694"/>
                  </a:lnTo>
                  <a:cubicBezTo>
                    <a:pt x="7620" y="472821"/>
                    <a:pt x="0" y="465201"/>
                    <a:pt x="0" y="4558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5803"/>
                  </a:lnTo>
                  <a:lnTo>
                    <a:pt x="16891" y="455803"/>
                  </a:lnTo>
                  <a:lnTo>
                    <a:pt x="16891" y="438912"/>
                  </a:lnTo>
                  <a:lnTo>
                    <a:pt x="5381371" y="438912"/>
                  </a:lnTo>
                  <a:lnTo>
                    <a:pt x="5381371" y="455803"/>
                  </a:lnTo>
                  <a:lnTo>
                    <a:pt x="5364480" y="455803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3919223" y="3571751"/>
            <a:ext cx="3138421" cy="354587"/>
            <a:chOff x="0" y="0"/>
            <a:chExt cx="4184561" cy="47278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26023" y="16891"/>
              <a:ext cx="4132378" cy="438912"/>
            </a:xfrm>
            <a:custGeom>
              <a:avLst/>
              <a:gdLst/>
              <a:ahLst/>
              <a:cxnLst/>
              <a:rect r="r" b="b" t="t" l="l"/>
              <a:pathLst>
                <a:path h="438912" w="4132378">
                  <a:moveTo>
                    <a:pt x="0" y="0"/>
                  </a:moveTo>
                  <a:lnTo>
                    <a:pt x="4132378" y="0"/>
                  </a:lnTo>
                  <a:lnTo>
                    <a:pt x="4132378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184424" cy="472696"/>
            </a:xfrm>
            <a:custGeom>
              <a:avLst/>
              <a:gdLst/>
              <a:ahLst/>
              <a:cxnLst/>
              <a:rect r="r" b="b" t="t" l="l"/>
              <a:pathLst>
                <a:path h="472696" w="4184424">
                  <a:moveTo>
                    <a:pt x="26023" y="0"/>
                  </a:moveTo>
                  <a:lnTo>
                    <a:pt x="4158401" y="0"/>
                  </a:lnTo>
                  <a:cubicBezTo>
                    <a:pt x="4172880" y="0"/>
                    <a:pt x="4184424" y="7620"/>
                    <a:pt x="4184424" y="16891"/>
                  </a:cubicBezTo>
                  <a:lnTo>
                    <a:pt x="4184424" y="455803"/>
                  </a:lnTo>
                  <a:cubicBezTo>
                    <a:pt x="4184424" y="465201"/>
                    <a:pt x="4172684" y="472694"/>
                    <a:pt x="4158401" y="472694"/>
                  </a:cubicBezTo>
                  <a:lnTo>
                    <a:pt x="26023" y="472694"/>
                  </a:lnTo>
                  <a:cubicBezTo>
                    <a:pt x="11740" y="472821"/>
                    <a:pt x="0" y="465201"/>
                    <a:pt x="0" y="455803"/>
                  </a:cubicBezTo>
                  <a:lnTo>
                    <a:pt x="0" y="16891"/>
                  </a:lnTo>
                  <a:cubicBezTo>
                    <a:pt x="0" y="7620"/>
                    <a:pt x="11740" y="0"/>
                    <a:pt x="26023" y="0"/>
                  </a:cubicBezTo>
                  <a:moveTo>
                    <a:pt x="26023" y="33909"/>
                  </a:moveTo>
                  <a:lnTo>
                    <a:pt x="26023" y="16891"/>
                  </a:lnTo>
                  <a:lnTo>
                    <a:pt x="52242" y="16891"/>
                  </a:lnTo>
                  <a:lnTo>
                    <a:pt x="52242" y="455803"/>
                  </a:lnTo>
                  <a:lnTo>
                    <a:pt x="26023" y="455803"/>
                  </a:lnTo>
                  <a:lnTo>
                    <a:pt x="26023" y="438912"/>
                  </a:lnTo>
                  <a:lnTo>
                    <a:pt x="4158401" y="438912"/>
                  </a:lnTo>
                  <a:lnTo>
                    <a:pt x="4158401" y="455803"/>
                  </a:lnTo>
                  <a:lnTo>
                    <a:pt x="4132378" y="455803"/>
                  </a:lnTo>
                  <a:lnTo>
                    <a:pt x="4132378" y="16891"/>
                  </a:lnTo>
                  <a:lnTo>
                    <a:pt x="4158401" y="16891"/>
                  </a:lnTo>
                  <a:lnTo>
                    <a:pt x="4158401" y="33909"/>
                  </a:lnTo>
                  <a:lnTo>
                    <a:pt x="26023" y="33909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8010144" y="3390519"/>
            <a:ext cx="694944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40"/>
              </a:lnSpc>
            </a:pPr>
            <a:r>
              <a:rPr lang="en-US" sz="2200" b="true">
                <a:solidFill>
                  <a:srgbClr val="F4A6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70%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77824" y="4268343"/>
            <a:ext cx="2962656" cy="705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Stabilité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3919223" y="4449575"/>
            <a:ext cx="4048763" cy="354587"/>
            <a:chOff x="0" y="0"/>
            <a:chExt cx="5398351" cy="47278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5364480" cy="438912"/>
            </a:xfrm>
            <a:custGeom>
              <a:avLst/>
              <a:gdLst/>
              <a:ahLst/>
              <a:cxnLst/>
              <a:rect r="r" b="b" t="t" l="l"/>
              <a:pathLst>
                <a:path h="43891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E2E8F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398262" cy="472696"/>
            </a:xfrm>
            <a:custGeom>
              <a:avLst/>
              <a:gdLst/>
              <a:ahLst/>
              <a:cxnLst/>
              <a:rect r="r" b="b" t="t" l="l"/>
              <a:pathLst>
                <a:path h="472696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455803"/>
                  </a:lnTo>
                  <a:cubicBezTo>
                    <a:pt x="5398262" y="465201"/>
                    <a:pt x="5390642" y="472694"/>
                    <a:pt x="5381371" y="472694"/>
                  </a:cubicBezTo>
                  <a:lnTo>
                    <a:pt x="16891" y="472694"/>
                  </a:lnTo>
                  <a:cubicBezTo>
                    <a:pt x="7620" y="472821"/>
                    <a:pt x="0" y="465201"/>
                    <a:pt x="0" y="4558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5803"/>
                  </a:lnTo>
                  <a:lnTo>
                    <a:pt x="16891" y="455803"/>
                  </a:lnTo>
                  <a:lnTo>
                    <a:pt x="16891" y="438912"/>
                  </a:lnTo>
                  <a:lnTo>
                    <a:pt x="5381371" y="438912"/>
                  </a:lnTo>
                  <a:lnTo>
                    <a:pt x="5381371" y="455803"/>
                  </a:lnTo>
                  <a:lnTo>
                    <a:pt x="5364480" y="455803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3919223" y="4449575"/>
            <a:ext cx="1569210" cy="354587"/>
            <a:chOff x="0" y="0"/>
            <a:chExt cx="2092281" cy="47278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3012" y="16891"/>
              <a:ext cx="2066189" cy="438912"/>
            </a:xfrm>
            <a:custGeom>
              <a:avLst/>
              <a:gdLst/>
              <a:ahLst/>
              <a:cxnLst/>
              <a:rect r="r" b="b" t="t" l="l"/>
              <a:pathLst>
                <a:path h="438912" w="2066189">
                  <a:moveTo>
                    <a:pt x="0" y="0"/>
                  </a:moveTo>
                  <a:lnTo>
                    <a:pt x="2066189" y="0"/>
                  </a:lnTo>
                  <a:lnTo>
                    <a:pt x="2066189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F4A623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92212" cy="472696"/>
            </a:xfrm>
            <a:custGeom>
              <a:avLst/>
              <a:gdLst/>
              <a:ahLst/>
              <a:cxnLst/>
              <a:rect r="r" b="b" t="t" l="l"/>
              <a:pathLst>
                <a:path h="472696" w="2092212">
                  <a:moveTo>
                    <a:pt x="13012" y="0"/>
                  </a:moveTo>
                  <a:lnTo>
                    <a:pt x="2079201" y="0"/>
                  </a:lnTo>
                  <a:cubicBezTo>
                    <a:pt x="2086440" y="0"/>
                    <a:pt x="2092212" y="7620"/>
                    <a:pt x="2092212" y="16891"/>
                  </a:cubicBezTo>
                  <a:lnTo>
                    <a:pt x="2092212" y="455803"/>
                  </a:lnTo>
                  <a:cubicBezTo>
                    <a:pt x="2092212" y="465201"/>
                    <a:pt x="2086342" y="472694"/>
                    <a:pt x="2079201" y="472694"/>
                  </a:cubicBezTo>
                  <a:lnTo>
                    <a:pt x="13012" y="472694"/>
                  </a:lnTo>
                  <a:cubicBezTo>
                    <a:pt x="5870" y="472821"/>
                    <a:pt x="0" y="465201"/>
                    <a:pt x="0" y="455803"/>
                  </a:cubicBezTo>
                  <a:lnTo>
                    <a:pt x="0" y="16891"/>
                  </a:lnTo>
                  <a:cubicBezTo>
                    <a:pt x="0" y="7620"/>
                    <a:pt x="5870" y="0"/>
                    <a:pt x="13012" y="0"/>
                  </a:cubicBezTo>
                  <a:moveTo>
                    <a:pt x="13012" y="33909"/>
                  </a:moveTo>
                  <a:lnTo>
                    <a:pt x="13012" y="16891"/>
                  </a:lnTo>
                  <a:lnTo>
                    <a:pt x="26121" y="16891"/>
                  </a:lnTo>
                  <a:lnTo>
                    <a:pt x="26121" y="455803"/>
                  </a:lnTo>
                  <a:lnTo>
                    <a:pt x="13012" y="455803"/>
                  </a:lnTo>
                  <a:lnTo>
                    <a:pt x="13012" y="438912"/>
                  </a:lnTo>
                  <a:lnTo>
                    <a:pt x="2079201" y="438912"/>
                  </a:lnTo>
                  <a:lnTo>
                    <a:pt x="2079201" y="455803"/>
                  </a:lnTo>
                  <a:lnTo>
                    <a:pt x="2066189" y="455803"/>
                  </a:lnTo>
                  <a:lnTo>
                    <a:pt x="2066189" y="16891"/>
                  </a:lnTo>
                  <a:lnTo>
                    <a:pt x="2079201" y="16891"/>
                  </a:lnTo>
                  <a:lnTo>
                    <a:pt x="2079201" y="33909"/>
                  </a:lnTo>
                  <a:lnTo>
                    <a:pt x="13012" y="33909"/>
                  </a:lnTo>
                  <a:close/>
                </a:path>
              </a:pathLst>
            </a:custGeom>
            <a:solidFill>
              <a:srgbClr val="F4A623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8010144" y="4268343"/>
            <a:ext cx="694944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40"/>
              </a:lnSpc>
            </a:pPr>
            <a:r>
              <a:rPr lang="en-US" sz="2200" b="true">
                <a:solidFill>
                  <a:srgbClr val="F4A6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40%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77824" y="5146167"/>
            <a:ext cx="2962656" cy="705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UI / UX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3919223" y="5327399"/>
            <a:ext cx="4048763" cy="354587"/>
            <a:chOff x="0" y="0"/>
            <a:chExt cx="5398351" cy="47278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6891" y="16891"/>
              <a:ext cx="5364480" cy="438912"/>
            </a:xfrm>
            <a:custGeom>
              <a:avLst/>
              <a:gdLst/>
              <a:ahLst/>
              <a:cxnLst/>
              <a:rect r="r" b="b" t="t" l="l"/>
              <a:pathLst>
                <a:path h="43891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E2E8F0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398262" cy="472696"/>
            </a:xfrm>
            <a:custGeom>
              <a:avLst/>
              <a:gdLst/>
              <a:ahLst/>
              <a:cxnLst/>
              <a:rect r="r" b="b" t="t" l="l"/>
              <a:pathLst>
                <a:path h="472696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455803"/>
                  </a:lnTo>
                  <a:cubicBezTo>
                    <a:pt x="5398262" y="465201"/>
                    <a:pt x="5390642" y="472694"/>
                    <a:pt x="5381371" y="472694"/>
                  </a:cubicBezTo>
                  <a:lnTo>
                    <a:pt x="16891" y="472694"/>
                  </a:lnTo>
                  <a:cubicBezTo>
                    <a:pt x="7620" y="472821"/>
                    <a:pt x="0" y="465201"/>
                    <a:pt x="0" y="4558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5803"/>
                  </a:lnTo>
                  <a:lnTo>
                    <a:pt x="16891" y="455803"/>
                  </a:lnTo>
                  <a:lnTo>
                    <a:pt x="16891" y="438912"/>
                  </a:lnTo>
                  <a:lnTo>
                    <a:pt x="5381371" y="438912"/>
                  </a:lnTo>
                  <a:lnTo>
                    <a:pt x="5381371" y="455803"/>
                  </a:lnTo>
                  <a:lnTo>
                    <a:pt x="5364480" y="455803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3919223" y="5327399"/>
            <a:ext cx="2037083" cy="354587"/>
            <a:chOff x="0" y="0"/>
            <a:chExt cx="2716111" cy="47278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6891" y="16891"/>
              <a:ext cx="2682240" cy="438912"/>
            </a:xfrm>
            <a:custGeom>
              <a:avLst/>
              <a:gdLst/>
              <a:ahLst/>
              <a:cxnLst/>
              <a:rect r="r" b="b" t="t" l="l"/>
              <a:pathLst>
                <a:path h="438912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02C39A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716022" cy="472696"/>
            </a:xfrm>
            <a:custGeom>
              <a:avLst/>
              <a:gdLst/>
              <a:ahLst/>
              <a:cxnLst/>
              <a:rect r="r" b="b" t="t" l="l"/>
              <a:pathLst>
                <a:path h="472696" w="2716022">
                  <a:moveTo>
                    <a:pt x="16891" y="0"/>
                  </a:moveTo>
                  <a:lnTo>
                    <a:pt x="2699131" y="0"/>
                  </a:lnTo>
                  <a:cubicBezTo>
                    <a:pt x="2708529" y="0"/>
                    <a:pt x="2716022" y="7620"/>
                    <a:pt x="2716022" y="16891"/>
                  </a:cubicBezTo>
                  <a:lnTo>
                    <a:pt x="2716022" y="455803"/>
                  </a:lnTo>
                  <a:cubicBezTo>
                    <a:pt x="2716022" y="465201"/>
                    <a:pt x="2708402" y="472694"/>
                    <a:pt x="2699131" y="472694"/>
                  </a:cubicBezTo>
                  <a:lnTo>
                    <a:pt x="16891" y="472694"/>
                  </a:lnTo>
                  <a:cubicBezTo>
                    <a:pt x="7620" y="472821"/>
                    <a:pt x="0" y="465201"/>
                    <a:pt x="0" y="4558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5803"/>
                  </a:lnTo>
                  <a:lnTo>
                    <a:pt x="16891" y="455803"/>
                  </a:lnTo>
                  <a:lnTo>
                    <a:pt x="16891" y="438912"/>
                  </a:lnTo>
                  <a:lnTo>
                    <a:pt x="2699131" y="438912"/>
                  </a:lnTo>
                  <a:lnTo>
                    <a:pt x="2699131" y="455803"/>
                  </a:lnTo>
                  <a:lnTo>
                    <a:pt x="2682240" y="455803"/>
                  </a:lnTo>
                  <a:lnTo>
                    <a:pt x="2682240" y="16891"/>
                  </a:lnTo>
                  <a:lnTo>
                    <a:pt x="2699131" y="16891"/>
                  </a:lnTo>
                  <a:lnTo>
                    <a:pt x="2699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C39A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8010144" y="5146167"/>
            <a:ext cx="694944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40"/>
              </a:lnSpc>
            </a:pPr>
            <a:r>
              <a:rPr lang="en-US" sz="2200" b="true">
                <a:solidFill>
                  <a:srgbClr val="F4A6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50%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77824" y="6023991"/>
            <a:ext cx="2962656" cy="705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Performance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3919223" y="6205223"/>
            <a:ext cx="4048763" cy="354587"/>
            <a:chOff x="0" y="0"/>
            <a:chExt cx="5398351" cy="47278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16891" y="16891"/>
              <a:ext cx="5364480" cy="438912"/>
            </a:xfrm>
            <a:custGeom>
              <a:avLst/>
              <a:gdLst/>
              <a:ahLst/>
              <a:cxnLst/>
              <a:rect r="r" b="b" t="t" l="l"/>
              <a:pathLst>
                <a:path h="43891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E2E8F0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398262" cy="472696"/>
            </a:xfrm>
            <a:custGeom>
              <a:avLst/>
              <a:gdLst/>
              <a:ahLst/>
              <a:cxnLst/>
              <a:rect r="r" b="b" t="t" l="l"/>
              <a:pathLst>
                <a:path h="472696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455803"/>
                  </a:lnTo>
                  <a:cubicBezTo>
                    <a:pt x="5398262" y="465201"/>
                    <a:pt x="5390642" y="472694"/>
                    <a:pt x="5381371" y="472694"/>
                  </a:cubicBezTo>
                  <a:lnTo>
                    <a:pt x="16891" y="472694"/>
                  </a:lnTo>
                  <a:cubicBezTo>
                    <a:pt x="7620" y="472821"/>
                    <a:pt x="0" y="465201"/>
                    <a:pt x="0" y="4558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5803"/>
                  </a:lnTo>
                  <a:lnTo>
                    <a:pt x="16891" y="455803"/>
                  </a:lnTo>
                  <a:lnTo>
                    <a:pt x="16891" y="438912"/>
                  </a:lnTo>
                  <a:lnTo>
                    <a:pt x="5381371" y="438912"/>
                  </a:lnTo>
                  <a:lnTo>
                    <a:pt x="5381371" y="455803"/>
                  </a:lnTo>
                  <a:lnTo>
                    <a:pt x="5364480" y="455803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3919223" y="6205223"/>
            <a:ext cx="1786144" cy="354587"/>
            <a:chOff x="0" y="0"/>
            <a:chExt cx="2381525" cy="47278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14810" y="16891"/>
              <a:ext cx="2351826" cy="438912"/>
            </a:xfrm>
            <a:custGeom>
              <a:avLst/>
              <a:gdLst/>
              <a:ahLst/>
              <a:cxnLst/>
              <a:rect r="r" b="b" t="t" l="l"/>
              <a:pathLst>
                <a:path h="438912" w="2351826">
                  <a:moveTo>
                    <a:pt x="0" y="0"/>
                  </a:moveTo>
                  <a:lnTo>
                    <a:pt x="2351827" y="0"/>
                  </a:lnTo>
                  <a:lnTo>
                    <a:pt x="2351827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F4A623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381447" cy="472696"/>
            </a:xfrm>
            <a:custGeom>
              <a:avLst/>
              <a:gdLst/>
              <a:ahLst/>
              <a:cxnLst/>
              <a:rect r="r" b="b" t="t" l="l"/>
              <a:pathLst>
                <a:path h="472696" w="2381447">
                  <a:moveTo>
                    <a:pt x="14810" y="0"/>
                  </a:moveTo>
                  <a:lnTo>
                    <a:pt x="2366637" y="0"/>
                  </a:lnTo>
                  <a:cubicBezTo>
                    <a:pt x="2374877" y="0"/>
                    <a:pt x="2381447" y="7620"/>
                    <a:pt x="2381447" y="16891"/>
                  </a:cubicBezTo>
                  <a:lnTo>
                    <a:pt x="2381447" y="455803"/>
                  </a:lnTo>
                  <a:cubicBezTo>
                    <a:pt x="2381447" y="465201"/>
                    <a:pt x="2374766" y="472694"/>
                    <a:pt x="2366637" y="472694"/>
                  </a:cubicBezTo>
                  <a:lnTo>
                    <a:pt x="14810" y="472694"/>
                  </a:lnTo>
                  <a:cubicBezTo>
                    <a:pt x="6681" y="472821"/>
                    <a:pt x="0" y="465201"/>
                    <a:pt x="0" y="455803"/>
                  </a:cubicBezTo>
                  <a:lnTo>
                    <a:pt x="0" y="16891"/>
                  </a:lnTo>
                  <a:cubicBezTo>
                    <a:pt x="0" y="7620"/>
                    <a:pt x="6681" y="0"/>
                    <a:pt x="14810" y="0"/>
                  </a:cubicBezTo>
                  <a:moveTo>
                    <a:pt x="14810" y="33909"/>
                  </a:moveTo>
                  <a:lnTo>
                    <a:pt x="14810" y="16891"/>
                  </a:lnTo>
                  <a:lnTo>
                    <a:pt x="29732" y="16891"/>
                  </a:lnTo>
                  <a:lnTo>
                    <a:pt x="29732" y="455803"/>
                  </a:lnTo>
                  <a:lnTo>
                    <a:pt x="14810" y="455803"/>
                  </a:lnTo>
                  <a:lnTo>
                    <a:pt x="14810" y="438912"/>
                  </a:lnTo>
                  <a:lnTo>
                    <a:pt x="2366637" y="438912"/>
                  </a:lnTo>
                  <a:lnTo>
                    <a:pt x="2366637" y="455803"/>
                  </a:lnTo>
                  <a:lnTo>
                    <a:pt x="2351826" y="455803"/>
                  </a:lnTo>
                  <a:lnTo>
                    <a:pt x="2351826" y="16891"/>
                  </a:lnTo>
                  <a:lnTo>
                    <a:pt x="2366637" y="16891"/>
                  </a:lnTo>
                  <a:lnTo>
                    <a:pt x="2366637" y="33909"/>
                  </a:lnTo>
                  <a:lnTo>
                    <a:pt x="14810" y="33909"/>
                  </a:lnTo>
                  <a:close/>
                </a:path>
              </a:pathLst>
            </a:custGeom>
            <a:solidFill>
              <a:srgbClr val="F4A623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8010144" y="6023991"/>
            <a:ext cx="694944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40"/>
              </a:lnSpc>
            </a:pPr>
            <a:r>
              <a:rPr lang="en-US" sz="2200" b="true">
                <a:solidFill>
                  <a:srgbClr val="F4A6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45%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877824" y="6901815"/>
            <a:ext cx="2962656" cy="705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C2B3A"/>
                </a:solidFill>
                <a:latin typeface="Calibri (MS)"/>
                <a:ea typeface="Calibri (MS)"/>
                <a:cs typeface="Calibri (MS)"/>
                <a:sym typeface="Calibri (MS)"/>
              </a:rPr>
              <a:t>Accessibilité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3919223" y="7083047"/>
            <a:ext cx="4048763" cy="354587"/>
            <a:chOff x="0" y="0"/>
            <a:chExt cx="5398351" cy="47278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5364480" cy="438912"/>
            </a:xfrm>
            <a:custGeom>
              <a:avLst/>
              <a:gdLst/>
              <a:ahLst/>
              <a:cxnLst/>
              <a:rect r="r" b="b" t="t" l="l"/>
              <a:pathLst>
                <a:path h="43891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E2E8F0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398262" cy="472696"/>
            </a:xfrm>
            <a:custGeom>
              <a:avLst/>
              <a:gdLst/>
              <a:ahLst/>
              <a:cxnLst/>
              <a:rect r="r" b="b" t="t" l="l"/>
              <a:pathLst>
                <a:path h="472696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455803"/>
                  </a:lnTo>
                  <a:cubicBezTo>
                    <a:pt x="5398262" y="465201"/>
                    <a:pt x="5390642" y="472694"/>
                    <a:pt x="5381371" y="472694"/>
                  </a:cubicBezTo>
                  <a:lnTo>
                    <a:pt x="16891" y="472694"/>
                  </a:lnTo>
                  <a:cubicBezTo>
                    <a:pt x="7620" y="472821"/>
                    <a:pt x="0" y="465201"/>
                    <a:pt x="0" y="4558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5803"/>
                  </a:lnTo>
                  <a:lnTo>
                    <a:pt x="16891" y="455803"/>
                  </a:lnTo>
                  <a:lnTo>
                    <a:pt x="16891" y="438912"/>
                  </a:lnTo>
                  <a:lnTo>
                    <a:pt x="5381371" y="438912"/>
                  </a:lnTo>
                  <a:lnTo>
                    <a:pt x="5381371" y="455803"/>
                  </a:lnTo>
                  <a:lnTo>
                    <a:pt x="5364480" y="455803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3919223" y="7083047"/>
            <a:ext cx="1569210" cy="354587"/>
            <a:chOff x="0" y="0"/>
            <a:chExt cx="2092281" cy="47278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3012" y="16891"/>
              <a:ext cx="2066189" cy="438912"/>
            </a:xfrm>
            <a:custGeom>
              <a:avLst/>
              <a:gdLst/>
              <a:ahLst/>
              <a:cxnLst/>
              <a:rect r="r" b="b" t="t" l="l"/>
              <a:pathLst>
                <a:path h="438912" w="2066189">
                  <a:moveTo>
                    <a:pt x="0" y="0"/>
                  </a:moveTo>
                  <a:lnTo>
                    <a:pt x="2066189" y="0"/>
                  </a:lnTo>
                  <a:lnTo>
                    <a:pt x="2066189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092212" cy="472696"/>
            </a:xfrm>
            <a:custGeom>
              <a:avLst/>
              <a:gdLst/>
              <a:ahLst/>
              <a:cxnLst/>
              <a:rect r="r" b="b" t="t" l="l"/>
              <a:pathLst>
                <a:path h="472696" w="2092212">
                  <a:moveTo>
                    <a:pt x="13012" y="0"/>
                  </a:moveTo>
                  <a:lnTo>
                    <a:pt x="2079201" y="0"/>
                  </a:lnTo>
                  <a:cubicBezTo>
                    <a:pt x="2086440" y="0"/>
                    <a:pt x="2092212" y="7620"/>
                    <a:pt x="2092212" y="16891"/>
                  </a:cubicBezTo>
                  <a:lnTo>
                    <a:pt x="2092212" y="455803"/>
                  </a:lnTo>
                  <a:cubicBezTo>
                    <a:pt x="2092212" y="465201"/>
                    <a:pt x="2086342" y="472694"/>
                    <a:pt x="2079201" y="472694"/>
                  </a:cubicBezTo>
                  <a:lnTo>
                    <a:pt x="13012" y="472694"/>
                  </a:lnTo>
                  <a:cubicBezTo>
                    <a:pt x="5870" y="472821"/>
                    <a:pt x="0" y="465201"/>
                    <a:pt x="0" y="455803"/>
                  </a:cubicBezTo>
                  <a:lnTo>
                    <a:pt x="0" y="16891"/>
                  </a:lnTo>
                  <a:cubicBezTo>
                    <a:pt x="0" y="7620"/>
                    <a:pt x="5870" y="0"/>
                    <a:pt x="13012" y="0"/>
                  </a:cubicBezTo>
                  <a:moveTo>
                    <a:pt x="13012" y="33909"/>
                  </a:moveTo>
                  <a:lnTo>
                    <a:pt x="13012" y="16891"/>
                  </a:lnTo>
                  <a:lnTo>
                    <a:pt x="26121" y="16891"/>
                  </a:lnTo>
                  <a:lnTo>
                    <a:pt x="26121" y="455803"/>
                  </a:lnTo>
                  <a:lnTo>
                    <a:pt x="13012" y="455803"/>
                  </a:lnTo>
                  <a:lnTo>
                    <a:pt x="13012" y="438912"/>
                  </a:lnTo>
                  <a:lnTo>
                    <a:pt x="2079201" y="438912"/>
                  </a:lnTo>
                  <a:lnTo>
                    <a:pt x="2079201" y="455803"/>
                  </a:lnTo>
                  <a:lnTo>
                    <a:pt x="2066189" y="455803"/>
                  </a:lnTo>
                  <a:lnTo>
                    <a:pt x="2066189" y="16891"/>
                  </a:lnTo>
                  <a:lnTo>
                    <a:pt x="2079201" y="16891"/>
                  </a:lnTo>
                  <a:lnTo>
                    <a:pt x="2079201" y="33909"/>
                  </a:lnTo>
                  <a:lnTo>
                    <a:pt x="13012" y="33909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8010144" y="6901815"/>
            <a:ext cx="694944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40"/>
              </a:lnSpc>
            </a:pPr>
            <a:r>
              <a:rPr lang="en-US" sz="2200" b="true">
                <a:solidFill>
                  <a:srgbClr val="F4A6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40%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9456472" y="4512883"/>
            <a:ext cx="8498329" cy="3450841"/>
            <a:chOff x="0" y="0"/>
            <a:chExt cx="11331105" cy="4601121"/>
          </a:xfrm>
        </p:grpSpPr>
        <p:grpSp>
          <p:nvGrpSpPr>
            <p:cNvPr name="Group 52" id="52"/>
            <p:cNvGrpSpPr/>
            <p:nvPr/>
          </p:nvGrpSpPr>
          <p:grpSpPr>
            <a:xfrm rot="0">
              <a:off x="0" y="0"/>
              <a:ext cx="11331105" cy="4601121"/>
              <a:chOff x="0" y="0"/>
              <a:chExt cx="11331105" cy="4601121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8509" y="8509"/>
                <a:ext cx="11314177" cy="4584192"/>
              </a:xfrm>
              <a:custGeom>
                <a:avLst/>
                <a:gdLst/>
                <a:ahLst/>
                <a:cxnLst/>
                <a:rect r="r" b="b" t="t" l="l"/>
                <a:pathLst>
                  <a:path h="4584192" w="11314177">
                    <a:moveTo>
                      <a:pt x="0" y="243840"/>
                    </a:moveTo>
                    <a:cubicBezTo>
                      <a:pt x="0" y="109093"/>
                      <a:pt x="109347" y="0"/>
                      <a:pt x="244348" y="0"/>
                    </a:cubicBezTo>
                    <a:lnTo>
                      <a:pt x="11069828" y="0"/>
                    </a:lnTo>
                    <a:cubicBezTo>
                      <a:pt x="11204829" y="0"/>
                      <a:pt x="11314177" y="109220"/>
                      <a:pt x="11314177" y="243840"/>
                    </a:cubicBezTo>
                    <a:lnTo>
                      <a:pt x="11314177" y="4340352"/>
                    </a:lnTo>
                    <a:cubicBezTo>
                      <a:pt x="11314177" y="4474972"/>
                      <a:pt x="11204829" y="4584192"/>
                      <a:pt x="11069828" y="4584192"/>
                    </a:cubicBezTo>
                    <a:lnTo>
                      <a:pt x="244348" y="4584192"/>
                    </a:lnTo>
                    <a:cubicBezTo>
                      <a:pt x="109347" y="4584192"/>
                      <a:pt x="0" y="4474972"/>
                      <a:pt x="0" y="4340352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11331194" cy="4601210"/>
              </a:xfrm>
              <a:custGeom>
                <a:avLst/>
                <a:gdLst/>
                <a:ahLst/>
                <a:cxnLst/>
                <a:rect r="r" b="b" t="t" l="l"/>
                <a:pathLst>
                  <a:path h="4601210" w="11331194">
                    <a:moveTo>
                      <a:pt x="0" y="252349"/>
                    </a:moveTo>
                    <a:cubicBezTo>
                      <a:pt x="0" y="112903"/>
                      <a:pt x="113157" y="0"/>
                      <a:pt x="252857" y="0"/>
                    </a:cubicBezTo>
                    <a:lnTo>
                      <a:pt x="11078337" y="0"/>
                    </a:lnTo>
                    <a:lnTo>
                      <a:pt x="11078337" y="8509"/>
                    </a:lnTo>
                    <a:lnTo>
                      <a:pt x="11078337" y="0"/>
                    </a:lnTo>
                    <a:cubicBezTo>
                      <a:pt x="11217911" y="0"/>
                      <a:pt x="11331194" y="112903"/>
                      <a:pt x="11331194" y="252349"/>
                    </a:cubicBezTo>
                    <a:lnTo>
                      <a:pt x="11322686" y="252349"/>
                    </a:lnTo>
                    <a:lnTo>
                      <a:pt x="11331194" y="252349"/>
                    </a:lnTo>
                    <a:lnTo>
                      <a:pt x="11331194" y="4348861"/>
                    </a:lnTo>
                    <a:lnTo>
                      <a:pt x="11322686" y="4348861"/>
                    </a:lnTo>
                    <a:lnTo>
                      <a:pt x="11331194" y="4348861"/>
                    </a:lnTo>
                    <a:cubicBezTo>
                      <a:pt x="11331194" y="4488180"/>
                      <a:pt x="11218037" y="4601210"/>
                      <a:pt x="11078337" y="4601210"/>
                    </a:cubicBezTo>
                    <a:lnTo>
                      <a:pt x="11078337" y="4592701"/>
                    </a:lnTo>
                    <a:lnTo>
                      <a:pt x="11078337" y="4601210"/>
                    </a:lnTo>
                    <a:lnTo>
                      <a:pt x="252857" y="4601210"/>
                    </a:lnTo>
                    <a:lnTo>
                      <a:pt x="252857" y="4592701"/>
                    </a:lnTo>
                    <a:lnTo>
                      <a:pt x="252857" y="4601210"/>
                    </a:lnTo>
                    <a:cubicBezTo>
                      <a:pt x="113157" y="4601083"/>
                      <a:pt x="0" y="4488180"/>
                      <a:pt x="0" y="4348861"/>
                    </a:cubicBezTo>
                    <a:lnTo>
                      <a:pt x="0" y="252349"/>
                    </a:lnTo>
                    <a:lnTo>
                      <a:pt x="8509" y="252349"/>
                    </a:lnTo>
                    <a:lnTo>
                      <a:pt x="0" y="252349"/>
                    </a:lnTo>
                    <a:moveTo>
                      <a:pt x="16891" y="252349"/>
                    </a:moveTo>
                    <a:lnTo>
                      <a:pt x="16891" y="4348861"/>
                    </a:lnTo>
                    <a:lnTo>
                      <a:pt x="8509" y="4348861"/>
                    </a:lnTo>
                    <a:lnTo>
                      <a:pt x="17018" y="4348861"/>
                    </a:lnTo>
                    <a:cubicBezTo>
                      <a:pt x="17018" y="4478782"/>
                      <a:pt x="122555" y="4584192"/>
                      <a:pt x="252857" y="4584192"/>
                    </a:cubicBezTo>
                    <a:lnTo>
                      <a:pt x="11078337" y="4584192"/>
                    </a:lnTo>
                    <a:cubicBezTo>
                      <a:pt x="11208639" y="4584192"/>
                      <a:pt x="11314176" y="4478782"/>
                      <a:pt x="11314176" y="4348861"/>
                    </a:cubicBezTo>
                    <a:lnTo>
                      <a:pt x="11314176" y="252349"/>
                    </a:lnTo>
                    <a:cubicBezTo>
                      <a:pt x="11314176" y="122428"/>
                      <a:pt x="11208639" y="17018"/>
                      <a:pt x="11078337" y="17018"/>
                    </a:cubicBezTo>
                    <a:lnTo>
                      <a:pt x="252857" y="17018"/>
                    </a:lnTo>
                    <a:lnTo>
                      <a:pt x="252857" y="8509"/>
                    </a:lnTo>
                    <a:lnTo>
                      <a:pt x="252857" y="17018"/>
                    </a:lnTo>
                    <a:cubicBezTo>
                      <a:pt x="122555" y="16891"/>
                      <a:pt x="16891" y="122301"/>
                      <a:pt x="16891" y="252349"/>
                    </a:cubicBezTo>
                    <a:close/>
                  </a:path>
                </a:pathLst>
              </a:custGeom>
              <a:solidFill>
                <a:srgbClr val="CBD5E0"/>
              </a:solidFill>
            </p:spPr>
          </p:sp>
        </p:grpSp>
        <p:sp>
          <p:nvSpPr>
            <p:cNvPr name="TextBox 55" id="55"/>
            <p:cNvSpPr txBox="true"/>
            <p:nvPr/>
          </p:nvSpPr>
          <p:spPr>
            <a:xfrm rot="0">
              <a:off x="496151" y="252311"/>
              <a:ext cx="10241280" cy="9265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C2B3A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Retour sur le processus</a:t>
              </a:r>
            </a:p>
          </p:txBody>
        </p:sp>
        <p:grpSp>
          <p:nvGrpSpPr>
            <p:cNvPr name="Group 56" id="56"/>
            <p:cNvGrpSpPr/>
            <p:nvPr/>
          </p:nvGrpSpPr>
          <p:grpSpPr>
            <a:xfrm rot="0">
              <a:off x="496151" y="1325207"/>
              <a:ext cx="10241280" cy="3121152"/>
              <a:chOff x="0" y="0"/>
              <a:chExt cx="10241280" cy="3121152"/>
            </a:xfrm>
          </p:grpSpPr>
          <p:sp>
            <p:nvSpPr>
              <p:cNvPr name="Freeform 57" id="57"/>
              <p:cNvSpPr/>
              <p:nvPr/>
            </p:nvSpPr>
            <p:spPr>
              <a:xfrm flipH="false" flipV="false" rot="0">
                <a:off x="0" y="0"/>
                <a:ext cx="10241280" cy="3121152"/>
              </a:xfrm>
              <a:custGeom>
                <a:avLst/>
                <a:gdLst/>
                <a:ahLst/>
                <a:cxnLst/>
                <a:rect r="r" b="b" t="t" l="l"/>
                <a:pathLst>
                  <a:path h="3121152" w="10241280">
                    <a:moveTo>
                      <a:pt x="0" y="0"/>
                    </a:moveTo>
                    <a:lnTo>
                      <a:pt x="10241280" y="0"/>
                    </a:lnTo>
                    <a:lnTo>
                      <a:pt x="10241280" y="3121152"/>
                    </a:lnTo>
                    <a:lnTo>
                      <a:pt x="0" y="31211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3935" r="0" b="-13935"/>
                </a:stretch>
              </a:blipFill>
            </p:spPr>
          </p:sp>
          <p:sp>
            <p:nvSpPr>
              <p:cNvPr name="TextBox 58" id="58"/>
              <p:cNvSpPr txBox="true"/>
              <p:nvPr/>
            </p:nvSpPr>
            <p:spPr>
              <a:xfrm>
                <a:off x="0" y="-47625"/>
                <a:ext cx="10241280" cy="316877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 marL="554990" indent="-277495" lvl="1">
                  <a:lnSpc>
                    <a:spcPts val="2760"/>
                  </a:lnSpc>
                  <a:buFont typeface="Arial"/>
                  <a:buChar char="•"/>
                </a:pPr>
                <a:r>
                  <a:rPr lang="en-US" sz="2300">
                    <a:solidFill>
                      <a:srgbClr val="1C2B3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unittest+ selenium</a:t>
                </a:r>
                <a:r>
                  <a:rPr lang="en-US" sz="2300">
                    <a:solidFill>
                      <a:srgbClr val="1C2B3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: architecture maintenable</a:t>
                </a:r>
              </a:p>
              <a:p>
                <a:pPr algn="l" marL="554990" indent="-277495" lvl="1">
                  <a:lnSpc>
                    <a:spcPts val="2760"/>
                  </a:lnSpc>
                  <a:buFont typeface="Arial"/>
                  <a:buChar char="•"/>
                </a:pPr>
                <a:r>
                  <a:rPr lang="en-US" sz="2300">
                    <a:solidFill>
                      <a:srgbClr val="1C2B3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GenAI accélère mais nécessite supervision</a:t>
                </a:r>
              </a:p>
              <a:p>
                <a:pPr algn="l" marL="554990" indent="-277495" lvl="1">
                  <a:lnSpc>
                    <a:spcPts val="2760"/>
                  </a:lnSpc>
                  <a:buFont typeface="Arial"/>
                  <a:buChar char="•"/>
                </a:pPr>
                <a:r>
                  <a:rPr lang="en-US" sz="2300">
                    <a:solidFill>
                      <a:srgbClr val="1C2B3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10 bugs à corriger</a:t>
                </a:r>
              </a:p>
              <a:p>
                <a:pPr algn="l">
                  <a:lnSpc>
                    <a:spcPts val="2760"/>
                  </a:lnSpc>
                </a:pPr>
              </a:p>
            </p:txBody>
          </p:sp>
        </p:grpSp>
      </p:grpSp>
      <p:sp>
        <p:nvSpPr>
          <p:cNvPr name="TextBox 59" id="59"/>
          <p:cNvSpPr txBox="true"/>
          <p:nvPr/>
        </p:nvSpPr>
        <p:spPr>
          <a:xfrm rot="0">
            <a:off x="9071372" y="9801854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E5D8E"/>
                </a:solidFill>
                <a:latin typeface="Open Sans"/>
                <a:ea typeface="Open Sans"/>
                <a:cs typeface="Open Sans"/>
                <a:sym typeface="Open San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bg>
      <p:bgPr>
        <a:solidFill>
          <a:srgbClr val="1C2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03303" y="5591"/>
            <a:ext cx="8255003" cy="8255003"/>
            <a:chOff x="0" y="0"/>
            <a:chExt cx="11006671" cy="11006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09728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0972800">
                  <a:moveTo>
                    <a:pt x="0" y="5486400"/>
                  </a:moveTo>
                  <a:cubicBezTo>
                    <a:pt x="0" y="2456307"/>
                    <a:pt x="2456307" y="0"/>
                    <a:pt x="5486400" y="0"/>
                  </a:cubicBezTo>
                  <a:cubicBezTo>
                    <a:pt x="8516493" y="0"/>
                    <a:pt x="10972800" y="2456307"/>
                    <a:pt x="10972800" y="5486400"/>
                  </a:cubicBezTo>
                  <a:cubicBezTo>
                    <a:pt x="10972800" y="8516493"/>
                    <a:pt x="8516493" y="10972800"/>
                    <a:pt x="5486400" y="10972800"/>
                  </a:cubicBezTo>
                  <a:cubicBezTo>
                    <a:pt x="2456307" y="10972800"/>
                    <a:pt x="0" y="8516493"/>
                    <a:pt x="0" y="5486400"/>
                  </a:cubicBezTo>
                  <a:close/>
                </a:path>
              </a:pathLst>
            </a:custGeom>
            <a:solidFill>
              <a:srgbClr val="024A55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006709" cy="11006582"/>
            </a:xfrm>
            <a:custGeom>
              <a:avLst/>
              <a:gdLst/>
              <a:ahLst/>
              <a:cxnLst/>
              <a:rect r="r" b="b" t="t" l="l"/>
              <a:pathLst>
                <a:path h="11006582" w="11006709">
                  <a:moveTo>
                    <a:pt x="0" y="5503291"/>
                  </a:moveTo>
                  <a:cubicBezTo>
                    <a:pt x="0" y="2463927"/>
                    <a:pt x="2463927" y="0"/>
                    <a:pt x="5503291" y="0"/>
                  </a:cubicBezTo>
                  <a:lnTo>
                    <a:pt x="5503291" y="16891"/>
                  </a:lnTo>
                  <a:lnTo>
                    <a:pt x="5503291" y="0"/>
                  </a:lnTo>
                  <a:cubicBezTo>
                    <a:pt x="8542782" y="0"/>
                    <a:pt x="11006709" y="2463927"/>
                    <a:pt x="11006709" y="5503291"/>
                  </a:cubicBezTo>
                  <a:lnTo>
                    <a:pt x="10989818" y="5503291"/>
                  </a:lnTo>
                  <a:lnTo>
                    <a:pt x="11006709" y="5503291"/>
                  </a:lnTo>
                  <a:cubicBezTo>
                    <a:pt x="11006709" y="8542655"/>
                    <a:pt x="8542782" y="11006582"/>
                    <a:pt x="5503418" y="11006582"/>
                  </a:cubicBezTo>
                  <a:lnTo>
                    <a:pt x="5503418" y="10989690"/>
                  </a:lnTo>
                  <a:lnTo>
                    <a:pt x="5503418" y="11006582"/>
                  </a:lnTo>
                  <a:cubicBezTo>
                    <a:pt x="2463927" y="11006709"/>
                    <a:pt x="0" y="8542782"/>
                    <a:pt x="0" y="5503291"/>
                  </a:cubicBezTo>
                  <a:lnTo>
                    <a:pt x="16891" y="5503291"/>
                  </a:lnTo>
                  <a:lnTo>
                    <a:pt x="33909" y="5503291"/>
                  </a:lnTo>
                  <a:lnTo>
                    <a:pt x="16891" y="5503291"/>
                  </a:lnTo>
                  <a:lnTo>
                    <a:pt x="0" y="5503291"/>
                  </a:lnTo>
                  <a:moveTo>
                    <a:pt x="33909" y="5503291"/>
                  </a:moveTo>
                  <a:cubicBezTo>
                    <a:pt x="33909" y="5512689"/>
                    <a:pt x="26289" y="5520182"/>
                    <a:pt x="17018" y="5520182"/>
                  </a:cubicBezTo>
                  <a:cubicBezTo>
                    <a:pt x="7747" y="5520182"/>
                    <a:pt x="0" y="5512689"/>
                    <a:pt x="0" y="5503291"/>
                  </a:cubicBezTo>
                  <a:cubicBezTo>
                    <a:pt x="0" y="5493893"/>
                    <a:pt x="7620" y="5486400"/>
                    <a:pt x="16891" y="5486400"/>
                  </a:cubicBezTo>
                  <a:cubicBezTo>
                    <a:pt x="26162" y="5486400"/>
                    <a:pt x="33782" y="5494020"/>
                    <a:pt x="33782" y="5503291"/>
                  </a:cubicBezTo>
                  <a:cubicBezTo>
                    <a:pt x="33909" y="8523986"/>
                    <a:pt x="2482596" y="10972800"/>
                    <a:pt x="5503291" y="10972800"/>
                  </a:cubicBezTo>
                  <a:cubicBezTo>
                    <a:pt x="8523986" y="10972800"/>
                    <a:pt x="10972800" y="8523986"/>
                    <a:pt x="10972800" y="5503291"/>
                  </a:cubicBezTo>
                  <a:cubicBezTo>
                    <a:pt x="10972800" y="2482596"/>
                    <a:pt x="8523986" y="33909"/>
                    <a:pt x="5503291" y="33909"/>
                  </a:cubicBezTo>
                  <a:lnTo>
                    <a:pt x="5503291" y="16891"/>
                  </a:lnTo>
                  <a:lnTo>
                    <a:pt x="5503291" y="33909"/>
                  </a:lnTo>
                  <a:cubicBezTo>
                    <a:pt x="2482596" y="33909"/>
                    <a:pt x="33909" y="2482596"/>
                    <a:pt x="33909" y="5503291"/>
                  </a:cubicBezTo>
                  <a:close/>
                </a:path>
              </a:pathLst>
            </a:custGeom>
            <a:solidFill>
              <a:srgbClr val="024A55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4983463" y="5591"/>
            <a:ext cx="5511803" cy="5511803"/>
            <a:chOff x="0" y="0"/>
            <a:chExt cx="7349071" cy="73490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73152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7315200">
                  <a:moveTo>
                    <a:pt x="0" y="3657600"/>
                  </a:moveTo>
                  <a:cubicBezTo>
                    <a:pt x="0" y="1637538"/>
                    <a:pt x="1637538" y="0"/>
                    <a:pt x="3657600" y="0"/>
                  </a:cubicBezTo>
                  <a:cubicBezTo>
                    <a:pt x="5677662" y="0"/>
                    <a:pt x="7315200" y="1637538"/>
                    <a:pt x="7315200" y="3657600"/>
                  </a:cubicBezTo>
                  <a:cubicBezTo>
                    <a:pt x="7315200" y="5677662"/>
                    <a:pt x="5677662" y="7315200"/>
                    <a:pt x="3657600" y="7315200"/>
                  </a:cubicBezTo>
                  <a:cubicBezTo>
                    <a:pt x="1637538" y="7315200"/>
                    <a:pt x="0" y="5677662"/>
                    <a:pt x="0" y="3657600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49109" cy="7348982"/>
            </a:xfrm>
            <a:custGeom>
              <a:avLst/>
              <a:gdLst/>
              <a:ahLst/>
              <a:cxnLst/>
              <a:rect r="r" b="b" t="t" l="l"/>
              <a:pathLst>
                <a:path h="7348982" w="7349109">
                  <a:moveTo>
                    <a:pt x="0" y="3674491"/>
                  </a:moveTo>
                  <a:cubicBezTo>
                    <a:pt x="0" y="1645158"/>
                    <a:pt x="1645158" y="0"/>
                    <a:pt x="3674491" y="0"/>
                  </a:cubicBezTo>
                  <a:lnTo>
                    <a:pt x="3674491" y="16891"/>
                  </a:lnTo>
                  <a:lnTo>
                    <a:pt x="3674491" y="0"/>
                  </a:lnTo>
                  <a:cubicBezTo>
                    <a:pt x="5703951" y="0"/>
                    <a:pt x="7349109" y="1645158"/>
                    <a:pt x="7349109" y="3674491"/>
                  </a:cubicBezTo>
                  <a:cubicBezTo>
                    <a:pt x="7349109" y="5703824"/>
                    <a:pt x="5703951" y="7348982"/>
                    <a:pt x="3674618" y="7348982"/>
                  </a:cubicBezTo>
                  <a:lnTo>
                    <a:pt x="3674618" y="7332090"/>
                  </a:lnTo>
                  <a:lnTo>
                    <a:pt x="3674618" y="7348982"/>
                  </a:lnTo>
                  <a:cubicBezTo>
                    <a:pt x="1645158" y="7349109"/>
                    <a:pt x="0" y="5703951"/>
                    <a:pt x="0" y="3674491"/>
                  </a:cubicBezTo>
                  <a:lnTo>
                    <a:pt x="16891" y="3674491"/>
                  </a:lnTo>
                  <a:lnTo>
                    <a:pt x="31115" y="3683635"/>
                  </a:lnTo>
                  <a:cubicBezTo>
                    <a:pt x="27051" y="3689985"/>
                    <a:pt x="19304" y="3692906"/>
                    <a:pt x="12065" y="3690747"/>
                  </a:cubicBezTo>
                  <a:cubicBezTo>
                    <a:pt x="4826" y="3688588"/>
                    <a:pt x="0" y="3682111"/>
                    <a:pt x="0" y="3674491"/>
                  </a:cubicBezTo>
                  <a:moveTo>
                    <a:pt x="33909" y="3674491"/>
                  </a:moveTo>
                  <a:lnTo>
                    <a:pt x="16891" y="3674491"/>
                  </a:lnTo>
                  <a:lnTo>
                    <a:pt x="2667" y="3665347"/>
                  </a:lnTo>
                  <a:cubicBezTo>
                    <a:pt x="6731" y="3658997"/>
                    <a:pt x="14478" y="3656076"/>
                    <a:pt x="21717" y="3658235"/>
                  </a:cubicBezTo>
                  <a:cubicBezTo>
                    <a:pt x="28956" y="3660394"/>
                    <a:pt x="33909" y="3666998"/>
                    <a:pt x="33909" y="3674491"/>
                  </a:cubicBezTo>
                  <a:cubicBezTo>
                    <a:pt x="33909" y="5685155"/>
                    <a:pt x="1663827" y="7315200"/>
                    <a:pt x="3674491" y="7315200"/>
                  </a:cubicBezTo>
                  <a:cubicBezTo>
                    <a:pt x="5685155" y="7315200"/>
                    <a:pt x="7315200" y="5685155"/>
                    <a:pt x="7315200" y="3674491"/>
                  </a:cubicBezTo>
                  <a:lnTo>
                    <a:pt x="7332091" y="3674491"/>
                  </a:lnTo>
                  <a:lnTo>
                    <a:pt x="7315200" y="3674491"/>
                  </a:lnTo>
                  <a:cubicBezTo>
                    <a:pt x="7315200" y="1663827"/>
                    <a:pt x="5685155" y="33909"/>
                    <a:pt x="3674491" y="33909"/>
                  </a:cubicBezTo>
                  <a:lnTo>
                    <a:pt x="3674491" y="16891"/>
                  </a:lnTo>
                  <a:lnTo>
                    <a:pt x="3674491" y="33909"/>
                  </a:lnTo>
                  <a:cubicBezTo>
                    <a:pt x="1663827" y="33909"/>
                    <a:pt x="33909" y="1663827"/>
                    <a:pt x="33909" y="3674491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2697" y="-12697"/>
            <a:ext cx="354587" cy="10312403"/>
            <a:chOff x="0" y="0"/>
            <a:chExt cx="472783" cy="137498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43891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7269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3732890"/>
                  </a:lnTo>
                  <a:cubicBezTo>
                    <a:pt x="472694" y="13742290"/>
                    <a:pt x="465074" y="13749782"/>
                    <a:pt x="45580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455803" y="13716000"/>
                  </a:lnTo>
                  <a:lnTo>
                    <a:pt x="455803" y="13732890"/>
                  </a:lnTo>
                  <a:lnTo>
                    <a:pt x="438912" y="13732890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22960" y="1087755"/>
            <a:ext cx="13716000" cy="2204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39"/>
              </a:lnSpc>
            </a:pPr>
            <a:r>
              <a:rPr lang="en-US" sz="11199" b="true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Merci !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22960" y="3252216"/>
            <a:ext cx="12801600" cy="1082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 i="true">
                <a:solidFill>
                  <a:srgbClr val="A0B4C8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Questions &amp; Discussion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16607" y="4839967"/>
            <a:ext cx="3670297" cy="1987801"/>
            <a:chOff x="0" y="0"/>
            <a:chExt cx="4893729" cy="265040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8382" y="8509"/>
              <a:ext cx="4876927" cy="2633472"/>
            </a:xfrm>
            <a:custGeom>
              <a:avLst/>
              <a:gdLst/>
              <a:ahLst/>
              <a:cxnLst/>
              <a:rect r="r" b="b" t="t" l="l"/>
              <a:pathLst>
                <a:path h="2633472" w="4876927">
                  <a:moveTo>
                    <a:pt x="127" y="243840"/>
                  </a:moveTo>
                  <a:cubicBezTo>
                    <a:pt x="127" y="109093"/>
                    <a:pt x="109601" y="0"/>
                    <a:pt x="244602" y="0"/>
                  </a:cubicBezTo>
                  <a:lnTo>
                    <a:pt x="4632325" y="0"/>
                  </a:lnTo>
                  <a:cubicBezTo>
                    <a:pt x="4767326" y="0"/>
                    <a:pt x="4876927" y="109220"/>
                    <a:pt x="4876927" y="243840"/>
                  </a:cubicBezTo>
                  <a:lnTo>
                    <a:pt x="4876927" y="2389632"/>
                  </a:lnTo>
                  <a:cubicBezTo>
                    <a:pt x="4876927" y="2524252"/>
                    <a:pt x="4767453" y="2633472"/>
                    <a:pt x="4632325" y="2633472"/>
                  </a:cubicBezTo>
                  <a:lnTo>
                    <a:pt x="244602" y="2633472"/>
                  </a:lnTo>
                  <a:cubicBezTo>
                    <a:pt x="109601" y="2633472"/>
                    <a:pt x="0" y="2524252"/>
                    <a:pt x="0" y="2389632"/>
                  </a:cubicBezTo>
                  <a:close/>
                </a:path>
              </a:pathLst>
            </a:custGeom>
            <a:solidFill>
              <a:srgbClr val="203A5A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93691" cy="2650490"/>
            </a:xfrm>
            <a:custGeom>
              <a:avLst/>
              <a:gdLst/>
              <a:ahLst/>
              <a:cxnLst/>
              <a:rect r="r" b="b" t="t" l="l"/>
              <a:pathLst>
                <a:path h="2650490" w="4893691">
                  <a:moveTo>
                    <a:pt x="0" y="252349"/>
                  </a:moveTo>
                  <a:cubicBezTo>
                    <a:pt x="0" y="112903"/>
                    <a:pt x="113284" y="0"/>
                    <a:pt x="252984" y="0"/>
                  </a:cubicBezTo>
                  <a:lnTo>
                    <a:pt x="4640707" y="0"/>
                  </a:lnTo>
                  <a:lnTo>
                    <a:pt x="4640707" y="8509"/>
                  </a:lnTo>
                  <a:lnTo>
                    <a:pt x="4640707" y="0"/>
                  </a:lnTo>
                  <a:cubicBezTo>
                    <a:pt x="4780407" y="0"/>
                    <a:pt x="4893691" y="112903"/>
                    <a:pt x="4893691" y="252349"/>
                  </a:cubicBezTo>
                  <a:lnTo>
                    <a:pt x="4885182" y="252349"/>
                  </a:lnTo>
                  <a:lnTo>
                    <a:pt x="4893691" y="252349"/>
                  </a:lnTo>
                  <a:lnTo>
                    <a:pt x="4893691" y="2398141"/>
                  </a:lnTo>
                  <a:lnTo>
                    <a:pt x="4885182" y="2398141"/>
                  </a:lnTo>
                  <a:lnTo>
                    <a:pt x="4893691" y="2398141"/>
                  </a:lnTo>
                  <a:cubicBezTo>
                    <a:pt x="4893691" y="2537460"/>
                    <a:pt x="4780407" y="2650490"/>
                    <a:pt x="4640707" y="2650490"/>
                  </a:cubicBezTo>
                  <a:lnTo>
                    <a:pt x="4640707" y="2641981"/>
                  </a:lnTo>
                  <a:lnTo>
                    <a:pt x="4640707" y="2650490"/>
                  </a:lnTo>
                  <a:lnTo>
                    <a:pt x="252984" y="2650490"/>
                  </a:lnTo>
                  <a:lnTo>
                    <a:pt x="252984" y="2641981"/>
                  </a:lnTo>
                  <a:lnTo>
                    <a:pt x="252984" y="2650490"/>
                  </a:lnTo>
                  <a:cubicBezTo>
                    <a:pt x="113284" y="2650363"/>
                    <a:pt x="0" y="2537460"/>
                    <a:pt x="0" y="2398141"/>
                  </a:cubicBezTo>
                  <a:lnTo>
                    <a:pt x="0" y="252349"/>
                  </a:lnTo>
                  <a:lnTo>
                    <a:pt x="8509" y="252349"/>
                  </a:lnTo>
                  <a:lnTo>
                    <a:pt x="0" y="252349"/>
                  </a:lnTo>
                  <a:moveTo>
                    <a:pt x="16891" y="252349"/>
                  </a:moveTo>
                  <a:lnTo>
                    <a:pt x="16891" y="2398141"/>
                  </a:lnTo>
                  <a:lnTo>
                    <a:pt x="8509" y="2398141"/>
                  </a:lnTo>
                  <a:lnTo>
                    <a:pt x="17018" y="2398141"/>
                  </a:lnTo>
                  <a:cubicBezTo>
                    <a:pt x="17018" y="2528062"/>
                    <a:pt x="122682" y="2633472"/>
                    <a:pt x="253111" y="2633472"/>
                  </a:cubicBezTo>
                  <a:lnTo>
                    <a:pt x="4640707" y="2633472"/>
                  </a:lnTo>
                  <a:cubicBezTo>
                    <a:pt x="4771136" y="2633472"/>
                    <a:pt x="4876800" y="2528062"/>
                    <a:pt x="4876800" y="2398141"/>
                  </a:cubicBezTo>
                  <a:lnTo>
                    <a:pt x="4876800" y="252349"/>
                  </a:lnTo>
                  <a:cubicBezTo>
                    <a:pt x="4876800" y="122428"/>
                    <a:pt x="4771136" y="17018"/>
                    <a:pt x="4640707" y="17018"/>
                  </a:cubicBezTo>
                  <a:lnTo>
                    <a:pt x="252984" y="17018"/>
                  </a:lnTo>
                  <a:lnTo>
                    <a:pt x="252984" y="8509"/>
                  </a:lnTo>
                  <a:lnTo>
                    <a:pt x="252984" y="17018"/>
                  </a:lnTo>
                  <a:cubicBezTo>
                    <a:pt x="122555" y="16891"/>
                    <a:pt x="16891" y="122301"/>
                    <a:pt x="16891" y="252349"/>
                  </a:cubicBezTo>
                  <a:close/>
                </a:path>
              </a:pathLst>
            </a:custGeom>
            <a:solidFill>
              <a:srgbClr val="CBD5E0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10263" y="4833623"/>
            <a:ext cx="3683003" cy="171707"/>
            <a:chOff x="0" y="0"/>
            <a:chExt cx="4910671" cy="22894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6891" y="16891"/>
              <a:ext cx="4876800" cy="195072"/>
            </a:xfrm>
            <a:custGeom>
              <a:avLst/>
              <a:gdLst/>
              <a:ahLst/>
              <a:cxnLst/>
              <a:rect r="r" b="b" t="t" l="l"/>
              <a:pathLst>
                <a:path h="19507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910582" cy="228856"/>
            </a:xfrm>
            <a:custGeom>
              <a:avLst/>
              <a:gdLst/>
              <a:ahLst/>
              <a:cxnLst/>
              <a:rect r="r" b="b" t="t" l="l"/>
              <a:pathLst>
                <a:path h="228856" w="4910582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211963"/>
                  </a:lnTo>
                  <a:cubicBezTo>
                    <a:pt x="4910582" y="221361"/>
                    <a:pt x="4902962" y="228854"/>
                    <a:pt x="4893691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4893691" y="195072"/>
                  </a:lnTo>
                  <a:lnTo>
                    <a:pt x="4893691" y="211963"/>
                  </a:lnTo>
                  <a:lnTo>
                    <a:pt x="4876800" y="211963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822960" y="5037963"/>
            <a:ext cx="3657600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5200" b="true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38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22960" y="5877687"/>
            <a:ext cx="3657600" cy="742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A0B4C8"/>
                </a:solidFill>
                <a:latin typeface="Calibri (MS)"/>
                <a:ea typeface="Calibri (MS)"/>
                <a:cs typeface="Calibri (MS)"/>
                <a:sym typeface="Calibri (MS)"/>
              </a:rPr>
              <a:t>Cas de test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4839967" y="4839967"/>
            <a:ext cx="3670297" cy="1987801"/>
            <a:chOff x="0" y="0"/>
            <a:chExt cx="4893729" cy="265040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8382" y="8509"/>
              <a:ext cx="4876927" cy="2633472"/>
            </a:xfrm>
            <a:custGeom>
              <a:avLst/>
              <a:gdLst/>
              <a:ahLst/>
              <a:cxnLst/>
              <a:rect r="r" b="b" t="t" l="l"/>
              <a:pathLst>
                <a:path h="2633472" w="4876927">
                  <a:moveTo>
                    <a:pt x="127" y="243840"/>
                  </a:moveTo>
                  <a:cubicBezTo>
                    <a:pt x="127" y="109093"/>
                    <a:pt x="109601" y="0"/>
                    <a:pt x="244602" y="0"/>
                  </a:cubicBezTo>
                  <a:lnTo>
                    <a:pt x="4632325" y="0"/>
                  </a:lnTo>
                  <a:cubicBezTo>
                    <a:pt x="4767326" y="0"/>
                    <a:pt x="4876927" y="109220"/>
                    <a:pt x="4876927" y="243840"/>
                  </a:cubicBezTo>
                  <a:lnTo>
                    <a:pt x="4876927" y="2389632"/>
                  </a:lnTo>
                  <a:cubicBezTo>
                    <a:pt x="4876927" y="2524252"/>
                    <a:pt x="4767453" y="2633472"/>
                    <a:pt x="4632325" y="2633472"/>
                  </a:cubicBezTo>
                  <a:lnTo>
                    <a:pt x="244602" y="2633472"/>
                  </a:lnTo>
                  <a:cubicBezTo>
                    <a:pt x="109601" y="2633472"/>
                    <a:pt x="0" y="2524252"/>
                    <a:pt x="0" y="2389632"/>
                  </a:cubicBezTo>
                  <a:close/>
                </a:path>
              </a:pathLst>
            </a:custGeom>
            <a:solidFill>
              <a:srgbClr val="203A5A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893691" cy="2650490"/>
            </a:xfrm>
            <a:custGeom>
              <a:avLst/>
              <a:gdLst/>
              <a:ahLst/>
              <a:cxnLst/>
              <a:rect r="r" b="b" t="t" l="l"/>
              <a:pathLst>
                <a:path h="2650490" w="4893691">
                  <a:moveTo>
                    <a:pt x="0" y="252349"/>
                  </a:moveTo>
                  <a:cubicBezTo>
                    <a:pt x="0" y="112903"/>
                    <a:pt x="113284" y="0"/>
                    <a:pt x="252984" y="0"/>
                  </a:cubicBezTo>
                  <a:lnTo>
                    <a:pt x="4640707" y="0"/>
                  </a:lnTo>
                  <a:lnTo>
                    <a:pt x="4640707" y="8509"/>
                  </a:lnTo>
                  <a:lnTo>
                    <a:pt x="4640707" y="0"/>
                  </a:lnTo>
                  <a:cubicBezTo>
                    <a:pt x="4780407" y="0"/>
                    <a:pt x="4893691" y="112903"/>
                    <a:pt x="4893691" y="252349"/>
                  </a:cubicBezTo>
                  <a:lnTo>
                    <a:pt x="4885182" y="252349"/>
                  </a:lnTo>
                  <a:lnTo>
                    <a:pt x="4893691" y="252349"/>
                  </a:lnTo>
                  <a:lnTo>
                    <a:pt x="4893691" y="2398141"/>
                  </a:lnTo>
                  <a:lnTo>
                    <a:pt x="4885182" y="2398141"/>
                  </a:lnTo>
                  <a:lnTo>
                    <a:pt x="4893691" y="2398141"/>
                  </a:lnTo>
                  <a:cubicBezTo>
                    <a:pt x="4893691" y="2537460"/>
                    <a:pt x="4780407" y="2650490"/>
                    <a:pt x="4640707" y="2650490"/>
                  </a:cubicBezTo>
                  <a:lnTo>
                    <a:pt x="4640707" y="2641981"/>
                  </a:lnTo>
                  <a:lnTo>
                    <a:pt x="4640707" y="2650490"/>
                  </a:lnTo>
                  <a:lnTo>
                    <a:pt x="252984" y="2650490"/>
                  </a:lnTo>
                  <a:lnTo>
                    <a:pt x="252984" y="2641981"/>
                  </a:lnTo>
                  <a:lnTo>
                    <a:pt x="252984" y="2650490"/>
                  </a:lnTo>
                  <a:cubicBezTo>
                    <a:pt x="113284" y="2650363"/>
                    <a:pt x="0" y="2537460"/>
                    <a:pt x="0" y="2398141"/>
                  </a:cubicBezTo>
                  <a:lnTo>
                    <a:pt x="0" y="252349"/>
                  </a:lnTo>
                  <a:lnTo>
                    <a:pt x="8509" y="252349"/>
                  </a:lnTo>
                  <a:lnTo>
                    <a:pt x="0" y="252349"/>
                  </a:lnTo>
                  <a:moveTo>
                    <a:pt x="16891" y="252349"/>
                  </a:moveTo>
                  <a:lnTo>
                    <a:pt x="16891" y="2398141"/>
                  </a:lnTo>
                  <a:lnTo>
                    <a:pt x="8509" y="2398141"/>
                  </a:lnTo>
                  <a:lnTo>
                    <a:pt x="17018" y="2398141"/>
                  </a:lnTo>
                  <a:cubicBezTo>
                    <a:pt x="17018" y="2528062"/>
                    <a:pt x="122682" y="2633472"/>
                    <a:pt x="253111" y="2633472"/>
                  </a:cubicBezTo>
                  <a:lnTo>
                    <a:pt x="4640707" y="2633472"/>
                  </a:lnTo>
                  <a:cubicBezTo>
                    <a:pt x="4771136" y="2633472"/>
                    <a:pt x="4876800" y="2528062"/>
                    <a:pt x="4876800" y="2398141"/>
                  </a:cubicBezTo>
                  <a:lnTo>
                    <a:pt x="4876800" y="252349"/>
                  </a:lnTo>
                  <a:cubicBezTo>
                    <a:pt x="4876800" y="122428"/>
                    <a:pt x="4771136" y="17018"/>
                    <a:pt x="4640707" y="17018"/>
                  </a:cubicBezTo>
                  <a:lnTo>
                    <a:pt x="252984" y="17018"/>
                  </a:lnTo>
                  <a:lnTo>
                    <a:pt x="252984" y="8509"/>
                  </a:lnTo>
                  <a:lnTo>
                    <a:pt x="252984" y="17018"/>
                  </a:lnTo>
                  <a:cubicBezTo>
                    <a:pt x="122555" y="16891"/>
                    <a:pt x="16891" y="122301"/>
                    <a:pt x="16891" y="252349"/>
                  </a:cubicBezTo>
                  <a:close/>
                </a:path>
              </a:pathLst>
            </a:custGeom>
            <a:solidFill>
              <a:srgbClr val="CBD5E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4833623" y="4833623"/>
            <a:ext cx="3683003" cy="171707"/>
            <a:chOff x="0" y="0"/>
            <a:chExt cx="4910671" cy="22894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6891" y="16891"/>
              <a:ext cx="4876800" cy="195072"/>
            </a:xfrm>
            <a:custGeom>
              <a:avLst/>
              <a:gdLst/>
              <a:ahLst/>
              <a:cxnLst/>
              <a:rect r="r" b="b" t="t" l="l"/>
              <a:pathLst>
                <a:path h="19507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02C39A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910582" cy="228856"/>
            </a:xfrm>
            <a:custGeom>
              <a:avLst/>
              <a:gdLst/>
              <a:ahLst/>
              <a:cxnLst/>
              <a:rect r="r" b="b" t="t" l="l"/>
              <a:pathLst>
                <a:path h="228856" w="4910582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211963"/>
                  </a:lnTo>
                  <a:cubicBezTo>
                    <a:pt x="4910582" y="221361"/>
                    <a:pt x="4902962" y="228854"/>
                    <a:pt x="4893691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4893691" y="195072"/>
                  </a:lnTo>
                  <a:lnTo>
                    <a:pt x="4893691" y="211963"/>
                  </a:lnTo>
                  <a:lnTo>
                    <a:pt x="4876800" y="211963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C39A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4846320" y="5037963"/>
            <a:ext cx="3657600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5200" b="true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74%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846320" y="5877687"/>
            <a:ext cx="3657600" cy="742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A0B4C8"/>
                </a:solidFill>
                <a:latin typeface="Calibri (MS)"/>
                <a:ea typeface="Calibri (MS)"/>
                <a:cs typeface="Calibri (MS)"/>
                <a:sym typeface="Calibri (MS)"/>
              </a:rPr>
              <a:t>Taux succès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8863327" y="4839967"/>
            <a:ext cx="3670297" cy="1987801"/>
            <a:chOff x="0" y="0"/>
            <a:chExt cx="4893729" cy="265040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8382" y="8509"/>
              <a:ext cx="4876927" cy="2633472"/>
            </a:xfrm>
            <a:custGeom>
              <a:avLst/>
              <a:gdLst/>
              <a:ahLst/>
              <a:cxnLst/>
              <a:rect r="r" b="b" t="t" l="l"/>
              <a:pathLst>
                <a:path h="2633472" w="4876927">
                  <a:moveTo>
                    <a:pt x="127" y="243840"/>
                  </a:moveTo>
                  <a:cubicBezTo>
                    <a:pt x="127" y="109093"/>
                    <a:pt x="109601" y="0"/>
                    <a:pt x="244602" y="0"/>
                  </a:cubicBezTo>
                  <a:lnTo>
                    <a:pt x="4632325" y="0"/>
                  </a:lnTo>
                  <a:cubicBezTo>
                    <a:pt x="4767326" y="0"/>
                    <a:pt x="4876927" y="109220"/>
                    <a:pt x="4876927" y="243840"/>
                  </a:cubicBezTo>
                  <a:lnTo>
                    <a:pt x="4876927" y="2389632"/>
                  </a:lnTo>
                  <a:cubicBezTo>
                    <a:pt x="4876927" y="2524252"/>
                    <a:pt x="4767453" y="2633472"/>
                    <a:pt x="4632325" y="2633472"/>
                  </a:cubicBezTo>
                  <a:lnTo>
                    <a:pt x="244602" y="2633472"/>
                  </a:lnTo>
                  <a:cubicBezTo>
                    <a:pt x="109601" y="2633472"/>
                    <a:pt x="0" y="2524252"/>
                    <a:pt x="0" y="2389632"/>
                  </a:cubicBezTo>
                  <a:close/>
                </a:path>
              </a:pathLst>
            </a:custGeom>
            <a:solidFill>
              <a:srgbClr val="203A5A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893691" cy="2650490"/>
            </a:xfrm>
            <a:custGeom>
              <a:avLst/>
              <a:gdLst/>
              <a:ahLst/>
              <a:cxnLst/>
              <a:rect r="r" b="b" t="t" l="l"/>
              <a:pathLst>
                <a:path h="2650490" w="4893691">
                  <a:moveTo>
                    <a:pt x="0" y="252349"/>
                  </a:moveTo>
                  <a:cubicBezTo>
                    <a:pt x="0" y="112903"/>
                    <a:pt x="113284" y="0"/>
                    <a:pt x="252984" y="0"/>
                  </a:cubicBezTo>
                  <a:lnTo>
                    <a:pt x="4640707" y="0"/>
                  </a:lnTo>
                  <a:lnTo>
                    <a:pt x="4640707" y="8509"/>
                  </a:lnTo>
                  <a:lnTo>
                    <a:pt x="4640707" y="0"/>
                  </a:lnTo>
                  <a:cubicBezTo>
                    <a:pt x="4780407" y="0"/>
                    <a:pt x="4893691" y="112903"/>
                    <a:pt x="4893691" y="252349"/>
                  </a:cubicBezTo>
                  <a:lnTo>
                    <a:pt x="4885182" y="252349"/>
                  </a:lnTo>
                  <a:lnTo>
                    <a:pt x="4893691" y="252349"/>
                  </a:lnTo>
                  <a:lnTo>
                    <a:pt x="4893691" y="2398141"/>
                  </a:lnTo>
                  <a:lnTo>
                    <a:pt x="4885182" y="2398141"/>
                  </a:lnTo>
                  <a:lnTo>
                    <a:pt x="4893691" y="2398141"/>
                  </a:lnTo>
                  <a:cubicBezTo>
                    <a:pt x="4893691" y="2537460"/>
                    <a:pt x="4780407" y="2650490"/>
                    <a:pt x="4640707" y="2650490"/>
                  </a:cubicBezTo>
                  <a:lnTo>
                    <a:pt x="4640707" y="2641981"/>
                  </a:lnTo>
                  <a:lnTo>
                    <a:pt x="4640707" y="2650490"/>
                  </a:lnTo>
                  <a:lnTo>
                    <a:pt x="252984" y="2650490"/>
                  </a:lnTo>
                  <a:lnTo>
                    <a:pt x="252984" y="2641981"/>
                  </a:lnTo>
                  <a:lnTo>
                    <a:pt x="252984" y="2650490"/>
                  </a:lnTo>
                  <a:cubicBezTo>
                    <a:pt x="113284" y="2650363"/>
                    <a:pt x="0" y="2537460"/>
                    <a:pt x="0" y="2398141"/>
                  </a:cubicBezTo>
                  <a:lnTo>
                    <a:pt x="0" y="252349"/>
                  </a:lnTo>
                  <a:lnTo>
                    <a:pt x="8509" y="252349"/>
                  </a:lnTo>
                  <a:lnTo>
                    <a:pt x="0" y="252349"/>
                  </a:lnTo>
                  <a:moveTo>
                    <a:pt x="16891" y="252349"/>
                  </a:moveTo>
                  <a:lnTo>
                    <a:pt x="16891" y="2398141"/>
                  </a:lnTo>
                  <a:lnTo>
                    <a:pt x="8509" y="2398141"/>
                  </a:lnTo>
                  <a:lnTo>
                    <a:pt x="17018" y="2398141"/>
                  </a:lnTo>
                  <a:cubicBezTo>
                    <a:pt x="17018" y="2528062"/>
                    <a:pt x="122682" y="2633472"/>
                    <a:pt x="253111" y="2633472"/>
                  </a:cubicBezTo>
                  <a:lnTo>
                    <a:pt x="4640707" y="2633472"/>
                  </a:lnTo>
                  <a:cubicBezTo>
                    <a:pt x="4771136" y="2633472"/>
                    <a:pt x="4876800" y="2528062"/>
                    <a:pt x="4876800" y="2398141"/>
                  </a:cubicBezTo>
                  <a:lnTo>
                    <a:pt x="4876800" y="252349"/>
                  </a:lnTo>
                  <a:cubicBezTo>
                    <a:pt x="4876800" y="122428"/>
                    <a:pt x="4771136" y="17018"/>
                    <a:pt x="4640707" y="17018"/>
                  </a:cubicBezTo>
                  <a:lnTo>
                    <a:pt x="252984" y="17018"/>
                  </a:lnTo>
                  <a:lnTo>
                    <a:pt x="252984" y="8509"/>
                  </a:lnTo>
                  <a:lnTo>
                    <a:pt x="252984" y="17018"/>
                  </a:lnTo>
                  <a:cubicBezTo>
                    <a:pt x="122555" y="16891"/>
                    <a:pt x="16891" y="122301"/>
                    <a:pt x="16891" y="252349"/>
                  </a:cubicBezTo>
                  <a:close/>
                </a:path>
              </a:pathLst>
            </a:custGeom>
            <a:solidFill>
              <a:srgbClr val="CBD5E0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8856983" y="4833623"/>
            <a:ext cx="3683003" cy="171707"/>
            <a:chOff x="0" y="0"/>
            <a:chExt cx="4910671" cy="22894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4876800" cy="195072"/>
            </a:xfrm>
            <a:custGeom>
              <a:avLst/>
              <a:gdLst/>
              <a:ahLst/>
              <a:cxnLst/>
              <a:rect r="r" b="b" t="t" l="l"/>
              <a:pathLst>
                <a:path h="19507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E05C5C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910582" cy="228856"/>
            </a:xfrm>
            <a:custGeom>
              <a:avLst/>
              <a:gdLst/>
              <a:ahLst/>
              <a:cxnLst/>
              <a:rect r="r" b="b" t="t" l="l"/>
              <a:pathLst>
                <a:path h="228856" w="4910582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211963"/>
                  </a:lnTo>
                  <a:cubicBezTo>
                    <a:pt x="4910582" y="221361"/>
                    <a:pt x="4902962" y="228854"/>
                    <a:pt x="4893691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4893691" y="195072"/>
                  </a:lnTo>
                  <a:lnTo>
                    <a:pt x="4893691" y="211963"/>
                  </a:lnTo>
                  <a:lnTo>
                    <a:pt x="4876800" y="211963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5C5C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8869680" y="5037963"/>
            <a:ext cx="3657600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5200" b="true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10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869680" y="5877687"/>
            <a:ext cx="3657600" cy="742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A0B4C8"/>
                </a:solidFill>
                <a:latin typeface="Calibri (MS)"/>
                <a:ea typeface="Calibri (MS)"/>
                <a:cs typeface="Calibri (MS)"/>
                <a:sym typeface="Calibri (MS)"/>
              </a:rPr>
              <a:t>Bugs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2886687" y="4839967"/>
            <a:ext cx="3670297" cy="1987801"/>
            <a:chOff x="0" y="0"/>
            <a:chExt cx="4893729" cy="265040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8382" y="8509"/>
              <a:ext cx="4876927" cy="2633472"/>
            </a:xfrm>
            <a:custGeom>
              <a:avLst/>
              <a:gdLst/>
              <a:ahLst/>
              <a:cxnLst/>
              <a:rect r="r" b="b" t="t" l="l"/>
              <a:pathLst>
                <a:path h="2633472" w="4876927">
                  <a:moveTo>
                    <a:pt x="127" y="243840"/>
                  </a:moveTo>
                  <a:cubicBezTo>
                    <a:pt x="127" y="109093"/>
                    <a:pt x="109601" y="0"/>
                    <a:pt x="244602" y="0"/>
                  </a:cubicBezTo>
                  <a:lnTo>
                    <a:pt x="4632325" y="0"/>
                  </a:lnTo>
                  <a:cubicBezTo>
                    <a:pt x="4767326" y="0"/>
                    <a:pt x="4876927" y="109220"/>
                    <a:pt x="4876927" y="243840"/>
                  </a:cubicBezTo>
                  <a:lnTo>
                    <a:pt x="4876927" y="2389632"/>
                  </a:lnTo>
                  <a:cubicBezTo>
                    <a:pt x="4876927" y="2524252"/>
                    <a:pt x="4767453" y="2633472"/>
                    <a:pt x="4632325" y="2633472"/>
                  </a:cubicBezTo>
                  <a:lnTo>
                    <a:pt x="244602" y="2633472"/>
                  </a:lnTo>
                  <a:cubicBezTo>
                    <a:pt x="109601" y="2633472"/>
                    <a:pt x="0" y="2524252"/>
                    <a:pt x="0" y="2389632"/>
                  </a:cubicBezTo>
                  <a:close/>
                </a:path>
              </a:pathLst>
            </a:custGeom>
            <a:solidFill>
              <a:srgbClr val="203A5A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893691" cy="2650490"/>
            </a:xfrm>
            <a:custGeom>
              <a:avLst/>
              <a:gdLst/>
              <a:ahLst/>
              <a:cxnLst/>
              <a:rect r="r" b="b" t="t" l="l"/>
              <a:pathLst>
                <a:path h="2650490" w="4893691">
                  <a:moveTo>
                    <a:pt x="0" y="252349"/>
                  </a:moveTo>
                  <a:cubicBezTo>
                    <a:pt x="0" y="112903"/>
                    <a:pt x="113284" y="0"/>
                    <a:pt x="252984" y="0"/>
                  </a:cubicBezTo>
                  <a:lnTo>
                    <a:pt x="4640707" y="0"/>
                  </a:lnTo>
                  <a:lnTo>
                    <a:pt x="4640707" y="8509"/>
                  </a:lnTo>
                  <a:lnTo>
                    <a:pt x="4640707" y="0"/>
                  </a:lnTo>
                  <a:cubicBezTo>
                    <a:pt x="4780407" y="0"/>
                    <a:pt x="4893691" y="112903"/>
                    <a:pt x="4893691" y="252349"/>
                  </a:cubicBezTo>
                  <a:lnTo>
                    <a:pt x="4885182" y="252349"/>
                  </a:lnTo>
                  <a:lnTo>
                    <a:pt x="4893691" y="252349"/>
                  </a:lnTo>
                  <a:lnTo>
                    <a:pt x="4893691" y="2398141"/>
                  </a:lnTo>
                  <a:lnTo>
                    <a:pt x="4885182" y="2398141"/>
                  </a:lnTo>
                  <a:lnTo>
                    <a:pt x="4893691" y="2398141"/>
                  </a:lnTo>
                  <a:cubicBezTo>
                    <a:pt x="4893691" y="2537460"/>
                    <a:pt x="4780407" y="2650490"/>
                    <a:pt x="4640707" y="2650490"/>
                  </a:cubicBezTo>
                  <a:lnTo>
                    <a:pt x="4640707" y="2641981"/>
                  </a:lnTo>
                  <a:lnTo>
                    <a:pt x="4640707" y="2650490"/>
                  </a:lnTo>
                  <a:lnTo>
                    <a:pt x="252984" y="2650490"/>
                  </a:lnTo>
                  <a:lnTo>
                    <a:pt x="252984" y="2641981"/>
                  </a:lnTo>
                  <a:lnTo>
                    <a:pt x="252984" y="2650490"/>
                  </a:lnTo>
                  <a:cubicBezTo>
                    <a:pt x="113284" y="2650363"/>
                    <a:pt x="0" y="2537460"/>
                    <a:pt x="0" y="2398141"/>
                  </a:cubicBezTo>
                  <a:lnTo>
                    <a:pt x="0" y="252349"/>
                  </a:lnTo>
                  <a:lnTo>
                    <a:pt x="8509" y="252349"/>
                  </a:lnTo>
                  <a:lnTo>
                    <a:pt x="0" y="252349"/>
                  </a:lnTo>
                  <a:moveTo>
                    <a:pt x="16891" y="252349"/>
                  </a:moveTo>
                  <a:lnTo>
                    <a:pt x="16891" y="2398141"/>
                  </a:lnTo>
                  <a:lnTo>
                    <a:pt x="8509" y="2398141"/>
                  </a:lnTo>
                  <a:lnTo>
                    <a:pt x="17018" y="2398141"/>
                  </a:lnTo>
                  <a:cubicBezTo>
                    <a:pt x="17018" y="2528062"/>
                    <a:pt x="122682" y="2633472"/>
                    <a:pt x="253111" y="2633472"/>
                  </a:cubicBezTo>
                  <a:lnTo>
                    <a:pt x="4640707" y="2633472"/>
                  </a:lnTo>
                  <a:cubicBezTo>
                    <a:pt x="4771136" y="2633472"/>
                    <a:pt x="4876800" y="2528062"/>
                    <a:pt x="4876800" y="2398141"/>
                  </a:cubicBezTo>
                  <a:lnTo>
                    <a:pt x="4876800" y="252349"/>
                  </a:lnTo>
                  <a:cubicBezTo>
                    <a:pt x="4876800" y="122428"/>
                    <a:pt x="4771136" y="17018"/>
                    <a:pt x="4640707" y="17018"/>
                  </a:cubicBezTo>
                  <a:lnTo>
                    <a:pt x="252984" y="17018"/>
                  </a:lnTo>
                  <a:lnTo>
                    <a:pt x="252984" y="8509"/>
                  </a:lnTo>
                  <a:lnTo>
                    <a:pt x="252984" y="17018"/>
                  </a:lnTo>
                  <a:cubicBezTo>
                    <a:pt x="122555" y="16891"/>
                    <a:pt x="16891" y="122301"/>
                    <a:pt x="16891" y="252349"/>
                  </a:cubicBezTo>
                  <a:close/>
                </a:path>
              </a:pathLst>
            </a:custGeom>
            <a:solidFill>
              <a:srgbClr val="CBD5E0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2880343" y="4833623"/>
            <a:ext cx="3683003" cy="171707"/>
            <a:chOff x="0" y="0"/>
            <a:chExt cx="4910671" cy="22894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6891" y="16891"/>
              <a:ext cx="4876800" cy="195072"/>
            </a:xfrm>
            <a:custGeom>
              <a:avLst/>
              <a:gdLst/>
              <a:ahLst/>
              <a:cxnLst/>
              <a:rect r="r" b="b" t="t" l="l"/>
              <a:pathLst>
                <a:path h="19507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6C63FF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910582" cy="228856"/>
            </a:xfrm>
            <a:custGeom>
              <a:avLst/>
              <a:gdLst/>
              <a:ahLst/>
              <a:cxnLst/>
              <a:rect r="r" b="b" t="t" l="l"/>
              <a:pathLst>
                <a:path h="228856" w="4910582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211963"/>
                  </a:lnTo>
                  <a:cubicBezTo>
                    <a:pt x="4910582" y="221361"/>
                    <a:pt x="4902962" y="228854"/>
                    <a:pt x="4893691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4893691" y="195072"/>
                  </a:lnTo>
                  <a:lnTo>
                    <a:pt x="4893691" y="211963"/>
                  </a:lnTo>
                  <a:lnTo>
                    <a:pt x="4876800" y="211963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C63FF"/>
            </a:solid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12893040" y="5037963"/>
            <a:ext cx="3657600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5200" b="true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3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893040" y="5877687"/>
            <a:ext cx="3657600" cy="742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A0B4C8"/>
                </a:solidFill>
                <a:latin typeface="Calibri (MS)"/>
                <a:ea typeface="Calibri (MS)"/>
                <a:cs typeface="Calibri (MS)"/>
                <a:sym typeface="Calibri (MS)"/>
              </a:rPr>
              <a:t>Usages GenAI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-12697" y="9497063"/>
            <a:ext cx="18313403" cy="802643"/>
            <a:chOff x="0" y="0"/>
            <a:chExt cx="24417871" cy="107019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16891" y="16891"/>
              <a:ext cx="24383999" cy="1036320"/>
            </a:xfrm>
            <a:custGeom>
              <a:avLst/>
              <a:gdLst/>
              <a:ahLst/>
              <a:cxnLst/>
              <a:rect r="r" b="b" t="t" l="l"/>
              <a:pathLst>
                <a:path h="103632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036320"/>
                  </a:lnTo>
                  <a:lnTo>
                    <a:pt x="0" y="1036320"/>
                  </a:lnTo>
                  <a:close/>
                </a:path>
              </a:pathLst>
            </a:custGeom>
            <a:solidFill>
              <a:srgbClr val="131E29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4417782" cy="1070104"/>
            </a:xfrm>
            <a:custGeom>
              <a:avLst/>
              <a:gdLst/>
              <a:ahLst/>
              <a:cxnLst/>
              <a:rect r="r" b="b" t="t" l="l"/>
              <a:pathLst>
                <a:path h="107010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053211"/>
                  </a:lnTo>
                  <a:cubicBezTo>
                    <a:pt x="24417782" y="1062609"/>
                    <a:pt x="24410163" y="1070102"/>
                    <a:pt x="24400890" y="1070102"/>
                  </a:cubicBezTo>
                  <a:lnTo>
                    <a:pt x="16891" y="1070102"/>
                  </a:lnTo>
                  <a:cubicBezTo>
                    <a:pt x="7620" y="1070229"/>
                    <a:pt x="0" y="1062609"/>
                    <a:pt x="0" y="10532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53211"/>
                  </a:lnTo>
                  <a:lnTo>
                    <a:pt x="16891" y="1053211"/>
                  </a:lnTo>
                  <a:lnTo>
                    <a:pt x="16891" y="1036320"/>
                  </a:lnTo>
                  <a:lnTo>
                    <a:pt x="24400890" y="1036320"/>
                  </a:lnTo>
                  <a:lnTo>
                    <a:pt x="24400890" y="1053211"/>
                  </a:lnTo>
                  <a:lnTo>
                    <a:pt x="24384000" y="105321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31E29"/>
            </a:solid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822960" y="9508236"/>
            <a:ext cx="1664208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718096"/>
                </a:solidFill>
                <a:latin typeface="Calibri (MS)"/>
                <a:ea typeface="Calibri (MS)"/>
                <a:cs typeface="Calibri (MS)"/>
                <a:sym typeface="Calibri (MS)"/>
              </a:rPr>
              <a:t>Selenium · Python/unittest · Orientini.com · GenAI · Projet CI 2025-2026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071372" y="9801854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E5D8E"/>
                </a:solidFill>
                <a:latin typeface="Open Sans"/>
                <a:ea typeface="Open Sans"/>
                <a:cs typeface="Open Sans"/>
                <a:sym typeface="Open Sans"/>
              </a:rPr>
              <a:t>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DAHH9iyM4ro</dc:identifier>
  <dcterms:modified xsi:type="dcterms:W3CDTF">2011-08-01T06:04:30Z</dcterms:modified>
  <cp:revision>1</cp:revision>
  <dc:title>presentation_test.pptx</dc:title>
</cp:coreProperties>
</file>